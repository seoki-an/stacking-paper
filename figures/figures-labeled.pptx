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 autoAdjust="0"/>
    <p:restoredTop sz="96336" autoAdjust="0"/>
  </p:normalViewPr>
  <p:slideViewPr>
    <p:cSldViewPr snapToGrid="0">
      <p:cViewPr>
        <p:scale>
          <a:sx n="125" d="100"/>
          <a:sy n="125" d="100"/>
        </p:scale>
        <p:origin x="42" y="-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5795B9-A734-4D12-812D-AD40DBDF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E11C59-97B5-4CF9-9A3E-BD3141AAB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CC4877-31C0-4DBE-8516-627CFAD5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38F9-BA7C-450F-8D29-DBC8C21FAFD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975BE9-E4E6-4284-BFC5-1A920C7B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4CAAF-06BB-406F-8962-F48CA558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8BB6-9BBF-44FE-A32C-D42B20979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29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50E07-7202-4450-BE27-CDBAFB7F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F43266-F3D8-4B4A-98A3-A6186F38C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18AE64-73C2-4155-9FE9-37A040A8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38F9-BA7C-450F-8D29-DBC8C21FAFD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89F092-B2C9-4D0E-B619-FAB97990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B5C394-0E1A-4D80-9CB0-F2AB760D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8BB6-9BBF-44FE-A32C-D42B20979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61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44DC8-8BEC-43A7-84AB-96C99A699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B47162-1881-485F-8597-FAFE94C0C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9F477E-C5F8-45EA-89BF-D1CF19A2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38F9-BA7C-450F-8D29-DBC8C21FAFD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80DD91-9438-42F1-B5FE-CC7A8CBF5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4F8CC-749F-4AC0-B8DB-6A2EA8E4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8BB6-9BBF-44FE-A32C-D42B20979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08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6B124-2D28-4202-9243-DD3F9B41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70F2E-15EB-4BDD-A931-E9F7311E52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1BFFBE-9AED-4E9A-ADF4-BFC5936FE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B1E9B3-A5C7-468F-AB4A-74A2D93FD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38F9-BA7C-450F-8D29-DBC8C21FAFD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55D568-2695-4E95-B98E-51A59179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222DB1-8948-4ED4-A1F2-F22905500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8BB6-9BBF-44FE-A32C-D42B20979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98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C1863-4022-40DB-BD6B-DD4B5CE0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8A7933-95C2-49F7-A2EC-D063D46CA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860F9B-8A44-4FA4-9AA7-C760F7BA8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C45E83-0C3A-4BA3-AB76-B2183D2AD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333D9E-3884-4F6B-B094-3D9F90F790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DF9B436-4A56-4AE2-BDFD-6269D42F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38F9-BA7C-450F-8D29-DBC8C21FAFD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FA80A8-AEB3-4160-94D4-021C76F12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2AD1D2-8F02-4E20-85D2-92227EC6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8BB6-9BBF-44FE-A32C-D42B20979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714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95B33-85E3-4990-9DD2-98F09F41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F19A06-26D4-4225-8FBF-6AC46EDB9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38F9-BA7C-450F-8D29-DBC8C21FAFD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E98366-A5D6-4F60-BC5E-BD273EE1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E285F-3726-46CE-A6F5-B7E60E6C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8BB6-9BBF-44FE-A32C-D42B20979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558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565B7D-6D99-4878-B79A-A0CB500D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38F9-BA7C-450F-8D29-DBC8C21FAFD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3F3EEA6-ECA6-45E5-9AA6-C26A376A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0772FB-5F35-43D8-B462-BEEBA5A9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8BB6-9BBF-44FE-A32C-D42B20979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44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9FC8A-5055-47DD-B800-D6CB8324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C56709-BD8B-48E1-B3A1-6C09034CB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F11E7C-1B01-40E4-97E9-DBA0A3B92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92C169-EEEB-4F87-972A-66C8B79C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38F9-BA7C-450F-8D29-DBC8C21FAFD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3A5D24-4538-4EDB-9E5E-69BE0F0C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71C816-0D14-4AE9-861B-CAD4D8E62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8BB6-9BBF-44FE-A32C-D42B20979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11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72B77-C71C-4231-B804-7EE2C1A91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6F7AB02-E961-49EC-AB37-0DB6B302B8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CB8E0E-ABC4-46DF-99CB-1A0AF048A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DE7F33-3E20-49A4-9BB1-BA6B23E5F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38F9-BA7C-450F-8D29-DBC8C21FAFD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8F7E4A-1FBB-4063-AF82-5ECFCE2AC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74703E-FC14-47D6-9DAE-A2FD84C1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8BB6-9BBF-44FE-A32C-D42B20979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04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BC02A-B99F-44CB-871A-B6C57B5FA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26BF4C-CF95-44B4-BECA-D1F1EDF22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84DFBD-806B-4D4C-BEAC-67798E6F7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38F9-BA7C-450F-8D29-DBC8C21FAFD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9C964D-2357-40F8-9FBC-F5F5E3B7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07D99A-F684-44AA-9CFE-E612FB2F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8BB6-9BBF-44FE-A32C-D42B20979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64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8FE2F1E-0A2E-4D38-8466-CCFAAD985B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D97311-4782-4202-BF57-077CFFBFC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EA147D-72B3-41F7-A374-0AEA52515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38F9-BA7C-450F-8D29-DBC8C21FAFD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8B6E32-4148-4219-B3EC-15DC98854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F29D6D-F4B1-4135-888C-4801C8DD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8BB6-9BBF-44FE-A32C-D42B20979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486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833FC6-5CB2-4EE8-8CE1-277A5A557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0D85DE-3D17-4D2D-8C2F-8FB14E078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C4F0F-EFBD-4468-9C0A-A1B66ED2E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438F9-BA7C-450F-8D29-DBC8C21FAFD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9B1233-DBB1-4C58-8086-952C511C1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AF6C70-67FF-4E96-A12C-ABF028938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38BB6-9BBF-44FE-A32C-D42B20979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208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117" Type="http://schemas.openxmlformats.org/officeDocument/2006/relationships/image" Target="../media/image42.png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image" Target="../media/image9.png"/><Relationship Id="rId89" Type="http://schemas.openxmlformats.org/officeDocument/2006/relationships/image" Target="../media/image14.png"/><Relationship Id="rId112" Type="http://schemas.openxmlformats.org/officeDocument/2006/relationships/image" Target="../media/image37.png"/><Relationship Id="rId16" Type="http://schemas.openxmlformats.org/officeDocument/2006/relationships/tags" Target="../tags/tag16.xml"/><Relationship Id="rId107" Type="http://schemas.openxmlformats.org/officeDocument/2006/relationships/image" Target="../media/image32.png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slideLayout" Target="../slideLayouts/slideLayout2.xml"/><Relationship Id="rId79" Type="http://schemas.openxmlformats.org/officeDocument/2006/relationships/image" Target="../media/image5.png"/><Relationship Id="rId102" Type="http://schemas.openxmlformats.org/officeDocument/2006/relationships/image" Target="../media/image27.png"/><Relationship Id="rId5" Type="http://schemas.openxmlformats.org/officeDocument/2006/relationships/tags" Target="../tags/tag5.xml"/><Relationship Id="rId90" Type="http://schemas.openxmlformats.org/officeDocument/2006/relationships/image" Target="../media/image15.png"/><Relationship Id="rId95" Type="http://schemas.openxmlformats.org/officeDocument/2006/relationships/image" Target="../media/image20.png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113" Type="http://schemas.openxmlformats.org/officeDocument/2006/relationships/image" Target="../media/image38.png"/><Relationship Id="rId118" Type="http://schemas.openxmlformats.org/officeDocument/2006/relationships/image" Target="../media/image43.png"/><Relationship Id="rId80" Type="http://schemas.openxmlformats.org/officeDocument/2006/relationships/image" Target="../media/image6.png"/><Relationship Id="rId85" Type="http://schemas.openxmlformats.org/officeDocument/2006/relationships/image" Target="../media/image10.png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image" Target="../media/image28.png"/><Relationship Id="rId108" Type="http://schemas.openxmlformats.org/officeDocument/2006/relationships/image" Target="../media/image33.png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image" Target="../media/image1.png"/><Relationship Id="rId91" Type="http://schemas.openxmlformats.org/officeDocument/2006/relationships/image" Target="../media/image16.png"/><Relationship Id="rId96" Type="http://schemas.openxmlformats.org/officeDocument/2006/relationships/image" Target="../media/image21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image" Target="../media/image39.png"/><Relationship Id="rId119" Type="http://schemas.openxmlformats.org/officeDocument/2006/relationships/image" Target="../media/image44.png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image" Target="../media/image4.png"/><Relationship Id="rId81" Type="http://schemas.microsoft.com/office/2007/relationships/hdphoto" Target="../media/hdphoto1.wdp"/><Relationship Id="rId86" Type="http://schemas.openxmlformats.org/officeDocument/2006/relationships/image" Target="../media/image11.png"/><Relationship Id="rId94" Type="http://schemas.openxmlformats.org/officeDocument/2006/relationships/image" Target="../media/image19.png"/><Relationship Id="rId99" Type="http://schemas.openxmlformats.org/officeDocument/2006/relationships/image" Target="../media/image24.png"/><Relationship Id="rId101" Type="http://schemas.openxmlformats.org/officeDocument/2006/relationships/image" Target="../media/image26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image" Target="../media/image34.png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image" Target="../media/image2.png"/><Relationship Id="rId97" Type="http://schemas.openxmlformats.org/officeDocument/2006/relationships/image" Target="../media/image22.png"/><Relationship Id="rId104" Type="http://schemas.openxmlformats.org/officeDocument/2006/relationships/image" Target="../media/image29.png"/><Relationship Id="rId120" Type="http://schemas.openxmlformats.org/officeDocument/2006/relationships/image" Target="../media/image45.png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image" Target="../media/image17.png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image" Target="../media/image12.png"/><Relationship Id="rId110" Type="http://schemas.openxmlformats.org/officeDocument/2006/relationships/image" Target="../media/image35.png"/><Relationship Id="rId115" Type="http://schemas.openxmlformats.org/officeDocument/2006/relationships/image" Target="../media/image40.png"/><Relationship Id="rId61" Type="http://schemas.openxmlformats.org/officeDocument/2006/relationships/tags" Target="../tags/tag61.xml"/><Relationship Id="rId82" Type="http://schemas.openxmlformats.org/officeDocument/2006/relationships/image" Target="../media/image7.png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image" Target="../media/image3.png"/><Relationship Id="rId100" Type="http://schemas.openxmlformats.org/officeDocument/2006/relationships/image" Target="../media/image25.png"/><Relationship Id="rId105" Type="http://schemas.openxmlformats.org/officeDocument/2006/relationships/image" Target="../media/image30.png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image" Target="../media/image18.png"/><Relationship Id="rId98" Type="http://schemas.openxmlformats.org/officeDocument/2006/relationships/image" Target="../media/image23.png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image" Target="../media/image41.png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image" Target="../media/image8.png"/><Relationship Id="rId88" Type="http://schemas.openxmlformats.org/officeDocument/2006/relationships/image" Target="../media/image13.png"/><Relationship Id="rId111" Type="http://schemas.openxmlformats.org/officeDocument/2006/relationships/image" Target="../media/image36.png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image" Target="../media/image31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99.xml"/><Relationship Id="rId21" Type="http://schemas.openxmlformats.org/officeDocument/2006/relationships/tags" Target="../tags/tag94.xml"/><Relationship Id="rId34" Type="http://schemas.openxmlformats.org/officeDocument/2006/relationships/tags" Target="../tags/tag107.xml"/><Relationship Id="rId42" Type="http://schemas.openxmlformats.org/officeDocument/2006/relationships/tags" Target="../tags/tag115.xml"/><Relationship Id="rId47" Type="http://schemas.openxmlformats.org/officeDocument/2006/relationships/tags" Target="../tags/tag120.xml"/><Relationship Id="rId50" Type="http://schemas.openxmlformats.org/officeDocument/2006/relationships/tags" Target="../tags/tag123.xml"/><Relationship Id="rId55" Type="http://schemas.openxmlformats.org/officeDocument/2006/relationships/tags" Target="../tags/tag128.xml"/><Relationship Id="rId63" Type="http://schemas.openxmlformats.org/officeDocument/2006/relationships/image" Target="../media/image48.png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6" Type="http://schemas.openxmlformats.org/officeDocument/2006/relationships/tags" Target="../tags/tag89.xml"/><Relationship Id="rId29" Type="http://schemas.openxmlformats.org/officeDocument/2006/relationships/tags" Target="../tags/tag102.xml"/><Relationship Id="rId11" Type="http://schemas.openxmlformats.org/officeDocument/2006/relationships/tags" Target="../tags/tag84.xml"/><Relationship Id="rId24" Type="http://schemas.openxmlformats.org/officeDocument/2006/relationships/tags" Target="../tags/tag97.xml"/><Relationship Id="rId32" Type="http://schemas.openxmlformats.org/officeDocument/2006/relationships/tags" Target="../tags/tag105.xml"/><Relationship Id="rId37" Type="http://schemas.openxmlformats.org/officeDocument/2006/relationships/tags" Target="../tags/tag110.xml"/><Relationship Id="rId40" Type="http://schemas.openxmlformats.org/officeDocument/2006/relationships/tags" Target="../tags/tag113.xml"/><Relationship Id="rId45" Type="http://schemas.openxmlformats.org/officeDocument/2006/relationships/tags" Target="../tags/tag118.xml"/><Relationship Id="rId53" Type="http://schemas.openxmlformats.org/officeDocument/2006/relationships/tags" Target="../tags/tag126.xml"/><Relationship Id="rId58" Type="http://schemas.openxmlformats.org/officeDocument/2006/relationships/tags" Target="../tags/tag131.xml"/><Relationship Id="rId66" Type="http://schemas.openxmlformats.org/officeDocument/2006/relationships/image" Target="../media/image51.png"/><Relationship Id="rId5" Type="http://schemas.openxmlformats.org/officeDocument/2006/relationships/tags" Target="../tags/tag78.xml"/><Relationship Id="rId61" Type="http://schemas.openxmlformats.org/officeDocument/2006/relationships/image" Target="../media/image46.png"/><Relationship Id="rId19" Type="http://schemas.openxmlformats.org/officeDocument/2006/relationships/tags" Target="../tags/tag92.xml"/><Relationship Id="rId14" Type="http://schemas.openxmlformats.org/officeDocument/2006/relationships/tags" Target="../tags/tag87.xml"/><Relationship Id="rId22" Type="http://schemas.openxmlformats.org/officeDocument/2006/relationships/tags" Target="../tags/tag95.xml"/><Relationship Id="rId27" Type="http://schemas.openxmlformats.org/officeDocument/2006/relationships/tags" Target="../tags/tag100.xml"/><Relationship Id="rId30" Type="http://schemas.openxmlformats.org/officeDocument/2006/relationships/tags" Target="../tags/tag103.xml"/><Relationship Id="rId35" Type="http://schemas.openxmlformats.org/officeDocument/2006/relationships/tags" Target="../tags/tag108.xml"/><Relationship Id="rId43" Type="http://schemas.openxmlformats.org/officeDocument/2006/relationships/tags" Target="../tags/tag116.xml"/><Relationship Id="rId48" Type="http://schemas.openxmlformats.org/officeDocument/2006/relationships/tags" Target="../tags/tag121.xml"/><Relationship Id="rId56" Type="http://schemas.openxmlformats.org/officeDocument/2006/relationships/tags" Target="../tags/tag129.xml"/><Relationship Id="rId64" Type="http://schemas.openxmlformats.org/officeDocument/2006/relationships/image" Target="../media/image49.png"/><Relationship Id="rId8" Type="http://schemas.openxmlformats.org/officeDocument/2006/relationships/tags" Target="../tags/tag81.xml"/><Relationship Id="rId51" Type="http://schemas.openxmlformats.org/officeDocument/2006/relationships/tags" Target="../tags/tag124.xml"/><Relationship Id="rId3" Type="http://schemas.openxmlformats.org/officeDocument/2006/relationships/tags" Target="../tags/tag76.xml"/><Relationship Id="rId12" Type="http://schemas.openxmlformats.org/officeDocument/2006/relationships/tags" Target="../tags/tag85.xml"/><Relationship Id="rId17" Type="http://schemas.openxmlformats.org/officeDocument/2006/relationships/tags" Target="../tags/tag90.xml"/><Relationship Id="rId25" Type="http://schemas.openxmlformats.org/officeDocument/2006/relationships/tags" Target="../tags/tag98.xml"/><Relationship Id="rId33" Type="http://schemas.openxmlformats.org/officeDocument/2006/relationships/tags" Target="../tags/tag106.xml"/><Relationship Id="rId38" Type="http://schemas.openxmlformats.org/officeDocument/2006/relationships/tags" Target="../tags/tag111.xml"/><Relationship Id="rId46" Type="http://schemas.openxmlformats.org/officeDocument/2006/relationships/tags" Target="../tags/tag119.xml"/><Relationship Id="rId59" Type="http://schemas.openxmlformats.org/officeDocument/2006/relationships/tags" Target="../tags/tag132.xml"/><Relationship Id="rId20" Type="http://schemas.openxmlformats.org/officeDocument/2006/relationships/tags" Target="../tags/tag93.xml"/><Relationship Id="rId41" Type="http://schemas.openxmlformats.org/officeDocument/2006/relationships/tags" Target="../tags/tag114.xml"/><Relationship Id="rId54" Type="http://schemas.openxmlformats.org/officeDocument/2006/relationships/tags" Target="../tags/tag127.xml"/><Relationship Id="rId62" Type="http://schemas.openxmlformats.org/officeDocument/2006/relationships/image" Target="../media/image47.png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5" Type="http://schemas.openxmlformats.org/officeDocument/2006/relationships/tags" Target="../tags/tag88.xml"/><Relationship Id="rId23" Type="http://schemas.openxmlformats.org/officeDocument/2006/relationships/tags" Target="../tags/tag96.xml"/><Relationship Id="rId28" Type="http://schemas.openxmlformats.org/officeDocument/2006/relationships/tags" Target="../tags/tag101.xml"/><Relationship Id="rId36" Type="http://schemas.openxmlformats.org/officeDocument/2006/relationships/tags" Target="../tags/tag109.xml"/><Relationship Id="rId49" Type="http://schemas.openxmlformats.org/officeDocument/2006/relationships/tags" Target="../tags/tag122.xml"/><Relationship Id="rId57" Type="http://schemas.openxmlformats.org/officeDocument/2006/relationships/tags" Target="../tags/tag130.xml"/><Relationship Id="rId10" Type="http://schemas.openxmlformats.org/officeDocument/2006/relationships/tags" Target="../tags/tag83.xml"/><Relationship Id="rId31" Type="http://schemas.openxmlformats.org/officeDocument/2006/relationships/tags" Target="../tags/tag104.xml"/><Relationship Id="rId44" Type="http://schemas.openxmlformats.org/officeDocument/2006/relationships/tags" Target="../tags/tag117.xml"/><Relationship Id="rId52" Type="http://schemas.openxmlformats.org/officeDocument/2006/relationships/tags" Target="../tags/tag125.xml"/><Relationship Id="rId60" Type="http://schemas.openxmlformats.org/officeDocument/2006/relationships/slideLayout" Target="../slideLayouts/slideLayout2.xml"/><Relationship Id="rId65" Type="http://schemas.openxmlformats.org/officeDocument/2006/relationships/image" Target="../media/image50.png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3" Type="http://schemas.openxmlformats.org/officeDocument/2006/relationships/tags" Target="../tags/tag86.xml"/><Relationship Id="rId18" Type="http://schemas.openxmlformats.org/officeDocument/2006/relationships/tags" Target="../tags/tag91.xml"/><Relationship Id="rId39" Type="http://schemas.openxmlformats.org/officeDocument/2006/relationships/tags" Target="../tags/tag1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E079FAB-6A6F-4157-A722-01BC958076FB}"/>
              </a:ext>
            </a:extLst>
          </p:cNvPr>
          <p:cNvPicPr>
            <a:picLocks noChangeAspect="1"/>
          </p:cNvPicPr>
          <p:nvPr/>
        </p:nvPicPr>
        <p:blipFill rotWithShape="1"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3" t="7214" r="4149" b="9184"/>
          <a:stretch/>
        </p:blipFill>
        <p:spPr>
          <a:xfrm>
            <a:off x="2074182" y="2357437"/>
            <a:ext cx="1584000" cy="107156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D29455-C8E4-41E1-8BF1-E9D8A1F47940}"/>
              </a:ext>
            </a:extLst>
          </p:cNvPr>
          <p:cNvPicPr>
            <a:picLocks noChangeAspect="1"/>
          </p:cNvPicPr>
          <p:nvPr/>
        </p:nvPicPr>
        <p:blipFill rotWithShape="1"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6" t="7190" r="3998" b="9206"/>
          <a:stretch/>
        </p:blipFill>
        <p:spPr>
          <a:xfrm>
            <a:off x="487008" y="2357437"/>
            <a:ext cx="1583999" cy="107156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68576C5-F536-4593-885D-D8EF039341C7}"/>
              </a:ext>
            </a:extLst>
          </p:cNvPr>
          <p:cNvSpPr/>
          <p:nvPr/>
        </p:nvSpPr>
        <p:spPr>
          <a:xfrm>
            <a:off x="487007" y="355069"/>
            <a:ext cx="3168000" cy="18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원호 6">
            <a:extLst>
              <a:ext uri="{FF2B5EF4-FFF2-40B4-BE49-F238E27FC236}">
                <a16:creationId xmlns:a16="http://schemas.microsoft.com/office/drawing/2014/main" id="{57DBE2E4-4E57-4A53-B22E-17BD5BAABFFF}"/>
              </a:ext>
            </a:extLst>
          </p:cNvPr>
          <p:cNvSpPr/>
          <p:nvPr/>
        </p:nvSpPr>
        <p:spPr>
          <a:xfrm>
            <a:off x="1748516" y="2613260"/>
            <a:ext cx="625932" cy="514350"/>
          </a:xfrm>
          <a:prstGeom prst="arc">
            <a:avLst>
              <a:gd name="adj1" fmla="val 12967162"/>
              <a:gd name="adj2" fmla="val 19517409"/>
            </a:avLst>
          </a:prstGeom>
          <a:ln w="28575">
            <a:solidFill>
              <a:schemeClr val="accent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5EBD1C0-5223-49C7-A809-CF9FA1C0537C}"/>
              </a:ext>
            </a:extLst>
          </p:cNvPr>
          <p:cNvSpPr/>
          <p:nvPr/>
        </p:nvSpPr>
        <p:spPr>
          <a:xfrm flipV="1">
            <a:off x="1748516" y="2448644"/>
            <a:ext cx="625932" cy="514350"/>
          </a:xfrm>
          <a:prstGeom prst="arc">
            <a:avLst>
              <a:gd name="adj1" fmla="val 12967162"/>
              <a:gd name="adj2" fmla="val 19517409"/>
            </a:avLst>
          </a:prstGeom>
          <a:ln w="28575">
            <a:solidFill>
              <a:schemeClr val="accent6">
                <a:lumMod val="40000"/>
                <a:lumOff val="6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Freeform 7" descr="\documentclass{article}&#10;\usepackage{amsmath}&#10;\pagestyle{empty}&#10;\begin{document}&#10;&#10;&#10;$q$&#10;&#10;\end{document}" title="IguanaTex Vector Display">
            <a:extLst>
              <a:ext uri="{FF2B5EF4-FFF2-40B4-BE49-F238E27FC236}">
                <a16:creationId xmlns:a16="http://schemas.microsoft.com/office/drawing/2014/main" id="{23F8CA10-82DE-4C33-92DF-ABCAE457C729}"/>
              </a:ext>
            </a:extLst>
          </p:cNvPr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2296097" y="2749438"/>
            <a:ext cx="57158" cy="80021"/>
          </a:xfrm>
          <a:custGeom>
            <a:avLst/>
            <a:gdLst>
              <a:gd name="T0" fmla="*/ 205 w 205"/>
              <a:gd name="T1" fmla="*/ 5 h 318"/>
              <a:gd name="T2" fmla="*/ 200 w 205"/>
              <a:gd name="T3" fmla="*/ 0 h 318"/>
              <a:gd name="T4" fmla="*/ 166 w 205"/>
              <a:gd name="T5" fmla="*/ 35 h 318"/>
              <a:gd name="T6" fmla="*/ 120 w 205"/>
              <a:gd name="T7" fmla="*/ 0 h 318"/>
              <a:gd name="T8" fmla="*/ 0 w 205"/>
              <a:gd name="T9" fmla="*/ 146 h 318"/>
              <a:gd name="T10" fmla="*/ 66 w 205"/>
              <a:gd name="T11" fmla="*/ 226 h 318"/>
              <a:gd name="T12" fmla="*/ 125 w 205"/>
              <a:gd name="T13" fmla="*/ 196 h 318"/>
              <a:gd name="T14" fmla="*/ 102 w 205"/>
              <a:gd name="T15" fmla="*/ 286 h 318"/>
              <a:gd name="T16" fmla="*/ 66 w 205"/>
              <a:gd name="T17" fmla="*/ 302 h 318"/>
              <a:gd name="T18" fmla="*/ 55 w 205"/>
              <a:gd name="T19" fmla="*/ 312 h 318"/>
              <a:gd name="T20" fmla="*/ 61 w 205"/>
              <a:gd name="T21" fmla="*/ 318 h 318"/>
              <a:gd name="T22" fmla="*/ 111 w 205"/>
              <a:gd name="T23" fmla="*/ 316 h 318"/>
              <a:gd name="T24" fmla="*/ 162 w 205"/>
              <a:gd name="T25" fmla="*/ 318 h 318"/>
              <a:gd name="T26" fmla="*/ 171 w 205"/>
              <a:gd name="T27" fmla="*/ 308 h 318"/>
              <a:gd name="T28" fmla="*/ 158 w 205"/>
              <a:gd name="T29" fmla="*/ 302 h 318"/>
              <a:gd name="T30" fmla="*/ 135 w 205"/>
              <a:gd name="T31" fmla="*/ 294 h 318"/>
              <a:gd name="T32" fmla="*/ 137 w 205"/>
              <a:gd name="T33" fmla="*/ 283 h 318"/>
              <a:gd name="T34" fmla="*/ 205 w 205"/>
              <a:gd name="T35" fmla="*/ 5 h 318"/>
              <a:gd name="T36" fmla="*/ 67 w 205"/>
              <a:gd name="T37" fmla="*/ 215 h 318"/>
              <a:gd name="T38" fmla="*/ 35 w 205"/>
              <a:gd name="T39" fmla="*/ 168 h 318"/>
              <a:gd name="T40" fmla="*/ 58 w 205"/>
              <a:gd name="T41" fmla="*/ 69 h 318"/>
              <a:gd name="T42" fmla="*/ 120 w 205"/>
              <a:gd name="T43" fmla="*/ 11 h 318"/>
              <a:gd name="T44" fmla="*/ 159 w 205"/>
              <a:gd name="T45" fmla="*/ 55 h 318"/>
              <a:gd name="T46" fmla="*/ 131 w 205"/>
              <a:gd name="T47" fmla="*/ 169 h 318"/>
              <a:gd name="T48" fmla="*/ 67 w 205"/>
              <a:gd name="T49" fmla="*/ 215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05" h="318">
                <a:moveTo>
                  <a:pt x="205" y="5"/>
                </a:moveTo>
                <a:cubicBezTo>
                  <a:pt x="205" y="3"/>
                  <a:pt x="204" y="0"/>
                  <a:pt x="200" y="0"/>
                </a:cubicBezTo>
                <a:cubicBezTo>
                  <a:pt x="195" y="0"/>
                  <a:pt x="175" y="20"/>
                  <a:pt x="166" y="35"/>
                </a:cubicBezTo>
                <a:cubicBezTo>
                  <a:pt x="155" y="8"/>
                  <a:pt x="136" y="0"/>
                  <a:pt x="120" y="0"/>
                </a:cubicBezTo>
                <a:cubicBezTo>
                  <a:pt x="61" y="0"/>
                  <a:pt x="0" y="74"/>
                  <a:pt x="0" y="146"/>
                </a:cubicBezTo>
                <a:cubicBezTo>
                  <a:pt x="0" y="195"/>
                  <a:pt x="29" y="226"/>
                  <a:pt x="66" y="226"/>
                </a:cubicBezTo>
                <a:cubicBezTo>
                  <a:pt x="87" y="226"/>
                  <a:pt x="107" y="214"/>
                  <a:pt x="125" y="196"/>
                </a:cubicBezTo>
                <a:cubicBezTo>
                  <a:pt x="120" y="214"/>
                  <a:pt x="104" y="281"/>
                  <a:pt x="102" y="286"/>
                </a:cubicBezTo>
                <a:cubicBezTo>
                  <a:pt x="98" y="300"/>
                  <a:pt x="94" y="302"/>
                  <a:pt x="66" y="302"/>
                </a:cubicBezTo>
                <a:cubicBezTo>
                  <a:pt x="60" y="302"/>
                  <a:pt x="55" y="302"/>
                  <a:pt x="55" y="312"/>
                </a:cubicBezTo>
                <a:cubicBezTo>
                  <a:pt x="55" y="313"/>
                  <a:pt x="55" y="318"/>
                  <a:pt x="61" y="318"/>
                </a:cubicBezTo>
                <a:cubicBezTo>
                  <a:pt x="77" y="318"/>
                  <a:pt x="95" y="316"/>
                  <a:pt x="111" y="316"/>
                </a:cubicBezTo>
                <a:cubicBezTo>
                  <a:pt x="128" y="316"/>
                  <a:pt x="146" y="318"/>
                  <a:pt x="162" y="318"/>
                </a:cubicBezTo>
                <a:cubicBezTo>
                  <a:pt x="165" y="318"/>
                  <a:pt x="171" y="318"/>
                  <a:pt x="171" y="308"/>
                </a:cubicBezTo>
                <a:cubicBezTo>
                  <a:pt x="171" y="302"/>
                  <a:pt x="166" y="302"/>
                  <a:pt x="158" y="302"/>
                </a:cubicBezTo>
                <a:cubicBezTo>
                  <a:pt x="135" y="302"/>
                  <a:pt x="135" y="299"/>
                  <a:pt x="135" y="294"/>
                </a:cubicBezTo>
                <a:cubicBezTo>
                  <a:pt x="135" y="291"/>
                  <a:pt x="136" y="288"/>
                  <a:pt x="137" y="283"/>
                </a:cubicBezTo>
                <a:lnTo>
                  <a:pt x="205" y="5"/>
                </a:lnTo>
                <a:close/>
                <a:moveTo>
                  <a:pt x="67" y="215"/>
                </a:moveTo>
                <a:cubicBezTo>
                  <a:pt x="37" y="215"/>
                  <a:pt x="35" y="177"/>
                  <a:pt x="35" y="168"/>
                </a:cubicBezTo>
                <a:cubicBezTo>
                  <a:pt x="35" y="144"/>
                  <a:pt x="50" y="90"/>
                  <a:pt x="58" y="69"/>
                </a:cubicBezTo>
                <a:cubicBezTo>
                  <a:pt x="74" y="32"/>
                  <a:pt x="100" y="11"/>
                  <a:pt x="120" y="11"/>
                </a:cubicBezTo>
                <a:cubicBezTo>
                  <a:pt x="152" y="11"/>
                  <a:pt x="159" y="51"/>
                  <a:pt x="159" y="55"/>
                </a:cubicBezTo>
                <a:cubicBezTo>
                  <a:pt x="159" y="58"/>
                  <a:pt x="132" y="167"/>
                  <a:pt x="131" y="169"/>
                </a:cubicBezTo>
                <a:cubicBezTo>
                  <a:pt x="123" y="183"/>
                  <a:pt x="95" y="215"/>
                  <a:pt x="67" y="215"/>
                </a:cubicBezTo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" name="Freeform 14 1" descr="\documentclass{article}&#10;\usepackage{amsmath}&#10;\pagestyle{empty}&#10;\begin{document}&#10;&#10;&#10;$\lambda$&#10;&#10;\end{document}" title="IguanaTex Vector Display">
            <a:extLst>
              <a:ext uri="{FF2B5EF4-FFF2-40B4-BE49-F238E27FC236}">
                <a16:creationId xmlns:a16="http://schemas.microsoft.com/office/drawing/2014/main" id="{7A778A68-F023-4302-A99A-25C3A5F516A3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1782743" y="2740293"/>
            <a:ext cx="67936" cy="89166"/>
          </a:xfrm>
          <a:custGeom>
            <a:avLst/>
            <a:gdLst>
              <a:gd name="T0" fmla="*/ 152 w 247"/>
              <a:gd name="T1" fmla="*/ 200 h 352"/>
              <a:gd name="T2" fmla="*/ 205 w 247"/>
              <a:gd name="T3" fmla="*/ 340 h 352"/>
              <a:gd name="T4" fmla="*/ 231 w 247"/>
              <a:gd name="T5" fmla="*/ 351 h 352"/>
              <a:gd name="T6" fmla="*/ 242 w 247"/>
              <a:gd name="T7" fmla="*/ 351 h 352"/>
              <a:gd name="T8" fmla="*/ 247 w 247"/>
              <a:gd name="T9" fmla="*/ 346 h 352"/>
              <a:gd name="T10" fmla="*/ 245 w 247"/>
              <a:gd name="T11" fmla="*/ 342 h 352"/>
              <a:gd name="T12" fmla="*/ 233 w 247"/>
              <a:gd name="T13" fmla="*/ 319 h 352"/>
              <a:gd name="T14" fmla="*/ 132 w 247"/>
              <a:gd name="T15" fmla="*/ 35 h 352"/>
              <a:gd name="T16" fmla="*/ 71 w 247"/>
              <a:gd name="T17" fmla="*/ 0 h 352"/>
              <a:gd name="T18" fmla="*/ 62 w 247"/>
              <a:gd name="T19" fmla="*/ 5 h 352"/>
              <a:gd name="T20" fmla="*/ 66 w 247"/>
              <a:gd name="T21" fmla="*/ 10 h 352"/>
              <a:gd name="T22" fmla="*/ 99 w 247"/>
              <a:gd name="T23" fmla="*/ 50 h 352"/>
              <a:gd name="T24" fmla="*/ 147 w 247"/>
              <a:gd name="T25" fmla="*/ 186 h 352"/>
              <a:gd name="T26" fmla="*/ 9 w 247"/>
              <a:gd name="T27" fmla="*/ 322 h 352"/>
              <a:gd name="T28" fmla="*/ 0 w 247"/>
              <a:gd name="T29" fmla="*/ 338 h 352"/>
              <a:gd name="T30" fmla="*/ 15 w 247"/>
              <a:gd name="T31" fmla="*/ 352 h 352"/>
              <a:gd name="T32" fmla="*/ 32 w 247"/>
              <a:gd name="T33" fmla="*/ 342 h 352"/>
              <a:gd name="T34" fmla="*/ 152 w 247"/>
              <a:gd name="T35" fmla="*/ 200 h 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47" h="352">
                <a:moveTo>
                  <a:pt x="152" y="200"/>
                </a:moveTo>
                <a:cubicBezTo>
                  <a:pt x="173" y="253"/>
                  <a:pt x="197" y="329"/>
                  <a:pt x="205" y="340"/>
                </a:cubicBezTo>
                <a:cubicBezTo>
                  <a:pt x="213" y="351"/>
                  <a:pt x="217" y="351"/>
                  <a:pt x="231" y="351"/>
                </a:cubicBezTo>
                <a:lnTo>
                  <a:pt x="242" y="351"/>
                </a:lnTo>
                <a:cubicBezTo>
                  <a:pt x="247" y="351"/>
                  <a:pt x="247" y="348"/>
                  <a:pt x="247" y="346"/>
                </a:cubicBezTo>
                <a:cubicBezTo>
                  <a:pt x="247" y="345"/>
                  <a:pt x="246" y="344"/>
                  <a:pt x="245" y="342"/>
                </a:cubicBezTo>
                <a:cubicBezTo>
                  <a:pt x="240" y="336"/>
                  <a:pt x="237" y="329"/>
                  <a:pt x="233" y="319"/>
                </a:cubicBezTo>
                <a:lnTo>
                  <a:pt x="132" y="35"/>
                </a:lnTo>
                <a:cubicBezTo>
                  <a:pt x="121" y="6"/>
                  <a:pt x="94" y="0"/>
                  <a:pt x="71" y="0"/>
                </a:cubicBezTo>
                <a:cubicBezTo>
                  <a:pt x="68" y="0"/>
                  <a:pt x="62" y="0"/>
                  <a:pt x="62" y="5"/>
                </a:cubicBezTo>
                <a:cubicBezTo>
                  <a:pt x="62" y="9"/>
                  <a:pt x="66" y="10"/>
                  <a:pt x="66" y="10"/>
                </a:cubicBezTo>
                <a:cubicBezTo>
                  <a:pt x="83" y="13"/>
                  <a:pt x="86" y="16"/>
                  <a:pt x="99" y="50"/>
                </a:cubicBezTo>
                <a:lnTo>
                  <a:pt x="147" y="186"/>
                </a:lnTo>
                <a:lnTo>
                  <a:pt x="9" y="322"/>
                </a:lnTo>
                <a:cubicBezTo>
                  <a:pt x="3" y="328"/>
                  <a:pt x="0" y="331"/>
                  <a:pt x="0" y="338"/>
                </a:cubicBezTo>
                <a:cubicBezTo>
                  <a:pt x="0" y="346"/>
                  <a:pt x="7" y="352"/>
                  <a:pt x="15" y="352"/>
                </a:cubicBezTo>
                <a:cubicBezTo>
                  <a:pt x="23" y="352"/>
                  <a:pt x="28" y="347"/>
                  <a:pt x="32" y="342"/>
                </a:cubicBezTo>
                <a:lnTo>
                  <a:pt x="152" y="200"/>
                </a:lnTo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8098CE6-C2D7-4350-9B2E-A011D0E0DC54}"/>
              </a:ext>
            </a:extLst>
          </p:cNvPr>
          <p:cNvSpPr/>
          <p:nvPr/>
        </p:nvSpPr>
        <p:spPr>
          <a:xfrm>
            <a:off x="4719404" y="288644"/>
            <a:ext cx="3168000" cy="21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807A2F6-044B-4472-B8D0-52E58EB60B5E}"/>
              </a:ext>
            </a:extLst>
          </p:cNvPr>
          <p:cNvSpPr/>
          <p:nvPr/>
        </p:nvSpPr>
        <p:spPr>
          <a:xfrm>
            <a:off x="7927875" y="288644"/>
            <a:ext cx="3168000" cy="21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0AAD33E-58D4-4218-A8D0-E6D8FA0F836E}"/>
              </a:ext>
            </a:extLst>
          </p:cNvPr>
          <p:cNvSpPr/>
          <p:nvPr/>
        </p:nvSpPr>
        <p:spPr>
          <a:xfrm>
            <a:off x="7512726" y="4812792"/>
            <a:ext cx="2085871" cy="151262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22AC5E8-B915-4CBC-B15E-0F89469DA02D}"/>
              </a:ext>
            </a:extLst>
          </p:cNvPr>
          <p:cNvSpPr/>
          <p:nvPr/>
        </p:nvSpPr>
        <p:spPr>
          <a:xfrm>
            <a:off x="7545186" y="5329134"/>
            <a:ext cx="2032126" cy="19559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A883224-349C-4D26-BB39-11167BFDF48F}"/>
              </a:ext>
            </a:extLst>
          </p:cNvPr>
          <p:cNvSpPr/>
          <p:nvPr/>
        </p:nvSpPr>
        <p:spPr>
          <a:xfrm>
            <a:off x="7545186" y="5559428"/>
            <a:ext cx="2032126" cy="19559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92B5AA6-3AF8-4E78-B3CD-8E46F18DBB99}"/>
              </a:ext>
            </a:extLst>
          </p:cNvPr>
          <p:cNvSpPr/>
          <p:nvPr/>
        </p:nvSpPr>
        <p:spPr>
          <a:xfrm>
            <a:off x="7545186" y="5790434"/>
            <a:ext cx="2032126" cy="195595"/>
          </a:xfrm>
          <a:prstGeom prst="round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5C7579F-8994-4C0A-B6D0-BDF30A137066}"/>
              </a:ext>
            </a:extLst>
          </p:cNvPr>
          <p:cNvSpPr/>
          <p:nvPr/>
        </p:nvSpPr>
        <p:spPr>
          <a:xfrm>
            <a:off x="7545186" y="6021441"/>
            <a:ext cx="2032126" cy="195595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25DCA75B-1D18-47F0-82AF-F350C0204595}"/>
              </a:ext>
            </a:extLst>
          </p:cNvPr>
          <p:cNvCxnSpPr>
            <a:cxnSpLocks/>
            <a:endCxn id="231" idx="3"/>
          </p:cNvCxnSpPr>
          <p:nvPr/>
        </p:nvCxnSpPr>
        <p:spPr>
          <a:xfrm rot="10800000" flipV="1">
            <a:off x="9085163" y="6241523"/>
            <a:ext cx="854372" cy="310373"/>
          </a:xfrm>
          <a:prstGeom prst="bentConnector3">
            <a:avLst>
              <a:gd name="adj1" fmla="val -128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1223E2E6-006B-4728-8EA2-98851FDA0900}"/>
              </a:ext>
            </a:extLst>
          </p:cNvPr>
          <p:cNvCxnSpPr>
            <a:cxnSpLocks/>
            <a:endCxn id="238" idx="1"/>
          </p:cNvCxnSpPr>
          <p:nvPr/>
        </p:nvCxnSpPr>
        <p:spPr>
          <a:xfrm>
            <a:off x="10057012" y="6269120"/>
            <a:ext cx="930894" cy="28801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2F5A86D-D3CF-4997-93EE-CA2D13E944D6}"/>
              </a:ext>
            </a:extLst>
          </p:cNvPr>
          <p:cNvCxnSpPr>
            <a:cxnSpLocks/>
          </p:cNvCxnSpPr>
          <p:nvPr/>
        </p:nvCxnSpPr>
        <p:spPr>
          <a:xfrm>
            <a:off x="5662426" y="5605381"/>
            <a:ext cx="22067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DD78EB5-C434-4A40-9C14-ACA5E118B125}"/>
              </a:ext>
            </a:extLst>
          </p:cNvPr>
          <p:cNvSpPr/>
          <p:nvPr/>
        </p:nvSpPr>
        <p:spPr>
          <a:xfrm>
            <a:off x="5739144" y="2703229"/>
            <a:ext cx="5589348" cy="186896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921B70-DEC7-48F0-8DCF-BE6C97026CD4}"/>
              </a:ext>
            </a:extLst>
          </p:cNvPr>
          <p:cNvSpPr/>
          <p:nvPr/>
        </p:nvSpPr>
        <p:spPr>
          <a:xfrm>
            <a:off x="5883097" y="2788316"/>
            <a:ext cx="1484541" cy="144368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2205080-CAF3-40E4-9EDF-8D71838D1D7E}"/>
              </a:ext>
            </a:extLst>
          </p:cNvPr>
          <p:cNvSpPr/>
          <p:nvPr/>
        </p:nvSpPr>
        <p:spPr>
          <a:xfrm>
            <a:off x="7522252" y="2788315"/>
            <a:ext cx="1981250" cy="144368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A77D37F-A996-47D6-89AF-B8D553E1ED03}"/>
              </a:ext>
            </a:extLst>
          </p:cNvPr>
          <p:cNvSpPr/>
          <p:nvPr/>
        </p:nvSpPr>
        <p:spPr>
          <a:xfrm>
            <a:off x="4668659" y="2835465"/>
            <a:ext cx="997572" cy="164680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39" name="그림 38" descr="\documentclass{article}&#10;\usepackage{amsmath}&#10;\pagestyle{empty}&#10;\begin{document}&#10;&#10;&#10;\centering&#10;\noindent&#10;Scene $\mathcal{X}_k$ and \\&#10;target structure $T$&#10;&#10;&#10;\end{document}" title="IguanaTex Bitmap Display">
            <a:extLst>
              <a:ext uri="{FF2B5EF4-FFF2-40B4-BE49-F238E27FC236}">
                <a16:creationId xmlns:a16="http://schemas.microsoft.com/office/drawing/2014/main" id="{B15E18F8-2152-4522-AA2D-B6111C2C3D0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583" y="3474729"/>
            <a:ext cx="902639" cy="240063"/>
          </a:xfrm>
          <a:prstGeom prst="rect">
            <a:avLst/>
          </a:prstGeom>
        </p:spPr>
      </p:pic>
      <p:pic>
        <p:nvPicPr>
          <p:cNvPr id="40" name="그림 39" descr="\documentclass{article}&#10;\usepackage{amsmath}&#10;\pagestyle{empty}&#10;\begin{document}&#10;&#10;State $s_k$&#10;&#10;&#10;\end{document}" title="IguanaTex Bitmap Display">
            <a:extLst>
              <a:ext uri="{FF2B5EF4-FFF2-40B4-BE49-F238E27FC236}">
                <a16:creationId xmlns:a16="http://schemas.microsoft.com/office/drawing/2014/main" id="{71C9CB02-9FAF-4301-8265-117C4317294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702" y="4546215"/>
            <a:ext cx="434401" cy="108981"/>
          </a:xfrm>
          <a:prstGeom prst="rect">
            <a:avLst/>
          </a:prstGeom>
        </p:spPr>
      </p:pic>
      <p:pic>
        <p:nvPicPr>
          <p:cNvPr id="41" name="그림 40" descr="\documentclass{article}&#10;\usepackage{amsmath}&#10;\pagestyle{empty}&#10;\begin{document}&#10;&#10;Inventory $\mathcal{I}_k$&#10;&#10;&#10;\end{document}" title="IguanaTex Bitmap Display">
            <a:extLst>
              <a:ext uri="{FF2B5EF4-FFF2-40B4-BE49-F238E27FC236}">
                <a16:creationId xmlns:a16="http://schemas.microsoft.com/office/drawing/2014/main" id="{6985500E-1A03-4D2A-AB1E-C62D67D9EF6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906" y="4344885"/>
            <a:ext cx="617992" cy="10082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7CC0D862-8D4A-4F36-B72B-FD38C131761C}"/>
              </a:ext>
            </a:extLst>
          </p:cNvPr>
          <p:cNvPicPr>
            <a:picLocks noChangeAspect="1"/>
          </p:cNvPicPr>
          <p:nvPr/>
        </p:nvPicPr>
        <p:blipFill rotWithShape="1">
          <a:blip r:embed="rId80">
            <a:extLst>
              <a:ext uri="{BEBA8EAE-BF5A-486C-A8C5-ECC9F3942E4B}">
                <a14:imgProps xmlns:a14="http://schemas.microsoft.com/office/drawing/2010/main">
                  <a14:imgLayer r:embed="rId81">
                    <a14:imgEffect>
                      <a14:backgroundRemoval t="6015" b="92782" l="3694" r="93434">
                        <a14:foregroundMark x1="35294" y1="59098" x2="35294" y2="59098"/>
                        <a14:foregroundMark x1="13680" y1="61203" x2="13680" y2="61203"/>
                        <a14:foregroundMark x1="5609" y1="31429" x2="5609" y2="31429"/>
                        <a14:foregroundMark x1="7387" y1="31729" x2="7387" y2="31729"/>
                        <a14:foregroundMark x1="7387" y1="88571" x2="7387" y2="88571"/>
                        <a14:foregroundMark x1="7798" y1="91429" x2="8892" y2="90977"/>
                        <a14:foregroundMark x1="36389" y1="88120" x2="37073" y2="86917"/>
                        <a14:foregroundMark x1="11081" y1="90226" x2="5882" y2="91729"/>
                        <a14:foregroundMark x1="4514" y1="92932" x2="3694" y2="92632"/>
                        <a14:foregroundMark x1="62654" y1="88120" x2="63748" y2="85714"/>
                        <a14:foregroundMark x1="60465" y1="57895" x2="59781" y2="55188"/>
                        <a14:foregroundMark x1="89740" y1="84511" x2="87962" y2="86165"/>
                        <a14:foregroundMark x1="82079" y1="59098" x2="82079" y2="55940"/>
                        <a14:foregroundMark x1="93434" y1="86165" x2="93434" y2="86165"/>
                        <a14:foregroundMark x1="83174" y1="34135" x2="77702" y2="34586"/>
                        <a14:foregroundMark x1="77702" y1="16090" x2="72640" y2="10376"/>
                        <a14:foregroundMark x1="39398" y1="32632" x2="33379" y2="33835"/>
                        <a14:foregroundMark x1="58276" y1="32932" x2="54583" y2="34135"/>
                        <a14:foregroundMark x1="60328" y1="14286" x2="53899" y2="11429"/>
                        <a14:foregroundMark x1="37756" y1="12030" x2="31053" y2="10827"/>
                        <a14:foregroundMark x1="54309" y1="8271" x2="54309" y2="8271"/>
                        <a14:foregroundMark x1="13680" y1="12481" x2="9166" y2="11278"/>
                        <a14:foregroundMark x1="12312" y1="10977" x2="11218" y2="6015"/>
                      </a14:backgroundRemoval>
                    </a14:imgEffect>
                  </a14:imgLayer>
                </a14:imgProps>
              </a:ext>
            </a:extLst>
          </a:blip>
          <a:srcRect t="21895" r="3937"/>
          <a:stretch/>
        </p:blipFill>
        <p:spPr>
          <a:xfrm>
            <a:off x="4824630" y="3822714"/>
            <a:ext cx="650172" cy="480900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1D7B4B95-7BA7-4116-94BD-899627D33E2A}"/>
              </a:ext>
            </a:extLst>
          </p:cNvPr>
          <p:cNvPicPr>
            <a:picLocks noChangeAspect="1"/>
          </p:cNvPicPr>
          <p:nvPr/>
        </p:nvPicPr>
        <p:blipFill>
          <a:blip r:embed="rId8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7" t="31212" r="20506" b="23463"/>
          <a:stretch>
            <a:fillRect/>
          </a:stretch>
        </p:blipFill>
        <p:spPr>
          <a:xfrm>
            <a:off x="4785936" y="2908726"/>
            <a:ext cx="741238" cy="502055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4" name="그림 43" descr="\documentclass{article}&#10;\usepackage{amsmath}&#10;\pagestyle{empty}&#10;\begin{document}&#10;&#10;Node expansion&#10;\end{document}" title="IguanaTex Bitmap Display">
            <a:extLst>
              <a:ext uri="{FF2B5EF4-FFF2-40B4-BE49-F238E27FC236}">
                <a16:creationId xmlns:a16="http://schemas.microsoft.com/office/drawing/2014/main" id="{1EDD2A86-8555-448A-B58A-F6839579818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440" y="2862364"/>
            <a:ext cx="782607" cy="100827"/>
          </a:xfrm>
          <a:prstGeom prst="rect">
            <a:avLst/>
          </a:prstGeom>
        </p:spPr>
      </p:pic>
      <p:pic>
        <p:nvPicPr>
          <p:cNvPr id="45" name="그림 44" descr="\documentclass{article}&#10;\usepackage{amsmath}&#10;\pagestyle{empty}&#10;\begin{document}&#10;&#10;Evaluation&#10;\end{document}" title="IguanaTex Bitmap Display">
            <a:extLst>
              <a:ext uri="{FF2B5EF4-FFF2-40B4-BE49-F238E27FC236}">
                <a16:creationId xmlns:a16="http://schemas.microsoft.com/office/drawing/2014/main" id="{9B224642-5AF6-4FF5-BB82-3CA3991F43C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293" y="2861079"/>
            <a:ext cx="530197" cy="80250"/>
          </a:xfrm>
          <a:prstGeom prst="rect">
            <a:avLst/>
          </a:prstGeom>
        </p:spPr>
      </p:pic>
      <p:pic>
        <p:nvPicPr>
          <p:cNvPr id="46" name="그림 45" descr="\documentclass{article}&#10;\usepackage{amsmath}&#10;\pagestyle{empty}&#10;\begin{document}&#10;&#10;Batched selection&#10;\end{document}" title="IguanaTex Bitmap Display">
            <a:extLst>
              <a:ext uri="{FF2B5EF4-FFF2-40B4-BE49-F238E27FC236}">
                <a16:creationId xmlns:a16="http://schemas.microsoft.com/office/drawing/2014/main" id="{820E7F4E-9A45-4E4C-A0D3-8A7D8CE6687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820" y="2862364"/>
            <a:ext cx="862857" cy="80250"/>
          </a:xfrm>
          <a:prstGeom prst="rect">
            <a:avLst/>
          </a:prstGeom>
        </p:spPr>
      </p:pic>
      <p:pic>
        <p:nvPicPr>
          <p:cNvPr id="47" name="그림 46" descr="\documentclass{article}&#10;\usepackage{amsmath}&#10;\pagestyle{empty}&#10;\begin{document}&#10;&#10;$\pi_\text{init}$&#10;\end{document}" title="IguanaTex Bitmap Display">
            <a:extLst>
              <a:ext uri="{FF2B5EF4-FFF2-40B4-BE49-F238E27FC236}">
                <a16:creationId xmlns:a16="http://schemas.microsoft.com/office/drawing/2014/main" id="{CB24C051-0D9B-4622-AB83-25DCDDF40C7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295" y="3072154"/>
            <a:ext cx="194108" cy="67218"/>
          </a:xfrm>
          <a:prstGeom prst="rect">
            <a:avLst/>
          </a:prstGeom>
        </p:spPr>
      </p:pic>
      <p:pic>
        <p:nvPicPr>
          <p:cNvPr id="48" name="그림 47" descr="\documentclass{article}&#10;\usepackage{amsmath}&#10;\pagestyle{empty}&#10;\begin{document}&#10;&#10;$\pi_\text{opt}$&#10;\end{document}" title="IguanaTex Bitmap Display">
            <a:extLst>
              <a:ext uri="{FF2B5EF4-FFF2-40B4-BE49-F238E27FC236}">
                <a16:creationId xmlns:a16="http://schemas.microsoft.com/office/drawing/2014/main" id="{4912AD61-042A-4186-AA97-0EC78F17F9B8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582" y="3072154"/>
            <a:ext cx="187935" cy="81622"/>
          </a:xfrm>
          <a:prstGeom prst="rect">
            <a:avLst/>
          </a:prstGeom>
        </p:spPr>
      </p:pic>
      <p:pic>
        <p:nvPicPr>
          <p:cNvPr id="49" name="그림 48" descr="\documentclass{article}&#10;\usepackage{amsmath}&#10;\pagestyle{empty}&#10;\begin{document}&#10;&#10;$\pi_\text{sim}$&#10;\end{document}" title="IguanaTex Bitmap Display">
            <a:extLst>
              <a:ext uri="{FF2B5EF4-FFF2-40B4-BE49-F238E27FC236}">
                <a16:creationId xmlns:a16="http://schemas.microsoft.com/office/drawing/2014/main" id="{F49C1B22-789C-4D55-9334-EADB4474AF16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696" y="3072154"/>
            <a:ext cx="195480" cy="67218"/>
          </a:xfrm>
          <a:prstGeom prst="rect">
            <a:avLst/>
          </a:prstGeom>
        </p:spPr>
      </p:pic>
      <p:sp>
        <p:nvSpPr>
          <p:cNvPr id="50" name="타원 49">
            <a:extLst>
              <a:ext uri="{FF2B5EF4-FFF2-40B4-BE49-F238E27FC236}">
                <a16:creationId xmlns:a16="http://schemas.microsoft.com/office/drawing/2014/main" id="{6FFD94FA-16BE-44FB-AEEB-5D6DF520CF53}"/>
              </a:ext>
            </a:extLst>
          </p:cNvPr>
          <p:cNvSpPr/>
          <p:nvPr/>
        </p:nvSpPr>
        <p:spPr>
          <a:xfrm>
            <a:off x="6160834" y="3317304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D7C0BFE9-9FB1-4737-92CB-ACD453EE737D}"/>
              </a:ext>
            </a:extLst>
          </p:cNvPr>
          <p:cNvSpPr/>
          <p:nvPr/>
        </p:nvSpPr>
        <p:spPr>
          <a:xfrm>
            <a:off x="6917318" y="3317304"/>
            <a:ext cx="177800" cy="177800"/>
          </a:xfrm>
          <a:prstGeom prst="ellipse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D1E31BA2-57E3-496F-BDF1-58DBC52CD6F1}"/>
              </a:ext>
            </a:extLst>
          </p:cNvPr>
          <p:cNvCxnSpPr>
            <a:cxnSpLocks/>
          </p:cNvCxnSpPr>
          <p:nvPr/>
        </p:nvCxnSpPr>
        <p:spPr>
          <a:xfrm>
            <a:off x="5662426" y="3495104"/>
            <a:ext cx="2492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CC973B3C-FDAA-481B-97B9-FBC1EA4AD8D4}"/>
              </a:ext>
            </a:extLst>
          </p:cNvPr>
          <p:cNvSpPr/>
          <p:nvPr/>
        </p:nvSpPr>
        <p:spPr>
          <a:xfrm>
            <a:off x="6728197" y="3616988"/>
            <a:ext cx="177800" cy="177800"/>
          </a:xfrm>
          <a:prstGeom prst="ellipse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D3D6CF1A-86D0-422A-8580-89F4D4FE766E}"/>
              </a:ext>
            </a:extLst>
          </p:cNvPr>
          <p:cNvCxnSpPr>
            <a:cxnSpLocks/>
            <a:stCxn id="75" idx="5"/>
            <a:endCxn id="61" idx="0"/>
          </p:cNvCxnSpPr>
          <p:nvPr/>
        </p:nvCxnSpPr>
        <p:spPr>
          <a:xfrm>
            <a:off x="6323808" y="3481650"/>
            <a:ext cx="115047" cy="135338"/>
          </a:xfrm>
          <a:prstGeom prst="line">
            <a:avLst/>
          </a:prstGeom>
          <a:ln w="127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타원 54">
            <a:extLst>
              <a:ext uri="{FF2B5EF4-FFF2-40B4-BE49-F238E27FC236}">
                <a16:creationId xmlns:a16="http://schemas.microsoft.com/office/drawing/2014/main" id="{12C44F19-BD83-44AF-A405-CF90C65025CB}"/>
              </a:ext>
            </a:extLst>
          </p:cNvPr>
          <p:cNvSpPr/>
          <p:nvPr/>
        </p:nvSpPr>
        <p:spPr>
          <a:xfrm>
            <a:off x="7106437" y="3616988"/>
            <a:ext cx="177800" cy="177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535DB871-FC44-4B2A-A862-057F7A561B5C}"/>
              </a:ext>
            </a:extLst>
          </p:cNvPr>
          <p:cNvCxnSpPr>
            <a:cxnSpLocks/>
            <a:stCxn id="79" idx="5"/>
            <a:endCxn id="55" idx="0"/>
          </p:cNvCxnSpPr>
          <p:nvPr/>
        </p:nvCxnSpPr>
        <p:spPr>
          <a:xfrm>
            <a:off x="7082171" y="3481650"/>
            <a:ext cx="113166" cy="1353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D44CF74-AC40-4A53-BBF5-DAF09446E262}"/>
              </a:ext>
            </a:extLst>
          </p:cNvPr>
          <p:cNvSpPr/>
          <p:nvPr/>
        </p:nvSpPr>
        <p:spPr>
          <a:xfrm>
            <a:off x="5974074" y="3960527"/>
            <a:ext cx="173078" cy="173078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9FA98BD-B9F8-48D2-96C5-12F0F80AAA80}"/>
              </a:ext>
            </a:extLst>
          </p:cNvPr>
          <p:cNvSpPr/>
          <p:nvPr/>
        </p:nvSpPr>
        <p:spPr>
          <a:xfrm>
            <a:off x="6589762" y="3960527"/>
            <a:ext cx="173078" cy="173078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6E2B14C-F030-4D36-BBCD-BA99D58DEDD7}"/>
              </a:ext>
            </a:extLst>
          </p:cNvPr>
          <p:cNvSpPr/>
          <p:nvPr/>
        </p:nvSpPr>
        <p:spPr>
          <a:xfrm>
            <a:off x="6856817" y="3960527"/>
            <a:ext cx="173078" cy="173078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CABF5310-17C9-4878-A309-0B1FBFD98797}"/>
              </a:ext>
            </a:extLst>
          </p:cNvPr>
          <p:cNvSpPr/>
          <p:nvPr/>
        </p:nvSpPr>
        <p:spPr>
          <a:xfrm>
            <a:off x="5971713" y="3616988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B62D52F-17AD-48BE-B373-3FCA5C391704}"/>
              </a:ext>
            </a:extLst>
          </p:cNvPr>
          <p:cNvSpPr/>
          <p:nvPr/>
        </p:nvSpPr>
        <p:spPr>
          <a:xfrm>
            <a:off x="6349955" y="3616988"/>
            <a:ext cx="177800" cy="17780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97D6E13-14ED-4A03-B724-3184182B639E}"/>
              </a:ext>
            </a:extLst>
          </p:cNvPr>
          <p:cNvCxnSpPr>
            <a:cxnSpLocks/>
            <a:stCxn id="57" idx="0"/>
            <a:endCxn id="60" idx="4"/>
          </p:cNvCxnSpPr>
          <p:nvPr/>
        </p:nvCxnSpPr>
        <p:spPr>
          <a:xfrm flipV="1">
            <a:off x="6060613" y="3794788"/>
            <a:ext cx="0" cy="1657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BA339881-244E-483E-91B6-C4DE96E6981A}"/>
              </a:ext>
            </a:extLst>
          </p:cNvPr>
          <p:cNvCxnSpPr>
            <a:cxnSpLocks/>
            <a:stCxn id="80" idx="5"/>
            <a:endCxn id="59" idx="0"/>
          </p:cNvCxnSpPr>
          <p:nvPr/>
        </p:nvCxnSpPr>
        <p:spPr>
          <a:xfrm>
            <a:off x="6894163" y="3781334"/>
            <a:ext cx="49193" cy="179193"/>
          </a:xfrm>
          <a:prstGeom prst="line">
            <a:avLst/>
          </a:prstGeom>
          <a:ln w="12700">
            <a:solidFill>
              <a:schemeClr val="accent6"/>
            </a:solidFill>
            <a:headEnd type="non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그림 63" descr="\documentclass{article}&#10;\usepackage{amsmath}&#10;\pagestyle{empty}&#10;\begin{document}&#10;&#10;$a_2$&#10;&#10;&#10;\end{document}" title="IguanaTex Bitmap Display">
            <a:extLst>
              <a:ext uri="{FF2B5EF4-FFF2-40B4-BE49-F238E27FC236}">
                <a16:creationId xmlns:a16="http://schemas.microsoft.com/office/drawing/2014/main" id="{C58BF507-6AD6-4EBC-8DB0-BEB34FC3E0B4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14" y="4013457"/>
            <a:ext cx="96026" cy="67218"/>
          </a:xfrm>
          <a:prstGeom prst="rect">
            <a:avLst/>
          </a:prstGeom>
        </p:spPr>
      </p:pic>
      <p:pic>
        <p:nvPicPr>
          <p:cNvPr id="65" name="그림 64" descr="\documentclass{article}&#10;\usepackage{amsmath}&#10;\pagestyle{empty}&#10;\begin{document}&#10;&#10;$a_1$&#10;&#10;&#10;\end{document}" title="IguanaTex Bitmap Display">
            <a:extLst>
              <a:ext uri="{FF2B5EF4-FFF2-40B4-BE49-F238E27FC236}">
                <a16:creationId xmlns:a16="http://schemas.microsoft.com/office/drawing/2014/main" id="{8AA2D821-2C82-493F-A9E9-AFC6A227A4BC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573" y="3672279"/>
            <a:ext cx="93281" cy="67218"/>
          </a:xfrm>
          <a:prstGeom prst="rect">
            <a:avLst/>
          </a:prstGeom>
        </p:spPr>
      </p:pic>
      <p:pic>
        <p:nvPicPr>
          <p:cNvPr id="66" name="그림 65" descr="\documentclass{article}&#10;\usepackage{amsmath}&#10;\pagestyle{empty}&#10;\begin{document}&#10;&#10;$a_3$&#10;&#10;&#10;\end{document}" title="IguanaTex Bitmap Display">
            <a:extLst>
              <a:ext uri="{FF2B5EF4-FFF2-40B4-BE49-F238E27FC236}">
                <a16:creationId xmlns:a16="http://schemas.microsoft.com/office/drawing/2014/main" id="{14823F27-09E4-4A65-9A6D-A60BDE8560AB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369" y="4012771"/>
            <a:ext cx="96711" cy="68590"/>
          </a:xfrm>
          <a:prstGeom prst="rect">
            <a:avLst/>
          </a:prstGeom>
        </p:spPr>
      </p:pic>
      <p:pic>
        <p:nvPicPr>
          <p:cNvPr id="67" name="그림 66" descr="\documentclass{article}&#10;\usepackage{amsmath}&#10;\pagestyle{empty}&#10;\begin{document}&#10;&#10;$a_4$&#10;&#10;&#10;\end{document}" title="IguanaTex Bitmap Display">
            <a:extLst>
              <a:ext uri="{FF2B5EF4-FFF2-40B4-BE49-F238E27FC236}">
                <a16:creationId xmlns:a16="http://schemas.microsoft.com/office/drawing/2014/main" id="{745CAF84-7804-488B-90EE-B2B741C2F098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453" y="4013457"/>
            <a:ext cx="97397" cy="67218"/>
          </a:xfrm>
          <a:prstGeom prst="rect">
            <a:avLst/>
          </a:prstGeom>
        </p:spPr>
      </p:pic>
      <p:pic>
        <p:nvPicPr>
          <p:cNvPr id="68" name="그림 67" descr="\documentclass{article}&#10;\usepackage{amsmath}&#10;\pagestyle{empty}&#10;\begin{document}&#10;&#10;$n_2$&#10;&#10;&#10;\end{document}" title="IguanaTex Bitmap Display">
            <a:extLst>
              <a:ext uri="{FF2B5EF4-FFF2-40B4-BE49-F238E27FC236}">
                <a16:creationId xmlns:a16="http://schemas.microsoft.com/office/drawing/2014/main" id="{325484B1-2B1C-4DB2-8D8A-7AF128D933D2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15" y="3672279"/>
            <a:ext cx="105628" cy="67218"/>
          </a:xfrm>
          <a:prstGeom prst="rect">
            <a:avLst/>
          </a:prstGeom>
        </p:spPr>
      </p:pic>
      <p:pic>
        <p:nvPicPr>
          <p:cNvPr id="69" name="그림 68" descr="\documentclass{article}&#10;\usepackage{amsmath}&#10;\pagestyle{empty}&#10;\begin{document}&#10;&#10;$n_0$&#10;&#10;&#10;\end{document}" title="IguanaTex Bitmap Display">
            <a:extLst>
              <a:ext uri="{FF2B5EF4-FFF2-40B4-BE49-F238E27FC236}">
                <a16:creationId xmlns:a16="http://schemas.microsoft.com/office/drawing/2014/main" id="{979D4A24-2334-43AA-A677-8FE6863544E7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553" y="3084530"/>
            <a:ext cx="106314" cy="68590"/>
          </a:xfrm>
          <a:prstGeom prst="rect">
            <a:avLst/>
          </a:prstGeom>
        </p:spPr>
      </p:pic>
      <p:pic>
        <p:nvPicPr>
          <p:cNvPr id="70" name="그림 69" descr="\documentclass{article}&#10;\usepackage{amsmath}&#10;\pagestyle{empty}&#10;\begin{document}&#10;&#10;$n_1$&#10;&#10;&#10;\end{document}" title="IguanaTex Bitmap Display">
            <a:extLst>
              <a:ext uri="{FF2B5EF4-FFF2-40B4-BE49-F238E27FC236}">
                <a16:creationId xmlns:a16="http://schemas.microsoft.com/office/drawing/2014/main" id="{BE453C3C-11BB-4B14-84B5-5B50D463DEE0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577" y="3372595"/>
            <a:ext cx="103570" cy="67218"/>
          </a:xfrm>
          <a:prstGeom prst="rect">
            <a:avLst/>
          </a:prstGeom>
        </p:spPr>
      </p:pic>
      <p:pic>
        <p:nvPicPr>
          <p:cNvPr id="71" name="그림 70" descr="\documentclass{article}&#10;\usepackage{amsmath}&#10;\pagestyle{empty}&#10;\begin{document}&#10;&#10;$n_3$&#10;&#10;&#10;\end{document}" title="IguanaTex Bitmap Display">
            <a:extLst>
              <a:ext uri="{FF2B5EF4-FFF2-40B4-BE49-F238E27FC236}">
                <a16:creationId xmlns:a16="http://schemas.microsoft.com/office/drawing/2014/main" id="{8C936E1C-906F-433E-97C3-C944696CC56C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3" y="3371909"/>
            <a:ext cx="106314" cy="68590"/>
          </a:xfrm>
          <a:prstGeom prst="rect">
            <a:avLst/>
          </a:prstGeom>
        </p:spPr>
      </p:pic>
      <p:pic>
        <p:nvPicPr>
          <p:cNvPr id="72" name="그림 71" descr="\documentclass{article}&#10;\usepackage{amsmath}&#10;\pagestyle{empty}&#10;\begin{document}&#10;&#10;$n_4$&#10;&#10;&#10;\end{document}" title="IguanaTex Bitmap Display">
            <a:extLst>
              <a:ext uri="{FF2B5EF4-FFF2-40B4-BE49-F238E27FC236}">
                <a16:creationId xmlns:a16="http://schemas.microsoft.com/office/drawing/2014/main" id="{D016C7D2-C6C8-42AE-80D5-60EFCC9CA27D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493" y="3672279"/>
            <a:ext cx="107686" cy="67218"/>
          </a:xfrm>
          <a:prstGeom prst="rect">
            <a:avLst/>
          </a:prstGeom>
        </p:spPr>
      </p:pic>
      <p:pic>
        <p:nvPicPr>
          <p:cNvPr id="73" name="그림 72" descr="\documentclass{article}&#10;\usepackage{amsmath}&#10;\pagestyle{empty}&#10;\begin{document}&#10;&#10;$n_5$&#10;&#10;&#10;\end{document}" title="IguanaTex Bitmap Display">
            <a:extLst>
              <a:ext uri="{FF2B5EF4-FFF2-40B4-BE49-F238E27FC236}">
                <a16:creationId xmlns:a16="http://schemas.microsoft.com/office/drawing/2014/main" id="{59365CE8-0B11-4F1D-8637-23B05E028CC9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180" y="3671593"/>
            <a:ext cx="105628" cy="68590"/>
          </a:xfrm>
          <a:prstGeom prst="rect">
            <a:avLst/>
          </a:prstGeom>
        </p:spPr>
      </p:pic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DCF9EF5A-0433-4785-8A19-D61A40CE4933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6273794" y="3141980"/>
            <a:ext cx="262800" cy="164228"/>
          </a:xfrm>
          <a:prstGeom prst="line">
            <a:avLst/>
          </a:prstGeom>
          <a:ln w="12700">
            <a:solidFill>
              <a:schemeClr val="accent2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타원 74">
            <a:extLst>
              <a:ext uri="{FF2B5EF4-FFF2-40B4-BE49-F238E27FC236}">
                <a16:creationId xmlns:a16="http://schemas.microsoft.com/office/drawing/2014/main" id="{FAE5B986-22E6-4512-8DCE-4A97448C85D4}"/>
              </a:ext>
            </a:extLst>
          </p:cNvPr>
          <p:cNvSpPr/>
          <p:nvPr/>
        </p:nvSpPr>
        <p:spPr>
          <a:xfrm>
            <a:off x="6141665" y="3299507"/>
            <a:ext cx="213394" cy="213394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6ADBEA73-E50B-4A20-B59F-73025DB6610D}"/>
              </a:ext>
            </a:extLst>
          </p:cNvPr>
          <p:cNvCxnSpPr>
            <a:cxnSpLocks/>
            <a:stCxn id="85" idx="3"/>
            <a:endCxn id="50" idx="7"/>
          </p:cNvCxnSpPr>
          <p:nvPr/>
        </p:nvCxnSpPr>
        <p:spPr>
          <a:xfrm flipH="1">
            <a:off x="6312596" y="3181619"/>
            <a:ext cx="252518" cy="161723"/>
          </a:xfrm>
          <a:prstGeom prst="line">
            <a:avLst/>
          </a:prstGeom>
          <a:ln w="12700">
            <a:solidFill>
              <a:schemeClr val="accent1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831DB724-334A-4660-8E2D-7A2CCD2E832B}"/>
              </a:ext>
            </a:extLst>
          </p:cNvPr>
          <p:cNvCxnSpPr>
            <a:cxnSpLocks/>
            <a:stCxn id="50" idx="3"/>
            <a:endCxn id="60" idx="0"/>
          </p:cNvCxnSpPr>
          <p:nvPr/>
        </p:nvCxnSpPr>
        <p:spPr>
          <a:xfrm flipH="1">
            <a:off x="6060613" y="3469066"/>
            <a:ext cx="126259" cy="147922"/>
          </a:xfrm>
          <a:prstGeom prst="line">
            <a:avLst/>
          </a:prstGeom>
          <a:ln w="12700">
            <a:solidFill>
              <a:schemeClr val="accent1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3692C359-34E3-48E9-90BC-A0D423A3D389}"/>
              </a:ext>
            </a:extLst>
          </p:cNvPr>
          <p:cNvCxnSpPr>
            <a:cxnSpLocks noChangeAspect="1"/>
          </p:cNvCxnSpPr>
          <p:nvPr/>
        </p:nvCxnSpPr>
        <p:spPr>
          <a:xfrm>
            <a:off x="6715710" y="3138355"/>
            <a:ext cx="262800" cy="164228"/>
          </a:xfrm>
          <a:prstGeom prst="line">
            <a:avLst/>
          </a:prstGeom>
          <a:ln w="12700">
            <a:solidFill>
              <a:schemeClr val="accent6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타원 78">
            <a:extLst>
              <a:ext uri="{FF2B5EF4-FFF2-40B4-BE49-F238E27FC236}">
                <a16:creationId xmlns:a16="http://schemas.microsoft.com/office/drawing/2014/main" id="{A6804CBF-5BFF-4C20-A12C-538DB3D1C220}"/>
              </a:ext>
            </a:extLst>
          </p:cNvPr>
          <p:cNvSpPr/>
          <p:nvPr/>
        </p:nvSpPr>
        <p:spPr>
          <a:xfrm>
            <a:off x="6900028" y="3299507"/>
            <a:ext cx="213394" cy="213394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B0FC9126-B510-477C-9FC6-C211DE8D0684}"/>
              </a:ext>
            </a:extLst>
          </p:cNvPr>
          <p:cNvSpPr/>
          <p:nvPr/>
        </p:nvSpPr>
        <p:spPr>
          <a:xfrm>
            <a:off x="6712020" y="3599191"/>
            <a:ext cx="213394" cy="213394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0DF2DD05-1EFC-466A-A3D9-140A88C20FE1}"/>
              </a:ext>
            </a:extLst>
          </p:cNvPr>
          <p:cNvCxnSpPr>
            <a:cxnSpLocks/>
          </p:cNvCxnSpPr>
          <p:nvPr/>
        </p:nvCxnSpPr>
        <p:spPr>
          <a:xfrm flipH="1">
            <a:off x="6810798" y="3461722"/>
            <a:ext cx="126259" cy="149741"/>
          </a:xfrm>
          <a:prstGeom prst="line">
            <a:avLst/>
          </a:prstGeom>
          <a:ln w="12700">
            <a:solidFill>
              <a:schemeClr val="accent4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16966522-9549-4BFE-A35F-0C440D087174}"/>
              </a:ext>
            </a:extLst>
          </p:cNvPr>
          <p:cNvCxnSpPr>
            <a:cxnSpLocks/>
          </p:cNvCxnSpPr>
          <p:nvPr/>
        </p:nvCxnSpPr>
        <p:spPr>
          <a:xfrm flipH="1">
            <a:off x="6870179" y="3501562"/>
            <a:ext cx="95200" cy="112907"/>
          </a:xfrm>
          <a:prstGeom prst="line">
            <a:avLst/>
          </a:prstGeom>
          <a:ln w="12700">
            <a:solidFill>
              <a:schemeClr val="accent6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D634A32C-BDDD-4117-9785-E8A9CCCAA147}"/>
              </a:ext>
            </a:extLst>
          </p:cNvPr>
          <p:cNvCxnSpPr>
            <a:cxnSpLocks/>
            <a:stCxn id="53" idx="3"/>
            <a:endCxn id="58" idx="0"/>
          </p:cNvCxnSpPr>
          <p:nvPr/>
        </p:nvCxnSpPr>
        <p:spPr>
          <a:xfrm flipH="1">
            <a:off x="6676301" y="3768750"/>
            <a:ext cx="77934" cy="191777"/>
          </a:xfrm>
          <a:prstGeom prst="line">
            <a:avLst/>
          </a:prstGeom>
          <a:ln w="12700">
            <a:solidFill>
              <a:schemeClr val="accent4"/>
            </a:solidFill>
            <a:headEnd type="non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A2F161A5-0077-4A54-84FC-08D37BFE9C14}"/>
              </a:ext>
            </a:extLst>
          </p:cNvPr>
          <p:cNvCxnSpPr>
            <a:cxnSpLocks/>
            <a:stCxn id="85" idx="5"/>
            <a:endCxn id="51" idx="1"/>
          </p:cNvCxnSpPr>
          <p:nvPr/>
        </p:nvCxnSpPr>
        <p:spPr>
          <a:xfrm>
            <a:off x="6690838" y="3181619"/>
            <a:ext cx="252518" cy="161723"/>
          </a:xfrm>
          <a:prstGeom prst="line">
            <a:avLst/>
          </a:prstGeom>
          <a:ln w="12700">
            <a:solidFill>
              <a:schemeClr val="accent4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3641B319-A1F6-4954-A3E5-68605386D164}"/>
              </a:ext>
            </a:extLst>
          </p:cNvPr>
          <p:cNvSpPr/>
          <p:nvPr/>
        </p:nvSpPr>
        <p:spPr>
          <a:xfrm>
            <a:off x="6539076" y="3029857"/>
            <a:ext cx="177800" cy="177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B279DEEF-4099-41FB-AD72-499BB552C0EE}"/>
              </a:ext>
            </a:extLst>
          </p:cNvPr>
          <p:cNvSpPr/>
          <p:nvPr/>
        </p:nvSpPr>
        <p:spPr>
          <a:xfrm>
            <a:off x="9669417" y="2794815"/>
            <a:ext cx="1484541" cy="144368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180FE04B-F475-4F7B-BAAD-07F54DEC9C6E}"/>
              </a:ext>
            </a:extLst>
          </p:cNvPr>
          <p:cNvSpPr/>
          <p:nvPr/>
        </p:nvSpPr>
        <p:spPr>
          <a:xfrm>
            <a:off x="9947154" y="3317304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B9BB878A-1958-45E1-85A4-CAECFC4948E7}"/>
              </a:ext>
            </a:extLst>
          </p:cNvPr>
          <p:cNvSpPr/>
          <p:nvPr/>
        </p:nvSpPr>
        <p:spPr>
          <a:xfrm>
            <a:off x="10703638" y="3317304"/>
            <a:ext cx="177800" cy="177800"/>
          </a:xfrm>
          <a:prstGeom prst="ellipse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FC6344B7-6A8D-445D-AD10-C69F3EEBFA5B}"/>
              </a:ext>
            </a:extLst>
          </p:cNvPr>
          <p:cNvSpPr/>
          <p:nvPr/>
        </p:nvSpPr>
        <p:spPr>
          <a:xfrm>
            <a:off x="10514517" y="3616988"/>
            <a:ext cx="177800" cy="177800"/>
          </a:xfrm>
          <a:prstGeom prst="ellipse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1E29CCAB-56A6-4753-BEF1-6038FF68D255}"/>
              </a:ext>
            </a:extLst>
          </p:cNvPr>
          <p:cNvCxnSpPr>
            <a:cxnSpLocks/>
            <a:stCxn id="108" idx="5"/>
            <a:endCxn id="135" idx="0"/>
          </p:cNvCxnSpPr>
          <p:nvPr/>
        </p:nvCxnSpPr>
        <p:spPr>
          <a:xfrm>
            <a:off x="10110128" y="3481650"/>
            <a:ext cx="110615" cy="135338"/>
          </a:xfrm>
          <a:prstGeom prst="line">
            <a:avLst/>
          </a:prstGeom>
          <a:ln w="12700">
            <a:solidFill>
              <a:schemeClr val="accent2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타원 90">
            <a:extLst>
              <a:ext uri="{FF2B5EF4-FFF2-40B4-BE49-F238E27FC236}">
                <a16:creationId xmlns:a16="http://schemas.microsoft.com/office/drawing/2014/main" id="{38259086-019F-472C-82EA-EA9F4B041509}"/>
              </a:ext>
            </a:extLst>
          </p:cNvPr>
          <p:cNvSpPr/>
          <p:nvPr/>
        </p:nvSpPr>
        <p:spPr>
          <a:xfrm>
            <a:off x="10892757" y="3616988"/>
            <a:ext cx="177800" cy="177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539DCB80-FBB1-4DEA-BA3C-5C51DC386750}"/>
              </a:ext>
            </a:extLst>
          </p:cNvPr>
          <p:cNvCxnSpPr>
            <a:cxnSpLocks/>
            <a:stCxn id="112" idx="5"/>
            <a:endCxn id="91" idx="0"/>
          </p:cNvCxnSpPr>
          <p:nvPr/>
        </p:nvCxnSpPr>
        <p:spPr>
          <a:xfrm>
            <a:off x="10868491" y="3481650"/>
            <a:ext cx="113166" cy="1353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타원 92">
            <a:extLst>
              <a:ext uri="{FF2B5EF4-FFF2-40B4-BE49-F238E27FC236}">
                <a16:creationId xmlns:a16="http://schemas.microsoft.com/office/drawing/2014/main" id="{987DBF6B-4A4A-4F34-B7E0-9D3E7E80664C}"/>
              </a:ext>
            </a:extLst>
          </p:cNvPr>
          <p:cNvSpPr/>
          <p:nvPr/>
        </p:nvSpPr>
        <p:spPr>
          <a:xfrm>
            <a:off x="9758033" y="3616988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65A9EBB6-B0E1-492D-B3CA-DDE7CFA70C62}"/>
              </a:ext>
            </a:extLst>
          </p:cNvPr>
          <p:cNvCxnSpPr>
            <a:cxnSpLocks/>
            <a:endCxn id="93" idx="4"/>
          </p:cNvCxnSpPr>
          <p:nvPr/>
        </p:nvCxnSpPr>
        <p:spPr>
          <a:xfrm flipV="1">
            <a:off x="9846933" y="3794788"/>
            <a:ext cx="0" cy="165285"/>
          </a:xfrm>
          <a:prstGeom prst="line">
            <a:avLst/>
          </a:prstGeom>
          <a:ln w="12700">
            <a:solidFill>
              <a:schemeClr val="accent1"/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EF611AC-FD0D-42B5-9BA1-C241DB623E8B}"/>
              </a:ext>
            </a:extLst>
          </p:cNvPr>
          <p:cNvCxnSpPr>
            <a:cxnSpLocks/>
            <a:stCxn id="113" idx="5"/>
            <a:endCxn id="134" idx="0"/>
          </p:cNvCxnSpPr>
          <p:nvPr/>
        </p:nvCxnSpPr>
        <p:spPr>
          <a:xfrm>
            <a:off x="10680483" y="3781334"/>
            <a:ext cx="55322" cy="176832"/>
          </a:xfrm>
          <a:prstGeom prst="line">
            <a:avLst/>
          </a:prstGeom>
          <a:ln w="12700">
            <a:solidFill>
              <a:schemeClr val="accent6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그림 95" descr="\documentclass{article}&#10;\usepackage{amsmath}&#10;\pagestyle{empty}&#10;\begin{document}&#10;&#10;$n_7$&#10;&#10;&#10;\end{document}" title="IguanaTex Bitmap Display">
            <a:extLst>
              <a:ext uri="{FF2B5EF4-FFF2-40B4-BE49-F238E27FC236}">
                <a16:creationId xmlns:a16="http://schemas.microsoft.com/office/drawing/2014/main" id="{86B2E2B2-A076-4448-BEFB-9DBAB7E65BCC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404" y="4012771"/>
            <a:ext cx="109058" cy="68590"/>
          </a:xfrm>
          <a:prstGeom prst="rect">
            <a:avLst/>
          </a:prstGeom>
        </p:spPr>
      </p:pic>
      <p:pic>
        <p:nvPicPr>
          <p:cNvPr id="97" name="그림 96" descr="\documentclass{article}&#10;\usepackage{amsmath}&#10;\pagestyle{empty}&#10;\begin{document}&#10;&#10;$n_6$&#10;&#10;&#10;\end{document}" title="IguanaTex Bitmap Display">
            <a:extLst>
              <a:ext uri="{FF2B5EF4-FFF2-40B4-BE49-F238E27FC236}">
                <a16:creationId xmlns:a16="http://schemas.microsoft.com/office/drawing/2014/main" id="{DA8F3357-16E2-4F8A-BA27-757664D0B224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083" y="3671593"/>
            <a:ext cx="106313" cy="68590"/>
          </a:xfrm>
          <a:prstGeom prst="rect">
            <a:avLst/>
          </a:prstGeom>
        </p:spPr>
      </p:pic>
      <p:pic>
        <p:nvPicPr>
          <p:cNvPr id="98" name="그림 97" descr="\documentclass{article}&#10;\usepackage{amsmath}&#10;\pagestyle{empty}&#10;\begin{document}&#10;&#10;$n_8$&#10;&#10;&#10;\end{document}" title="IguanaTex Bitmap Display">
            <a:extLst>
              <a:ext uri="{FF2B5EF4-FFF2-40B4-BE49-F238E27FC236}">
                <a16:creationId xmlns:a16="http://schemas.microsoft.com/office/drawing/2014/main" id="{2147DFF5-1BA2-4F9E-9F6F-4543B1699F1F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756" y="4012771"/>
            <a:ext cx="106314" cy="68590"/>
          </a:xfrm>
          <a:prstGeom prst="rect">
            <a:avLst/>
          </a:prstGeom>
        </p:spPr>
      </p:pic>
      <p:pic>
        <p:nvPicPr>
          <p:cNvPr id="99" name="그림 98" descr="\documentclass{article}&#10;\usepackage{amsmath}&#10;\pagestyle{empty}&#10;\begin{document}&#10;&#10;$n_9$&#10;&#10;&#10;\end{document}" title="IguanaTex Bitmap Display">
            <a:extLst>
              <a:ext uri="{FF2B5EF4-FFF2-40B4-BE49-F238E27FC236}">
                <a16:creationId xmlns:a16="http://schemas.microsoft.com/office/drawing/2014/main" id="{AC41F781-9884-4128-845C-7CCDF75D504C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773" y="4012771"/>
            <a:ext cx="106314" cy="68590"/>
          </a:xfrm>
          <a:prstGeom prst="rect">
            <a:avLst/>
          </a:prstGeom>
        </p:spPr>
      </p:pic>
      <p:pic>
        <p:nvPicPr>
          <p:cNvPr id="100" name="그림 99" descr="\documentclass{article}&#10;\usepackage{amsmath}&#10;\pagestyle{empty}&#10;\begin{document}&#10;&#10;$n_2$&#10;&#10;&#10;\end{document}" title="IguanaTex Bitmap Display">
            <a:extLst>
              <a:ext uri="{FF2B5EF4-FFF2-40B4-BE49-F238E27FC236}">
                <a16:creationId xmlns:a16="http://schemas.microsoft.com/office/drawing/2014/main" id="{09F949ED-9923-44C5-A420-9C5A2CC0D044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935" y="3672279"/>
            <a:ext cx="105628" cy="67218"/>
          </a:xfrm>
          <a:prstGeom prst="rect">
            <a:avLst/>
          </a:prstGeom>
        </p:spPr>
      </p:pic>
      <p:pic>
        <p:nvPicPr>
          <p:cNvPr id="101" name="그림 100" descr="\documentclass{article}&#10;\usepackage{amsmath}&#10;\pagestyle{empty}&#10;\begin{document}&#10;&#10;$n_0$&#10;&#10;&#10;\end{document}" title="IguanaTex Bitmap Display">
            <a:extLst>
              <a:ext uri="{FF2B5EF4-FFF2-40B4-BE49-F238E27FC236}">
                <a16:creationId xmlns:a16="http://schemas.microsoft.com/office/drawing/2014/main" id="{03214425-B053-44F6-9732-0F1BDF7818D3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873" y="3091029"/>
            <a:ext cx="106314" cy="68590"/>
          </a:xfrm>
          <a:prstGeom prst="rect">
            <a:avLst/>
          </a:prstGeom>
        </p:spPr>
      </p:pic>
      <p:pic>
        <p:nvPicPr>
          <p:cNvPr id="102" name="그림 101" descr="\documentclass{article}&#10;\usepackage{amsmath}&#10;\pagestyle{empty}&#10;\begin{document}&#10;&#10;$n_1$&#10;&#10;&#10;\end{document}" title="IguanaTex Bitmap Display">
            <a:extLst>
              <a:ext uri="{FF2B5EF4-FFF2-40B4-BE49-F238E27FC236}">
                <a16:creationId xmlns:a16="http://schemas.microsoft.com/office/drawing/2014/main" id="{0B186575-A032-4B07-A2B8-3A6C91BAFC03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897" y="3372595"/>
            <a:ext cx="103570" cy="67218"/>
          </a:xfrm>
          <a:prstGeom prst="rect">
            <a:avLst/>
          </a:prstGeom>
        </p:spPr>
      </p:pic>
      <p:pic>
        <p:nvPicPr>
          <p:cNvPr id="103" name="그림 102" descr="\documentclass{article}&#10;\usepackage{amsmath}&#10;\pagestyle{empty}&#10;\begin{document}&#10;&#10;$n_3$&#10;&#10;&#10;\end{document}" title="IguanaTex Bitmap Display">
            <a:extLst>
              <a:ext uri="{FF2B5EF4-FFF2-40B4-BE49-F238E27FC236}">
                <a16:creationId xmlns:a16="http://schemas.microsoft.com/office/drawing/2014/main" id="{2DAC2939-5F47-445C-9AC3-2A8F33039F24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753" y="3371909"/>
            <a:ext cx="106314" cy="68590"/>
          </a:xfrm>
          <a:prstGeom prst="rect">
            <a:avLst/>
          </a:prstGeom>
        </p:spPr>
      </p:pic>
      <p:pic>
        <p:nvPicPr>
          <p:cNvPr id="104" name="그림 103" descr="\documentclass{article}&#10;\usepackage{amsmath}&#10;\pagestyle{empty}&#10;\begin{document}&#10;&#10;$n_4$&#10;&#10;&#10;\end{document}" title="IguanaTex Bitmap Display">
            <a:extLst>
              <a:ext uri="{FF2B5EF4-FFF2-40B4-BE49-F238E27FC236}">
                <a16:creationId xmlns:a16="http://schemas.microsoft.com/office/drawing/2014/main" id="{1BDA024C-B451-4E46-8760-0E881402DBF0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813" y="3672279"/>
            <a:ext cx="107686" cy="67218"/>
          </a:xfrm>
          <a:prstGeom prst="rect">
            <a:avLst/>
          </a:prstGeom>
        </p:spPr>
      </p:pic>
      <p:pic>
        <p:nvPicPr>
          <p:cNvPr id="106" name="그림 105" descr="\documentclass{article}&#10;\usepackage{amsmath}&#10;\pagestyle{empty}&#10;\begin{document}&#10;&#10;$n_5$&#10;&#10;&#10;\end{document}" title="IguanaTex Bitmap Display">
            <a:extLst>
              <a:ext uri="{FF2B5EF4-FFF2-40B4-BE49-F238E27FC236}">
                <a16:creationId xmlns:a16="http://schemas.microsoft.com/office/drawing/2014/main" id="{BD9A017E-BE76-4C09-B6EE-EDE99E31BF73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500" y="3671593"/>
            <a:ext cx="105628" cy="68590"/>
          </a:xfrm>
          <a:prstGeom prst="rect">
            <a:avLst/>
          </a:prstGeom>
        </p:spPr>
      </p:pic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DBD93BB5-245D-4FA2-9BEE-F340A1E780E6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10067073" y="3141399"/>
            <a:ext cx="262800" cy="164228"/>
          </a:xfrm>
          <a:prstGeom prst="line">
            <a:avLst/>
          </a:prstGeom>
          <a:ln w="12700">
            <a:solidFill>
              <a:schemeClr val="accent2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타원 107">
            <a:extLst>
              <a:ext uri="{FF2B5EF4-FFF2-40B4-BE49-F238E27FC236}">
                <a16:creationId xmlns:a16="http://schemas.microsoft.com/office/drawing/2014/main" id="{2CD09592-E8E7-415E-8F56-8A703CD6311D}"/>
              </a:ext>
            </a:extLst>
          </p:cNvPr>
          <p:cNvSpPr/>
          <p:nvPr/>
        </p:nvSpPr>
        <p:spPr>
          <a:xfrm>
            <a:off x="9927985" y="3299507"/>
            <a:ext cx="213394" cy="213394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F646DB4E-7175-46A4-8B35-BFA8297EB903}"/>
              </a:ext>
            </a:extLst>
          </p:cNvPr>
          <p:cNvCxnSpPr>
            <a:cxnSpLocks/>
            <a:stCxn id="130" idx="3"/>
            <a:endCxn id="87" idx="7"/>
          </p:cNvCxnSpPr>
          <p:nvPr/>
        </p:nvCxnSpPr>
        <p:spPr>
          <a:xfrm flipH="1">
            <a:off x="10098916" y="3188118"/>
            <a:ext cx="252518" cy="155224"/>
          </a:xfrm>
          <a:prstGeom prst="line">
            <a:avLst/>
          </a:prstGeom>
          <a:ln w="12700">
            <a:solidFill>
              <a:schemeClr val="accent1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63679044-9372-4EF3-BF82-A5035F030CBB}"/>
              </a:ext>
            </a:extLst>
          </p:cNvPr>
          <p:cNvCxnSpPr>
            <a:cxnSpLocks/>
            <a:stCxn id="87" idx="3"/>
            <a:endCxn id="93" idx="0"/>
          </p:cNvCxnSpPr>
          <p:nvPr/>
        </p:nvCxnSpPr>
        <p:spPr>
          <a:xfrm flipH="1">
            <a:off x="9846933" y="3469066"/>
            <a:ext cx="126259" cy="147922"/>
          </a:xfrm>
          <a:prstGeom prst="line">
            <a:avLst/>
          </a:prstGeom>
          <a:ln w="12700">
            <a:solidFill>
              <a:schemeClr val="accent1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86EEE79F-5C51-46AB-8DE1-C9A39E23E9CA}"/>
              </a:ext>
            </a:extLst>
          </p:cNvPr>
          <p:cNvCxnSpPr>
            <a:cxnSpLocks noChangeAspect="1"/>
          </p:cNvCxnSpPr>
          <p:nvPr/>
        </p:nvCxnSpPr>
        <p:spPr>
          <a:xfrm>
            <a:off x="10502030" y="3144854"/>
            <a:ext cx="262800" cy="164228"/>
          </a:xfrm>
          <a:prstGeom prst="line">
            <a:avLst/>
          </a:prstGeom>
          <a:ln w="12700">
            <a:solidFill>
              <a:schemeClr val="accent6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타원 111">
            <a:extLst>
              <a:ext uri="{FF2B5EF4-FFF2-40B4-BE49-F238E27FC236}">
                <a16:creationId xmlns:a16="http://schemas.microsoft.com/office/drawing/2014/main" id="{EF088406-CC79-48CF-8202-36E411562421}"/>
              </a:ext>
            </a:extLst>
          </p:cNvPr>
          <p:cNvSpPr/>
          <p:nvPr/>
        </p:nvSpPr>
        <p:spPr>
          <a:xfrm>
            <a:off x="10686348" y="3299507"/>
            <a:ext cx="213394" cy="213394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A8DCB5E3-2B48-41F9-99DA-C21978ABCB76}"/>
              </a:ext>
            </a:extLst>
          </p:cNvPr>
          <p:cNvSpPr/>
          <p:nvPr/>
        </p:nvSpPr>
        <p:spPr>
          <a:xfrm>
            <a:off x="10498340" y="3599191"/>
            <a:ext cx="213394" cy="213394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63608948-E558-43E4-9945-504B7353CBA2}"/>
              </a:ext>
            </a:extLst>
          </p:cNvPr>
          <p:cNvCxnSpPr>
            <a:cxnSpLocks/>
          </p:cNvCxnSpPr>
          <p:nvPr/>
        </p:nvCxnSpPr>
        <p:spPr>
          <a:xfrm flipH="1">
            <a:off x="10597118" y="3468221"/>
            <a:ext cx="126259" cy="149741"/>
          </a:xfrm>
          <a:prstGeom prst="line">
            <a:avLst/>
          </a:prstGeom>
          <a:ln w="12700">
            <a:solidFill>
              <a:schemeClr val="accent4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8022C95-0919-4355-9684-675EE842C5D5}"/>
              </a:ext>
            </a:extLst>
          </p:cNvPr>
          <p:cNvCxnSpPr>
            <a:cxnSpLocks/>
          </p:cNvCxnSpPr>
          <p:nvPr/>
        </p:nvCxnSpPr>
        <p:spPr>
          <a:xfrm flipH="1">
            <a:off x="10656499" y="3508061"/>
            <a:ext cx="95200" cy="112907"/>
          </a:xfrm>
          <a:prstGeom prst="line">
            <a:avLst/>
          </a:prstGeom>
          <a:ln w="12700">
            <a:solidFill>
              <a:schemeClr val="accent6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5B569F1B-01C7-4958-A617-7F3754D3A62F}"/>
              </a:ext>
            </a:extLst>
          </p:cNvPr>
          <p:cNvCxnSpPr>
            <a:cxnSpLocks/>
            <a:stCxn id="89" idx="3"/>
            <a:endCxn id="133" idx="0"/>
          </p:cNvCxnSpPr>
          <p:nvPr/>
        </p:nvCxnSpPr>
        <p:spPr>
          <a:xfrm flipH="1">
            <a:off x="10459913" y="3768750"/>
            <a:ext cx="80642" cy="189416"/>
          </a:xfrm>
          <a:prstGeom prst="line">
            <a:avLst/>
          </a:prstGeom>
          <a:ln w="12700">
            <a:solidFill>
              <a:schemeClr val="accent4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2CFEA728-975C-444E-8710-BB9AE9B3D424}"/>
              </a:ext>
            </a:extLst>
          </p:cNvPr>
          <p:cNvCxnSpPr>
            <a:cxnSpLocks/>
            <a:stCxn id="130" idx="5"/>
            <a:endCxn id="88" idx="1"/>
          </p:cNvCxnSpPr>
          <p:nvPr/>
        </p:nvCxnSpPr>
        <p:spPr>
          <a:xfrm>
            <a:off x="10477158" y="3188118"/>
            <a:ext cx="252518" cy="155224"/>
          </a:xfrm>
          <a:prstGeom prst="line">
            <a:avLst/>
          </a:prstGeom>
          <a:ln w="12700">
            <a:solidFill>
              <a:schemeClr val="accent4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타원 129">
            <a:extLst>
              <a:ext uri="{FF2B5EF4-FFF2-40B4-BE49-F238E27FC236}">
                <a16:creationId xmlns:a16="http://schemas.microsoft.com/office/drawing/2014/main" id="{F632D2EC-42E5-4CF3-8FB2-84F92ED3CDB0}"/>
              </a:ext>
            </a:extLst>
          </p:cNvPr>
          <p:cNvSpPr/>
          <p:nvPr/>
        </p:nvSpPr>
        <p:spPr>
          <a:xfrm>
            <a:off x="10325396" y="3036356"/>
            <a:ext cx="177800" cy="177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1" name="그림 130" descr="\documentclass{article}&#10;\usepackage{amsmath}&#10;\pagestyle{empty}&#10;\begin{document}&#10;&#10;Backpropagation&#10;\end{document}" title="IguanaTex Bitmap Display">
            <a:extLst>
              <a:ext uri="{FF2B5EF4-FFF2-40B4-BE49-F238E27FC236}">
                <a16:creationId xmlns:a16="http://schemas.microsoft.com/office/drawing/2014/main" id="{C6AA15A6-5430-4A92-8C6C-2A50EA203E65}"/>
              </a:ext>
            </a:extLst>
          </p:cNvPr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662" y="2858057"/>
            <a:ext cx="834050" cy="102199"/>
          </a:xfrm>
          <a:prstGeom prst="rect">
            <a:avLst/>
          </a:prstGeom>
        </p:spPr>
      </p:pic>
      <p:sp>
        <p:nvSpPr>
          <p:cNvPr id="132" name="타원 131">
            <a:extLst>
              <a:ext uri="{FF2B5EF4-FFF2-40B4-BE49-F238E27FC236}">
                <a16:creationId xmlns:a16="http://schemas.microsoft.com/office/drawing/2014/main" id="{F951C38B-D749-47F7-A245-DC533E75A25F}"/>
              </a:ext>
            </a:extLst>
          </p:cNvPr>
          <p:cNvSpPr/>
          <p:nvPr/>
        </p:nvSpPr>
        <p:spPr>
          <a:xfrm>
            <a:off x="9758033" y="3958166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633E8390-4E44-4A38-B9B0-3C569374F63C}"/>
              </a:ext>
            </a:extLst>
          </p:cNvPr>
          <p:cNvSpPr/>
          <p:nvPr/>
        </p:nvSpPr>
        <p:spPr>
          <a:xfrm>
            <a:off x="10371013" y="3958166"/>
            <a:ext cx="177800" cy="177800"/>
          </a:xfrm>
          <a:prstGeom prst="ellipse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27161204-3523-4D09-BF1D-390477F3AA30}"/>
              </a:ext>
            </a:extLst>
          </p:cNvPr>
          <p:cNvSpPr/>
          <p:nvPr/>
        </p:nvSpPr>
        <p:spPr>
          <a:xfrm>
            <a:off x="10646905" y="3958166"/>
            <a:ext cx="177800" cy="177800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A665CA5A-D7BB-42F3-95AC-49F7662A91F5}"/>
              </a:ext>
            </a:extLst>
          </p:cNvPr>
          <p:cNvSpPr/>
          <p:nvPr/>
        </p:nvSpPr>
        <p:spPr>
          <a:xfrm>
            <a:off x="10131843" y="3616988"/>
            <a:ext cx="177800" cy="1778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F6D78B81-E7AE-49B8-BC8F-2A87DDAA7AA2}"/>
              </a:ext>
            </a:extLst>
          </p:cNvPr>
          <p:cNvCxnSpPr>
            <a:stCxn id="86" idx="2"/>
            <a:endCxn id="36" idx="2"/>
          </p:cNvCxnSpPr>
          <p:nvPr/>
        </p:nvCxnSpPr>
        <p:spPr>
          <a:xfrm rot="5400000" flipH="1">
            <a:off x="8515278" y="2342088"/>
            <a:ext cx="6499" cy="3786320"/>
          </a:xfrm>
          <a:prstGeom prst="bentConnector3">
            <a:avLst>
              <a:gd name="adj1" fmla="val -351746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95A60F1B-9232-40EA-A9D2-FE05D3CAD603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 flipV="1">
            <a:off x="7367638" y="3510156"/>
            <a:ext cx="15461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7CB7B3CF-6657-4B96-B6A7-52070A032FC5}"/>
              </a:ext>
            </a:extLst>
          </p:cNvPr>
          <p:cNvCxnSpPr>
            <a:stCxn id="37" idx="3"/>
            <a:endCxn id="86" idx="1"/>
          </p:cNvCxnSpPr>
          <p:nvPr/>
        </p:nvCxnSpPr>
        <p:spPr>
          <a:xfrm>
            <a:off x="9503502" y="3510156"/>
            <a:ext cx="165915" cy="65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그림 138" descr="\documentclass{article}&#10;\usepackage{amsmath}&#10;\pagestyle{empty}&#10;\begin{document}&#10;&#10;$(n_1,a_1)$&#10;&#10;&#10;\end{document}" title="IguanaTex Bitmap Display">
            <a:extLst>
              <a:ext uri="{FF2B5EF4-FFF2-40B4-BE49-F238E27FC236}">
                <a16:creationId xmlns:a16="http://schemas.microsoft.com/office/drawing/2014/main" id="{4047B44A-A3B6-411F-B56C-C52422F2AFA0}"/>
              </a:ext>
            </a:extLst>
      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750" y="3316863"/>
            <a:ext cx="348432" cy="113859"/>
          </a:xfrm>
          <a:prstGeom prst="rect">
            <a:avLst/>
          </a:prstGeom>
        </p:spPr>
      </p:pic>
      <p:pic>
        <p:nvPicPr>
          <p:cNvPr id="140" name="그림 139" descr="\documentclass{article}&#10;\usepackage{amsmath}&#10;\pagestyle{empty}&#10;\begin{document}&#10;&#10;$(n_2,a_2)$&#10;&#10;&#10;\end{document}" title="IguanaTex Bitmap Display">
            <a:extLst>
              <a:ext uri="{FF2B5EF4-FFF2-40B4-BE49-F238E27FC236}">
                <a16:creationId xmlns:a16="http://schemas.microsoft.com/office/drawing/2014/main" id="{B35704F0-C6AA-448B-904E-AA861F55D516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082" y="3552490"/>
            <a:ext cx="348437" cy="113859"/>
          </a:xfrm>
          <a:prstGeom prst="rect">
            <a:avLst/>
          </a:prstGeom>
        </p:spPr>
      </p:pic>
      <p:pic>
        <p:nvPicPr>
          <p:cNvPr id="141" name="그림 140" descr="\documentclass{article}&#10;\usepackage{amsmath}&#10;\pagestyle{empty}&#10;\begin{document}&#10;&#10;$(n_4,a_3)$&#10;&#10;&#10;\end{document}" title="IguanaTex Bitmap Display">
            <a:extLst>
              <a:ext uri="{FF2B5EF4-FFF2-40B4-BE49-F238E27FC236}">
                <a16:creationId xmlns:a16="http://schemas.microsoft.com/office/drawing/2014/main" id="{92AF7FB0-1166-450E-9C75-68335558710A}"/>
              </a:ext>
            </a:extLst>
      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082" y="3788117"/>
            <a:ext cx="348437" cy="113859"/>
          </a:xfrm>
          <a:prstGeom prst="rect">
            <a:avLst/>
          </a:prstGeom>
        </p:spPr>
      </p:pic>
      <p:pic>
        <p:nvPicPr>
          <p:cNvPr id="142" name="그림 141" descr="\documentclass{article}&#10;\usepackage{amsmath}&#10;\pagestyle{empty}&#10;\begin{document}&#10;&#10;$(n_4,a_4)$&#10;&#10;&#10;\end{document}" title="IguanaTex Bitmap Display">
            <a:extLst>
              <a:ext uri="{FF2B5EF4-FFF2-40B4-BE49-F238E27FC236}">
                <a16:creationId xmlns:a16="http://schemas.microsoft.com/office/drawing/2014/main" id="{06F6A682-CA63-4ED0-A4B5-4D03EAE201C2}"/>
              </a:ext>
            </a:extLst>
          </p:cNvPr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082" y="4023745"/>
            <a:ext cx="348437" cy="113859"/>
          </a:xfrm>
          <a:prstGeom prst="rect">
            <a:avLst/>
          </a:prstGeom>
        </p:spPr>
      </p:pic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E056EDBF-069E-4F8A-A915-A8AB9E00E2CA}"/>
              </a:ext>
            </a:extLst>
          </p:cNvPr>
          <p:cNvSpPr/>
          <p:nvPr/>
        </p:nvSpPr>
        <p:spPr>
          <a:xfrm>
            <a:off x="5883097" y="4811040"/>
            <a:ext cx="1484541" cy="151262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47C33383-FED8-4E71-85F4-54C7CAC41CEC}"/>
              </a:ext>
            </a:extLst>
          </p:cNvPr>
          <p:cNvSpPr/>
          <p:nvPr/>
        </p:nvSpPr>
        <p:spPr>
          <a:xfrm>
            <a:off x="4746482" y="4811039"/>
            <a:ext cx="997572" cy="16367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145" name="그림 144" descr="\documentclass{article}&#10;\usepackage{amsmath}&#10;\pagestyle{empty}&#10;\begin{document}&#10;&#10;&#10;\centering&#10;\noindent&#10;Scene $\mathcal{X}_k$ and \\&#10;target structure $T$&#10;&#10;&#10;\end{document}" title="IguanaTex Bitmap Display">
            <a:extLst>
              <a:ext uri="{FF2B5EF4-FFF2-40B4-BE49-F238E27FC236}">
                <a16:creationId xmlns:a16="http://schemas.microsoft.com/office/drawing/2014/main" id="{3466E4FF-1A79-48F7-B863-65CCC9FB71E5}"/>
              </a:ext>
            </a:extLst>
      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406" y="5443410"/>
            <a:ext cx="902639" cy="240063"/>
          </a:xfrm>
          <a:prstGeom prst="rect">
            <a:avLst/>
          </a:prstGeom>
        </p:spPr>
      </p:pic>
      <p:pic>
        <p:nvPicPr>
          <p:cNvPr id="146" name="그림 145" descr="\documentclass{article}&#10;\usepackage{amsmath}&#10;\pagestyle{empty}&#10;\begin{document}&#10;&#10;State $s_k$&#10;&#10;&#10;\end{document}" title="IguanaTex Bitmap Display">
            <a:extLst>
              <a:ext uri="{FF2B5EF4-FFF2-40B4-BE49-F238E27FC236}">
                <a16:creationId xmlns:a16="http://schemas.microsoft.com/office/drawing/2014/main" id="{787992D7-FD63-45F6-B527-695297C267F6}"/>
              </a:ext>
            </a:extLst>
          </p:cNvPr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525" y="6511721"/>
            <a:ext cx="434401" cy="108981"/>
          </a:xfrm>
          <a:prstGeom prst="rect">
            <a:avLst/>
          </a:prstGeom>
        </p:spPr>
      </p:pic>
      <p:pic>
        <p:nvPicPr>
          <p:cNvPr id="147" name="그림 146" descr="\documentclass{article}&#10;\usepackage{amsmath}&#10;\pagestyle{empty}&#10;\begin{document}&#10;&#10;Inventory $\mathcal{I}_k$&#10;&#10;&#10;\end{document}" title="IguanaTex Bitmap Display">
            <a:extLst>
              <a:ext uri="{FF2B5EF4-FFF2-40B4-BE49-F238E27FC236}">
                <a16:creationId xmlns:a16="http://schemas.microsoft.com/office/drawing/2014/main" id="{D6532E78-14B4-42CF-AEAF-08C6EFE893F3}"/>
              </a:ext>
            </a:extLst>
      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729" y="6310391"/>
            <a:ext cx="617992" cy="100827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3C8E2854-B79F-444C-A55E-99059F1CC853}"/>
              </a:ext>
            </a:extLst>
          </p:cNvPr>
          <p:cNvPicPr>
            <a:picLocks noChangeAspect="1"/>
          </p:cNvPicPr>
          <p:nvPr/>
        </p:nvPicPr>
        <p:blipFill rotWithShape="1">
          <a:blip r:embed="rId80">
            <a:extLst>
              <a:ext uri="{BEBA8EAE-BF5A-486C-A8C5-ECC9F3942E4B}">
                <a14:imgProps xmlns:a14="http://schemas.microsoft.com/office/drawing/2010/main">
                  <a14:imgLayer r:embed="rId81">
                    <a14:imgEffect>
                      <a14:backgroundRemoval t="6015" b="92782" l="3694" r="93434">
                        <a14:foregroundMark x1="35294" y1="59098" x2="35294" y2="59098"/>
                        <a14:foregroundMark x1="13680" y1="61203" x2="13680" y2="61203"/>
                        <a14:foregroundMark x1="5609" y1="31429" x2="5609" y2="31429"/>
                        <a14:foregroundMark x1="7387" y1="31729" x2="7387" y2="31729"/>
                        <a14:foregroundMark x1="7387" y1="88571" x2="7387" y2="88571"/>
                        <a14:foregroundMark x1="7798" y1="91429" x2="8892" y2="90977"/>
                        <a14:foregroundMark x1="36389" y1="88120" x2="37073" y2="86917"/>
                        <a14:foregroundMark x1="11081" y1="90226" x2="5882" y2="91729"/>
                        <a14:foregroundMark x1="4514" y1="92932" x2="3694" y2="92632"/>
                        <a14:foregroundMark x1="62654" y1="88120" x2="63748" y2="85714"/>
                        <a14:foregroundMark x1="60465" y1="57895" x2="59781" y2="55188"/>
                        <a14:foregroundMark x1="89740" y1="84511" x2="87962" y2="86165"/>
                        <a14:foregroundMark x1="82079" y1="59098" x2="82079" y2="55940"/>
                        <a14:foregroundMark x1="93434" y1="86165" x2="93434" y2="86165"/>
                        <a14:foregroundMark x1="83174" y1="34135" x2="77702" y2="34586"/>
                        <a14:foregroundMark x1="77702" y1="16090" x2="72640" y2="10376"/>
                        <a14:foregroundMark x1="39398" y1="32632" x2="33379" y2="33835"/>
                        <a14:foregroundMark x1="58276" y1="32932" x2="54583" y2="34135"/>
                        <a14:foregroundMark x1="60328" y1="14286" x2="53899" y2="11429"/>
                        <a14:foregroundMark x1="37756" y1="12030" x2="31053" y2="10827"/>
                        <a14:foregroundMark x1="54309" y1="8271" x2="54309" y2="8271"/>
                        <a14:foregroundMark x1="13680" y1="12481" x2="9166" y2="11278"/>
                        <a14:foregroundMark x1="12312" y1="10977" x2="11218" y2="6015"/>
                      </a14:backgroundRemoval>
                    </a14:imgEffect>
                  </a14:imgLayer>
                </a14:imgProps>
              </a:ext>
            </a:extLst>
          </a:blip>
          <a:srcRect t="21895" r="3937"/>
          <a:stretch/>
        </p:blipFill>
        <p:spPr>
          <a:xfrm>
            <a:off x="4902453" y="5788220"/>
            <a:ext cx="650172" cy="480900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B4448A8F-8B1F-4126-8B24-ABE36C620EA5}"/>
              </a:ext>
            </a:extLst>
          </p:cNvPr>
          <p:cNvPicPr>
            <a:picLocks noChangeAspect="1"/>
          </p:cNvPicPr>
          <p:nvPr/>
        </p:nvPicPr>
        <p:blipFill>
          <a:blip r:embed="rId8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7" t="31212" r="20506" b="23463"/>
          <a:stretch>
            <a:fillRect/>
          </a:stretch>
        </p:blipFill>
        <p:spPr>
          <a:xfrm>
            <a:off x="4863759" y="4899632"/>
            <a:ext cx="741238" cy="502055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1" name="그림 150" descr="\documentclass{article}&#10;\usepackage{amsmath}&#10;\pagestyle{empty}&#10;\begin{document}&#10;&#10;\noindent\centering&#10;Parallel node expansion \\ and evaluation&#10;\end{document}" title="IguanaTex Bitmap Display">
            <a:extLst>
              <a:ext uri="{FF2B5EF4-FFF2-40B4-BE49-F238E27FC236}">
                <a16:creationId xmlns:a16="http://schemas.microsoft.com/office/drawing/2014/main" id="{B1E6FD23-DE8A-487D-922A-5B9C059A5A22}"/>
              </a:ext>
            </a:extLst>
          </p:cNvPr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875" y="4885090"/>
            <a:ext cx="1176311" cy="216744"/>
          </a:xfrm>
          <a:prstGeom prst="rect">
            <a:avLst/>
          </a:prstGeom>
        </p:spPr>
      </p:pic>
      <p:pic>
        <p:nvPicPr>
          <p:cNvPr id="152" name="그림 151" descr="\documentclass{article}&#10;\usepackage{amsmath}&#10;\pagestyle{empty}&#10;\begin{document}&#10;&#10;Batched selection&#10;\end{document}" title="IguanaTex Bitmap Display">
            <a:extLst>
              <a:ext uri="{FF2B5EF4-FFF2-40B4-BE49-F238E27FC236}">
                <a16:creationId xmlns:a16="http://schemas.microsoft.com/office/drawing/2014/main" id="{E662B798-7366-4C6B-9AE1-0668A9F0037D}"/>
              </a:ext>
            </a:extLst>
      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820" y="4885089"/>
            <a:ext cx="862857" cy="80250"/>
          </a:xfrm>
          <a:prstGeom prst="rect">
            <a:avLst/>
          </a:prstGeom>
        </p:spPr>
      </p:pic>
      <p:pic>
        <p:nvPicPr>
          <p:cNvPr id="153" name="그림 152" descr="\documentclass{article}&#10;\usepackage{amsmath}&#10;\pagestyle{empty}&#10;\begin{document}&#10;&#10;$\pi_\text{init}$&#10;\end{document}" title="IguanaTex Bitmap Display">
            <a:extLst>
              <a:ext uri="{FF2B5EF4-FFF2-40B4-BE49-F238E27FC236}">
                <a16:creationId xmlns:a16="http://schemas.microsoft.com/office/drawing/2014/main" id="{CED5B373-3195-40C1-89EE-58ADE565C409}"/>
              </a:ext>
            </a:extLst>
          </p:cNvPr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904" y="5195275"/>
            <a:ext cx="194108" cy="67218"/>
          </a:xfrm>
          <a:prstGeom prst="rect">
            <a:avLst/>
          </a:prstGeom>
        </p:spPr>
      </p:pic>
      <p:pic>
        <p:nvPicPr>
          <p:cNvPr id="154" name="그림 153" descr="\documentclass{article}&#10;\usepackage{amsmath}&#10;\pagestyle{empty}&#10;\begin{document}&#10;&#10;$\pi_\text{opt}$&#10;\end{document}" title="IguanaTex Bitmap Display">
            <a:extLst>
              <a:ext uri="{FF2B5EF4-FFF2-40B4-BE49-F238E27FC236}">
                <a16:creationId xmlns:a16="http://schemas.microsoft.com/office/drawing/2014/main" id="{7D94EF21-E92A-4F5F-A6F0-AF0A2AA929B1}"/>
              </a:ext>
            </a:extLst>
          </p:cNvPr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300" y="5193764"/>
            <a:ext cx="187935" cy="81622"/>
          </a:xfrm>
          <a:prstGeom prst="rect">
            <a:avLst/>
          </a:prstGeom>
        </p:spPr>
      </p:pic>
      <p:pic>
        <p:nvPicPr>
          <p:cNvPr id="155" name="그림 154" descr="\documentclass{article}&#10;\usepackage{amsmath}&#10;\pagestyle{empty}&#10;\begin{document}&#10;&#10;$\pi_\text{sim}$&#10;\end{document}" title="IguanaTex Bitmap Display">
            <a:extLst>
              <a:ext uri="{FF2B5EF4-FFF2-40B4-BE49-F238E27FC236}">
                <a16:creationId xmlns:a16="http://schemas.microsoft.com/office/drawing/2014/main" id="{CA02AE18-B9C3-44C2-9748-20222146E31F}"/>
              </a:ext>
            </a:extLst>
          </p:cNvPr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683" y="5193764"/>
            <a:ext cx="195480" cy="67218"/>
          </a:xfrm>
          <a:prstGeom prst="rect">
            <a:avLst/>
          </a:prstGeom>
        </p:spPr>
      </p:pic>
      <p:sp>
        <p:nvSpPr>
          <p:cNvPr id="156" name="타원 155">
            <a:extLst>
              <a:ext uri="{FF2B5EF4-FFF2-40B4-BE49-F238E27FC236}">
                <a16:creationId xmlns:a16="http://schemas.microsoft.com/office/drawing/2014/main" id="{DD618AD2-B0B6-4009-8B68-D9E0F13E9E86}"/>
              </a:ext>
            </a:extLst>
          </p:cNvPr>
          <p:cNvSpPr/>
          <p:nvPr/>
        </p:nvSpPr>
        <p:spPr>
          <a:xfrm>
            <a:off x="6160834" y="5387654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00784609-2B63-4CD7-8901-8CDC32067D1A}"/>
              </a:ext>
            </a:extLst>
          </p:cNvPr>
          <p:cNvSpPr/>
          <p:nvPr/>
        </p:nvSpPr>
        <p:spPr>
          <a:xfrm>
            <a:off x="6917318" y="5387654"/>
            <a:ext cx="177800" cy="177800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BAE1BAF0-7117-4D93-9694-D51BBC880BCF}"/>
              </a:ext>
            </a:extLst>
          </p:cNvPr>
          <p:cNvSpPr/>
          <p:nvPr/>
        </p:nvSpPr>
        <p:spPr>
          <a:xfrm>
            <a:off x="6728197" y="5687338"/>
            <a:ext cx="177800" cy="177800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9B434EB2-1381-4305-9A5E-D5B8C7DEB5B1}"/>
              </a:ext>
            </a:extLst>
          </p:cNvPr>
          <p:cNvCxnSpPr>
            <a:cxnSpLocks/>
            <a:stCxn id="180" idx="5"/>
            <a:endCxn id="166" idx="0"/>
          </p:cNvCxnSpPr>
          <p:nvPr/>
        </p:nvCxnSpPr>
        <p:spPr>
          <a:xfrm>
            <a:off x="6323808" y="5552000"/>
            <a:ext cx="115047" cy="135338"/>
          </a:xfrm>
          <a:prstGeom prst="line">
            <a:avLst/>
          </a:prstGeom>
          <a:ln w="127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타원 159">
            <a:extLst>
              <a:ext uri="{FF2B5EF4-FFF2-40B4-BE49-F238E27FC236}">
                <a16:creationId xmlns:a16="http://schemas.microsoft.com/office/drawing/2014/main" id="{ED5900D8-9DA9-4CEE-92A5-666589434469}"/>
              </a:ext>
            </a:extLst>
          </p:cNvPr>
          <p:cNvSpPr/>
          <p:nvPr/>
        </p:nvSpPr>
        <p:spPr>
          <a:xfrm>
            <a:off x="7106437" y="5687338"/>
            <a:ext cx="177800" cy="177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F126B2AA-05D7-4E8F-8355-6A27C7B1E940}"/>
              </a:ext>
            </a:extLst>
          </p:cNvPr>
          <p:cNvCxnSpPr>
            <a:cxnSpLocks/>
            <a:stCxn id="184" idx="5"/>
            <a:endCxn id="160" idx="0"/>
          </p:cNvCxnSpPr>
          <p:nvPr/>
        </p:nvCxnSpPr>
        <p:spPr>
          <a:xfrm>
            <a:off x="7082171" y="5552000"/>
            <a:ext cx="113166" cy="1353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8B882604-354C-49D2-99C1-F6DB0B80B8C1}"/>
              </a:ext>
            </a:extLst>
          </p:cNvPr>
          <p:cNvSpPr/>
          <p:nvPr/>
        </p:nvSpPr>
        <p:spPr>
          <a:xfrm>
            <a:off x="5974074" y="6030877"/>
            <a:ext cx="173078" cy="173078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919105CF-7A50-48E2-8E7A-2C376AC78D91}"/>
              </a:ext>
            </a:extLst>
          </p:cNvPr>
          <p:cNvSpPr/>
          <p:nvPr/>
        </p:nvSpPr>
        <p:spPr>
          <a:xfrm>
            <a:off x="6589762" y="6030877"/>
            <a:ext cx="173078" cy="173078"/>
          </a:xfrm>
          <a:prstGeom prst="rect">
            <a:avLst/>
          </a:prstGeom>
          <a:noFill/>
          <a:ln w="127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86378E79-FE58-4565-B2D3-58A47C60CA7D}"/>
              </a:ext>
            </a:extLst>
          </p:cNvPr>
          <p:cNvSpPr/>
          <p:nvPr/>
        </p:nvSpPr>
        <p:spPr>
          <a:xfrm>
            <a:off x="6856817" y="6030877"/>
            <a:ext cx="173078" cy="173078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2F4ED64F-4E3D-436F-870B-1AE564607BEF}"/>
              </a:ext>
            </a:extLst>
          </p:cNvPr>
          <p:cNvSpPr/>
          <p:nvPr/>
        </p:nvSpPr>
        <p:spPr>
          <a:xfrm>
            <a:off x="5971713" y="5687338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8ED6AF34-3CC8-40D7-8B5C-8EE2F3EC4391}"/>
              </a:ext>
            </a:extLst>
          </p:cNvPr>
          <p:cNvSpPr/>
          <p:nvPr/>
        </p:nvSpPr>
        <p:spPr>
          <a:xfrm>
            <a:off x="6349955" y="5687338"/>
            <a:ext cx="177800" cy="17780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8D5257A3-1F78-417A-89F7-3196DA58C883}"/>
              </a:ext>
            </a:extLst>
          </p:cNvPr>
          <p:cNvCxnSpPr>
            <a:cxnSpLocks/>
            <a:stCxn id="162" idx="0"/>
            <a:endCxn id="165" idx="4"/>
          </p:cNvCxnSpPr>
          <p:nvPr/>
        </p:nvCxnSpPr>
        <p:spPr>
          <a:xfrm flipV="1">
            <a:off x="6060613" y="5865138"/>
            <a:ext cx="0" cy="1657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F47488F4-3903-4DD1-BE6D-D88C8BA906E2}"/>
              </a:ext>
            </a:extLst>
          </p:cNvPr>
          <p:cNvCxnSpPr>
            <a:cxnSpLocks/>
            <a:stCxn id="185" idx="5"/>
            <a:endCxn id="164" idx="0"/>
          </p:cNvCxnSpPr>
          <p:nvPr/>
        </p:nvCxnSpPr>
        <p:spPr>
          <a:xfrm>
            <a:off x="6894163" y="5851684"/>
            <a:ext cx="49193" cy="179193"/>
          </a:xfrm>
          <a:prstGeom prst="line">
            <a:avLst/>
          </a:prstGeom>
          <a:ln w="12700">
            <a:solidFill>
              <a:schemeClr val="accent6"/>
            </a:solidFill>
            <a:headEnd type="non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9" name="그림 168" descr="\documentclass{article}&#10;\usepackage{amsmath}&#10;\pagestyle{empty}&#10;\begin{document}&#10;&#10;$b_2$&#10;&#10;&#10;\end{document}" title="IguanaTex Bitmap Display">
            <a:extLst>
              <a:ext uri="{FF2B5EF4-FFF2-40B4-BE49-F238E27FC236}">
                <a16:creationId xmlns:a16="http://schemas.microsoft.com/office/drawing/2014/main" id="{12BF1F8B-99D9-4A26-B448-3419B68A40F4}"/>
              </a:ext>
            </a:extLst>
          </p:cNvPr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757" y="6071109"/>
            <a:ext cx="84366" cy="96026"/>
          </a:xfrm>
          <a:prstGeom prst="rect">
            <a:avLst/>
          </a:prstGeom>
        </p:spPr>
      </p:pic>
      <p:pic>
        <p:nvPicPr>
          <p:cNvPr id="170" name="그림 169" descr="\documentclass{article}&#10;\usepackage{amsmath}&#10;\pagestyle{empty}&#10;\begin{document}&#10;&#10;$b_1$&#10;&#10;&#10;\end{document}" title="IguanaTex Bitmap Display">
            <a:extLst>
              <a:ext uri="{FF2B5EF4-FFF2-40B4-BE49-F238E27FC236}">
                <a16:creationId xmlns:a16="http://schemas.microsoft.com/office/drawing/2014/main" id="{D3CEDF91-51E8-44FC-B452-50C15275B124}"/>
              </a:ext>
            </a:extLst>
          </p:cNvPr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717" y="5727549"/>
            <a:ext cx="82307" cy="96026"/>
          </a:xfrm>
          <a:prstGeom prst="rect">
            <a:avLst/>
          </a:prstGeom>
        </p:spPr>
      </p:pic>
      <p:pic>
        <p:nvPicPr>
          <p:cNvPr id="171" name="그림 170" descr="\documentclass{article}&#10;\usepackage{amsmath}&#10;\pagestyle{empty}&#10;\begin{document}&#10;&#10;$b_3$&#10;&#10;&#10;\end{document}" title="IguanaTex Bitmap Display">
            <a:extLst>
              <a:ext uri="{FF2B5EF4-FFF2-40B4-BE49-F238E27FC236}">
                <a16:creationId xmlns:a16="http://schemas.microsoft.com/office/drawing/2014/main" id="{436BFB33-6BC2-4BE2-AFE6-754728CB35ED}"/>
              </a:ext>
            </a:extLst>
          </p:cNvPr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893" y="6070423"/>
            <a:ext cx="85051" cy="97398"/>
          </a:xfrm>
          <a:prstGeom prst="rect">
            <a:avLst/>
          </a:prstGeom>
        </p:spPr>
      </p:pic>
      <p:pic>
        <p:nvPicPr>
          <p:cNvPr id="172" name="그림 171" descr="\documentclass{article}&#10;\usepackage{amsmath}&#10;\pagestyle{empty}&#10;\begin{document}&#10;&#10;$b_4$&#10;&#10;&#10;\end{document}" title="IguanaTex Bitmap Display">
            <a:extLst>
              <a:ext uri="{FF2B5EF4-FFF2-40B4-BE49-F238E27FC236}">
                <a16:creationId xmlns:a16="http://schemas.microsoft.com/office/drawing/2014/main" id="{17E1C788-9194-4A18-849D-EB60D5372310}"/>
              </a:ext>
            </a:extLst>
          </p:cNvPr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216" y="6071109"/>
            <a:ext cx="86423" cy="96026"/>
          </a:xfrm>
          <a:prstGeom prst="rect">
            <a:avLst/>
          </a:prstGeom>
        </p:spPr>
      </p:pic>
      <p:pic>
        <p:nvPicPr>
          <p:cNvPr id="173" name="그림 172" descr="\documentclass{article}&#10;\usepackage{amsmath}&#10;\pagestyle{empty}&#10;\begin{document}&#10;&#10;$n_2$&#10;&#10;&#10;\end{document}" title="IguanaTex Bitmap Display">
            <a:extLst>
              <a:ext uri="{FF2B5EF4-FFF2-40B4-BE49-F238E27FC236}">
                <a16:creationId xmlns:a16="http://schemas.microsoft.com/office/drawing/2014/main" id="{2AA00857-CA1D-44D2-B9E7-A840422A3B10}"/>
              </a:ext>
            </a:extLst>
          </p:cNvPr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15" y="5748979"/>
            <a:ext cx="105628" cy="67218"/>
          </a:xfrm>
          <a:prstGeom prst="rect">
            <a:avLst/>
          </a:prstGeom>
        </p:spPr>
      </p:pic>
      <p:pic>
        <p:nvPicPr>
          <p:cNvPr id="174" name="그림 173" descr="\documentclass{article}&#10;\usepackage{amsmath}&#10;\pagestyle{empty}&#10;\begin{document}&#10;&#10;$n_0$&#10;&#10;&#10;\end{document}" title="IguanaTex Bitmap Display">
            <a:extLst>
              <a:ext uri="{FF2B5EF4-FFF2-40B4-BE49-F238E27FC236}">
                <a16:creationId xmlns:a16="http://schemas.microsoft.com/office/drawing/2014/main" id="{FB46E56A-168A-40DE-896E-1E1465D9AA4E}"/>
              </a:ext>
            </a:extLst>
          </p:cNvPr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553" y="5154880"/>
            <a:ext cx="106314" cy="68590"/>
          </a:xfrm>
          <a:prstGeom prst="rect">
            <a:avLst/>
          </a:prstGeom>
        </p:spPr>
      </p:pic>
      <p:pic>
        <p:nvPicPr>
          <p:cNvPr id="175" name="그림 174" descr="\documentclass{article}&#10;\usepackage{amsmath}&#10;\pagestyle{empty}&#10;\begin{document}&#10;&#10;$n_1$&#10;&#10;&#10;\end{document}" title="IguanaTex Bitmap Display">
            <a:extLst>
              <a:ext uri="{FF2B5EF4-FFF2-40B4-BE49-F238E27FC236}">
                <a16:creationId xmlns:a16="http://schemas.microsoft.com/office/drawing/2014/main" id="{8E9C21EE-1039-4159-A5FE-B8A317E4101A}"/>
              </a:ext>
            </a:extLst>
          </p:cNvPr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577" y="5449295"/>
            <a:ext cx="103570" cy="67218"/>
          </a:xfrm>
          <a:prstGeom prst="rect">
            <a:avLst/>
          </a:prstGeom>
        </p:spPr>
      </p:pic>
      <p:pic>
        <p:nvPicPr>
          <p:cNvPr id="176" name="그림 175" descr="\documentclass{article}&#10;\usepackage{amsmath}&#10;\pagestyle{empty}&#10;\begin{document}&#10;&#10;$n_3$&#10;&#10;&#10;\end{document}" title="IguanaTex Bitmap Display">
            <a:extLst>
              <a:ext uri="{FF2B5EF4-FFF2-40B4-BE49-F238E27FC236}">
                <a16:creationId xmlns:a16="http://schemas.microsoft.com/office/drawing/2014/main" id="{CB17DE9F-058C-4261-826F-E3FF7014A233}"/>
              </a:ext>
            </a:extLst>
          </p:cNvPr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3" y="5448609"/>
            <a:ext cx="106314" cy="68590"/>
          </a:xfrm>
          <a:prstGeom prst="rect">
            <a:avLst/>
          </a:prstGeom>
        </p:spPr>
      </p:pic>
      <p:pic>
        <p:nvPicPr>
          <p:cNvPr id="177" name="그림 176" descr="\documentclass{article}&#10;\usepackage{amsmath}&#10;\pagestyle{empty}&#10;\begin{document}&#10;&#10;$n_4$&#10;&#10;&#10;\end{document}" title="IguanaTex Bitmap Display">
            <a:extLst>
              <a:ext uri="{FF2B5EF4-FFF2-40B4-BE49-F238E27FC236}">
                <a16:creationId xmlns:a16="http://schemas.microsoft.com/office/drawing/2014/main" id="{95454FF1-E00F-4927-9F5A-5DA58377C4DF}"/>
              </a:ext>
            </a:extLst>
          </p:cNvPr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493" y="5748979"/>
            <a:ext cx="107686" cy="67218"/>
          </a:xfrm>
          <a:prstGeom prst="rect">
            <a:avLst/>
          </a:prstGeom>
        </p:spPr>
      </p:pic>
      <p:pic>
        <p:nvPicPr>
          <p:cNvPr id="178" name="그림 177" descr="\documentclass{article}&#10;\usepackage{amsmath}&#10;\pagestyle{empty}&#10;\begin{document}&#10;&#10;$n_5$&#10;&#10;&#10;\end{document}" title="IguanaTex Bitmap Display">
            <a:extLst>
              <a:ext uri="{FF2B5EF4-FFF2-40B4-BE49-F238E27FC236}">
                <a16:creationId xmlns:a16="http://schemas.microsoft.com/office/drawing/2014/main" id="{B2C217F3-4809-4EC7-98C2-FDA8D7572948}"/>
              </a:ext>
            </a:extLst>
          </p:cNvPr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180" y="5748293"/>
            <a:ext cx="105628" cy="68590"/>
          </a:xfrm>
          <a:prstGeom prst="rect">
            <a:avLst/>
          </a:prstGeom>
        </p:spPr>
      </p:pic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F0BCC789-6E1A-4E6A-898E-A9C7FBE4C3E0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6273794" y="5212330"/>
            <a:ext cx="262800" cy="164228"/>
          </a:xfrm>
          <a:prstGeom prst="line">
            <a:avLst/>
          </a:prstGeom>
          <a:ln w="12700">
            <a:solidFill>
              <a:schemeClr val="accent2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타원 179">
            <a:extLst>
              <a:ext uri="{FF2B5EF4-FFF2-40B4-BE49-F238E27FC236}">
                <a16:creationId xmlns:a16="http://schemas.microsoft.com/office/drawing/2014/main" id="{CD339751-2B27-469B-8F22-C10DB4C6F0FB}"/>
              </a:ext>
            </a:extLst>
          </p:cNvPr>
          <p:cNvSpPr/>
          <p:nvPr/>
        </p:nvSpPr>
        <p:spPr>
          <a:xfrm>
            <a:off x="6141665" y="5369857"/>
            <a:ext cx="213394" cy="213394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61631200-29D0-4A3C-9E18-55E6CA4B89DB}"/>
              </a:ext>
            </a:extLst>
          </p:cNvPr>
          <p:cNvCxnSpPr>
            <a:cxnSpLocks/>
            <a:stCxn id="190" idx="3"/>
            <a:endCxn id="156" idx="7"/>
          </p:cNvCxnSpPr>
          <p:nvPr/>
        </p:nvCxnSpPr>
        <p:spPr>
          <a:xfrm flipH="1">
            <a:off x="6312596" y="5251969"/>
            <a:ext cx="252518" cy="161723"/>
          </a:xfrm>
          <a:prstGeom prst="line">
            <a:avLst/>
          </a:prstGeom>
          <a:ln w="12700">
            <a:solidFill>
              <a:schemeClr val="accent1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2766CB10-55AE-48C0-8E6D-7CBFAE53F45F}"/>
              </a:ext>
            </a:extLst>
          </p:cNvPr>
          <p:cNvCxnSpPr>
            <a:cxnSpLocks/>
            <a:stCxn id="156" idx="3"/>
            <a:endCxn id="165" idx="0"/>
          </p:cNvCxnSpPr>
          <p:nvPr/>
        </p:nvCxnSpPr>
        <p:spPr>
          <a:xfrm flipH="1">
            <a:off x="6060613" y="5539416"/>
            <a:ext cx="126259" cy="147922"/>
          </a:xfrm>
          <a:prstGeom prst="line">
            <a:avLst/>
          </a:prstGeom>
          <a:ln w="12700">
            <a:solidFill>
              <a:schemeClr val="accent1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17C87F3A-0214-4DC2-93EE-4177D1D2D91E}"/>
              </a:ext>
            </a:extLst>
          </p:cNvPr>
          <p:cNvCxnSpPr>
            <a:cxnSpLocks noChangeAspect="1"/>
          </p:cNvCxnSpPr>
          <p:nvPr/>
        </p:nvCxnSpPr>
        <p:spPr>
          <a:xfrm>
            <a:off x="6715710" y="5208705"/>
            <a:ext cx="262800" cy="164228"/>
          </a:xfrm>
          <a:prstGeom prst="line">
            <a:avLst/>
          </a:prstGeom>
          <a:ln w="12700">
            <a:solidFill>
              <a:schemeClr val="accent6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타원 183">
            <a:extLst>
              <a:ext uri="{FF2B5EF4-FFF2-40B4-BE49-F238E27FC236}">
                <a16:creationId xmlns:a16="http://schemas.microsoft.com/office/drawing/2014/main" id="{6DB63610-0E80-4E9D-A756-9C9827A57293}"/>
              </a:ext>
            </a:extLst>
          </p:cNvPr>
          <p:cNvSpPr/>
          <p:nvPr/>
        </p:nvSpPr>
        <p:spPr>
          <a:xfrm>
            <a:off x="6900028" y="5369857"/>
            <a:ext cx="213394" cy="213394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08BE8E6A-4354-4352-B183-26C2B76C565A}"/>
              </a:ext>
            </a:extLst>
          </p:cNvPr>
          <p:cNvSpPr/>
          <p:nvPr/>
        </p:nvSpPr>
        <p:spPr>
          <a:xfrm>
            <a:off x="6712020" y="5669541"/>
            <a:ext cx="213394" cy="213394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3CDD66F7-616C-4C04-9BBD-4583847A6109}"/>
              </a:ext>
            </a:extLst>
          </p:cNvPr>
          <p:cNvCxnSpPr>
            <a:cxnSpLocks/>
          </p:cNvCxnSpPr>
          <p:nvPr/>
        </p:nvCxnSpPr>
        <p:spPr>
          <a:xfrm flipH="1">
            <a:off x="6810798" y="5532072"/>
            <a:ext cx="126259" cy="149741"/>
          </a:xfrm>
          <a:prstGeom prst="line">
            <a:avLst/>
          </a:prstGeom>
          <a:ln w="12700">
            <a:solidFill>
              <a:srgbClr val="7030A0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58C05CDE-15EF-49F6-BC57-A99D4D69A814}"/>
              </a:ext>
            </a:extLst>
          </p:cNvPr>
          <p:cNvCxnSpPr>
            <a:cxnSpLocks/>
          </p:cNvCxnSpPr>
          <p:nvPr/>
        </p:nvCxnSpPr>
        <p:spPr>
          <a:xfrm flipH="1">
            <a:off x="6870179" y="5571912"/>
            <a:ext cx="95200" cy="112907"/>
          </a:xfrm>
          <a:prstGeom prst="line">
            <a:avLst/>
          </a:prstGeom>
          <a:ln w="12700">
            <a:solidFill>
              <a:schemeClr val="accent6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2CAFFD8F-AFDF-4F60-8D99-EFCF12595A0E}"/>
              </a:ext>
            </a:extLst>
          </p:cNvPr>
          <p:cNvCxnSpPr>
            <a:cxnSpLocks/>
            <a:stCxn id="158" idx="3"/>
            <a:endCxn id="163" idx="0"/>
          </p:cNvCxnSpPr>
          <p:nvPr/>
        </p:nvCxnSpPr>
        <p:spPr>
          <a:xfrm flipH="1">
            <a:off x="6676301" y="5839100"/>
            <a:ext cx="77934" cy="191777"/>
          </a:xfrm>
          <a:prstGeom prst="line">
            <a:avLst/>
          </a:prstGeom>
          <a:ln w="12700">
            <a:solidFill>
              <a:srgbClr val="7030A0"/>
            </a:solidFill>
            <a:headEnd type="non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FFCA7FCF-EA2D-42FE-B9FA-73A5E6ACACAD}"/>
              </a:ext>
            </a:extLst>
          </p:cNvPr>
          <p:cNvCxnSpPr>
            <a:cxnSpLocks/>
            <a:stCxn id="190" idx="5"/>
            <a:endCxn id="157" idx="1"/>
          </p:cNvCxnSpPr>
          <p:nvPr/>
        </p:nvCxnSpPr>
        <p:spPr>
          <a:xfrm>
            <a:off x="6690838" y="5251969"/>
            <a:ext cx="252518" cy="161723"/>
          </a:xfrm>
          <a:prstGeom prst="line">
            <a:avLst/>
          </a:prstGeom>
          <a:ln w="12700">
            <a:solidFill>
              <a:srgbClr val="7030A0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타원 189">
            <a:extLst>
              <a:ext uri="{FF2B5EF4-FFF2-40B4-BE49-F238E27FC236}">
                <a16:creationId xmlns:a16="http://schemas.microsoft.com/office/drawing/2014/main" id="{B14D801C-6C3D-495C-8297-3A20C55A9E83}"/>
              </a:ext>
            </a:extLst>
          </p:cNvPr>
          <p:cNvSpPr/>
          <p:nvPr/>
        </p:nvSpPr>
        <p:spPr>
          <a:xfrm>
            <a:off x="6539076" y="5100207"/>
            <a:ext cx="177800" cy="177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5B27574B-0195-4E52-913D-F6102CEF082B}"/>
              </a:ext>
            </a:extLst>
          </p:cNvPr>
          <p:cNvSpPr/>
          <p:nvPr/>
        </p:nvSpPr>
        <p:spPr>
          <a:xfrm>
            <a:off x="9753237" y="4817539"/>
            <a:ext cx="1484541" cy="151262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B5FDE419-7D30-4D63-A2DE-8F9B1E5B77B9}"/>
              </a:ext>
            </a:extLst>
          </p:cNvPr>
          <p:cNvSpPr/>
          <p:nvPr/>
        </p:nvSpPr>
        <p:spPr>
          <a:xfrm>
            <a:off x="10030974" y="5387654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4F646D18-BD03-45DB-B648-653E11C84EF4}"/>
              </a:ext>
            </a:extLst>
          </p:cNvPr>
          <p:cNvSpPr/>
          <p:nvPr/>
        </p:nvSpPr>
        <p:spPr>
          <a:xfrm>
            <a:off x="10787458" y="5387654"/>
            <a:ext cx="177800" cy="177800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148BB4EF-8D1C-4C3C-9525-2A0D585F357A}"/>
              </a:ext>
            </a:extLst>
          </p:cNvPr>
          <p:cNvSpPr/>
          <p:nvPr/>
        </p:nvSpPr>
        <p:spPr>
          <a:xfrm>
            <a:off x="10598337" y="5687338"/>
            <a:ext cx="177800" cy="177800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3D9198A6-A557-4983-88F1-4850001833A3}"/>
              </a:ext>
            </a:extLst>
          </p:cNvPr>
          <p:cNvCxnSpPr>
            <a:cxnSpLocks/>
            <a:stCxn id="212" idx="5"/>
            <a:endCxn id="227" idx="0"/>
          </p:cNvCxnSpPr>
          <p:nvPr/>
        </p:nvCxnSpPr>
        <p:spPr>
          <a:xfrm>
            <a:off x="10193948" y="5552000"/>
            <a:ext cx="110615" cy="135338"/>
          </a:xfrm>
          <a:prstGeom prst="line">
            <a:avLst/>
          </a:prstGeom>
          <a:ln w="12700">
            <a:solidFill>
              <a:schemeClr val="accent2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타원 195">
            <a:extLst>
              <a:ext uri="{FF2B5EF4-FFF2-40B4-BE49-F238E27FC236}">
                <a16:creationId xmlns:a16="http://schemas.microsoft.com/office/drawing/2014/main" id="{D907A83A-9B6E-453E-AF78-1699B3005068}"/>
              </a:ext>
            </a:extLst>
          </p:cNvPr>
          <p:cNvSpPr/>
          <p:nvPr/>
        </p:nvSpPr>
        <p:spPr>
          <a:xfrm>
            <a:off x="10976577" y="5687338"/>
            <a:ext cx="177800" cy="177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80436E12-AF22-4966-8E8C-1CC0D7EF8D0E}"/>
              </a:ext>
            </a:extLst>
          </p:cNvPr>
          <p:cNvCxnSpPr>
            <a:cxnSpLocks/>
            <a:stCxn id="216" idx="5"/>
            <a:endCxn id="196" idx="0"/>
          </p:cNvCxnSpPr>
          <p:nvPr/>
        </p:nvCxnSpPr>
        <p:spPr>
          <a:xfrm>
            <a:off x="10952311" y="5552000"/>
            <a:ext cx="113166" cy="1353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타원 197">
            <a:extLst>
              <a:ext uri="{FF2B5EF4-FFF2-40B4-BE49-F238E27FC236}">
                <a16:creationId xmlns:a16="http://schemas.microsoft.com/office/drawing/2014/main" id="{B14E6FDD-2F85-4565-BED8-743BB57720F0}"/>
              </a:ext>
            </a:extLst>
          </p:cNvPr>
          <p:cNvSpPr/>
          <p:nvPr/>
        </p:nvSpPr>
        <p:spPr>
          <a:xfrm>
            <a:off x="9841853" y="5687338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66986087-3089-4C8A-BC83-4FBC23C2DA96}"/>
              </a:ext>
            </a:extLst>
          </p:cNvPr>
          <p:cNvCxnSpPr>
            <a:cxnSpLocks/>
            <a:endCxn id="198" idx="4"/>
          </p:cNvCxnSpPr>
          <p:nvPr/>
        </p:nvCxnSpPr>
        <p:spPr>
          <a:xfrm flipV="1">
            <a:off x="9930753" y="5865138"/>
            <a:ext cx="0" cy="165285"/>
          </a:xfrm>
          <a:prstGeom prst="line">
            <a:avLst/>
          </a:prstGeom>
          <a:ln w="12700">
            <a:solidFill>
              <a:schemeClr val="accent1"/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D402E837-971B-4E41-8FE7-FD27AE263687}"/>
              </a:ext>
            </a:extLst>
          </p:cNvPr>
          <p:cNvCxnSpPr>
            <a:cxnSpLocks/>
            <a:stCxn id="217" idx="5"/>
            <a:endCxn id="226" idx="0"/>
          </p:cNvCxnSpPr>
          <p:nvPr/>
        </p:nvCxnSpPr>
        <p:spPr>
          <a:xfrm>
            <a:off x="10764303" y="5851684"/>
            <a:ext cx="55322" cy="176832"/>
          </a:xfrm>
          <a:prstGeom prst="line">
            <a:avLst/>
          </a:prstGeom>
          <a:ln w="12700">
            <a:solidFill>
              <a:schemeClr val="accent6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그림 200" descr="\documentclass{article}&#10;\usepackage{amsmath}&#10;\pagestyle{empty}&#10;\begin{document}&#10;&#10;$n_7$&#10;&#10;&#10;\end{document}" title="IguanaTex Bitmap Display">
            <a:extLst>
              <a:ext uri="{FF2B5EF4-FFF2-40B4-BE49-F238E27FC236}">
                <a16:creationId xmlns:a16="http://schemas.microsoft.com/office/drawing/2014/main" id="{FAB3CBAA-722E-400A-9C89-225003C683DC}"/>
              </a:ext>
            </a:extLst>
          </p:cNvPr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224" y="6089471"/>
            <a:ext cx="109058" cy="68590"/>
          </a:xfrm>
          <a:prstGeom prst="rect">
            <a:avLst/>
          </a:prstGeom>
        </p:spPr>
      </p:pic>
      <p:pic>
        <p:nvPicPr>
          <p:cNvPr id="202" name="그림 201" descr="\documentclass{article}&#10;\usepackage{amsmath}&#10;\pagestyle{empty}&#10;\begin{document}&#10;&#10;$n_6$&#10;&#10;&#10;\end{document}" title="IguanaTex Bitmap Display">
            <a:extLst>
              <a:ext uri="{FF2B5EF4-FFF2-40B4-BE49-F238E27FC236}">
                <a16:creationId xmlns:a16="http://schemas.microsoft.com/office/drawing/2014/main" id="{9CDDCEC8-8377-4909-8510-781A5A4D3584}"/>
              </a:ext>
            </a:extLst>
          </p:cNvPr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903" y="5748293"/>
            <a:ext cx="106313" cy="68590"/>
          </a:xfrm>
          <a:prstGeom prst="rect">
            <a:avLst/>
          </a:prstGeom>
        </p:spPr>
      </p:pic>
      <p:pic>
        <p:nvPicPr>
          <p:cNvPr id="203" name="그림 202" descr="\documentclass{article}&#10;\usepackage{amsmath}&#10;\pagestyle{empty}&#10;\begin{document}&#10;&#10;$n_8$&#10;&#10;&#10;\end{document}" title="IguanaTex Bitmap Display">
            <a:extLst>
              <a:ext uri="{FF2B5EF4-FFF2-40B4-BE49-F238E27FC236}">
                <a16:creationId xmlns:a16="http://schemas.microsoft.com/office/drawing/2014/main" id="{0683D85A-8D5D-469E-82DC-1C4C558AA8DF}"/>
              </a:ext>
            </a:extLst>
          </p:cNvPr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576" y="6089471"/>
            <a:ext cx="106314" cy="68590"/>
          </a:xfrm>
          <a:prstGeom prst="rect">
            <a:avLst/>
          </a:prstGeom>
        </p:spPr>
      </p:pic>
      <p:pic>
        <p:nvPicPr>
          <p:cNvPr id="204" name="그림 203" descr="\documentclass{article}&#10;\usepackage{amsmath}&#10;\pagestyle{empty}&#10;\begin{document}&#10;&#10;$n_9$&#10;&#10;&#10;\end{document}" title="IguanaTex Bitmap Display">
            <a:extLst>
              <a:ext uri="{FF2B5EF4-FFF2-40B4-BE49-F238E27FC236}">
                <a16:creationId xmlns:a16="http://schemas.microsoft.com/office/drawing/2014/main" id="{BD26E32E-EE60-4901-B4E0-A53CE9CD83AE}"/>
              </a:ext>
            </a:extLst>
          </p:cNvPr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593" y="6089471"/>
            <a:ext cx="106314" cy="68590"/>
          </a:xfrm>
          <a:prstGeom prst="rect">
            <a:avLst/>
          </a:prstGeom>
        </p:spPr>
      </p:pic>
      <p:pic>
        <p:nvPicPr>
          <p:cNvPr id="205" name="그림 204" descr="\documentclass{article}&#10;\usepackage{amsmath}&#10;\pagestyle{empty}&#10;\begin{document}&#10;&#10;$n_2$&#10;&#10;&#10;\end{document}" title="IguanaTex Bitmap Display">
            <a:extLst>
              <a:ext uri="{FF2B5EF4-FFF2-40B4-BE49-F238E27FC236}">
                <a16:creationId xmlns:a16="http://schemas.microsoft.com/office/drawing/2014/main" id="{715B46A2-7BC5-4497-B776-BE656E0671A2}"/>
              </a:ext>
            </a:extLst>
          </p:cNvPr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755" y="5748979"/>
            <a:ext cx="105628" cy="67218"/>
          </a:xfrm>
          <a:prstGeom prst="rect">
            <a:avLst/>
          </a:prstGeom>
        </p:spPr>
      </p:pic>
      <p:pic>
        <p:nvPicPr>
          <p:cNvPr id="206" name="그림 205" descr="\documentclass{article}&#10;\usepackage{amsmath}&#10;\pagestyle{empty}&#10;\begin{document}&#10;&#10;$n_0$&#10;&#10;&#10;\end{document}" title="IguanaTex Bitmap Display">
            <a:extLst>
              <a:ext uri="{FF2B5EF4-FFF2-40B4-BE49-F238E27FC236}">
                <a16:creationId xmlns:a16="http://schemas.microsoft.com/office/drawing/2014/main" id="{297EE58F-D9A6-4DFF-8571-18E11ABCF5DB}"/>
              </a:ext>
            </a:extLst>
          </p:cNvPr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2693" y="5161379"/>
            <a:ext cx="106314" cy="68590"/>
          </a:xfrm>
          <a:prstGeom prst="rect">
            <a:avLst/>
          </a:prstGeom>
        </p:spPr>
      </p:pic>
      <p:pic>
        <p:nvPicPr>
          <p:cNvPr id="207" name="그림 206" descr="\documentclass{article}&#10;\usepackage{amsmath}&#10;\pagestyle{empty}&#10;\begin{document}&#10;&#10;$n_1$&#10;&#10;&#10;\end{document}" title="IguanaTex Bitmap Display">
            <a:extLst>
              <a:ext uri="{FF2B5EF4-FFF2-40B4-BE49-F238E27FC236}">
                <a16:creationId xmlns:a16="http://schemas.microsoft.com/office/drawing/2014/main" id="{05F4C933-ED21-4BBB-B36C-ACAC7FF668C6}"/>
              </a:ext>
            </a:extLst>
          </p:cNvPr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717" y="5449295"/>
            <a:ext cx="103570" cy="67218"/>
          </a:xfrm>
          <a:prstGeom prst="rect">
            <a:avLst/>
          </a:prstGeom>
        </p:spPr>
      </p:pic>
      <p:pic>
        <p:nvPicPr>
          <p:cNvPr id="208" name="그림 207" descr="\documentclass{article}&#10;\usepackage{amsmath}&#10;\pagestyle{empty}&#10;\begin{document}&#10;&#10;$n_3$&#10;&#10;&#10;\end{document}" title="IguanaTex Bitmap Display">
            <a:extLst>
              <a:ext uri="{FF2B5EF4-FFF2-40B4-BE49-F238E27FC236}">
                <a16:creationId xmlns:a16="http://schemas.microsoft.com/office/drawing/2014/main" id="{60178D96-FFBF-4832-A880-F4F23BBA4C3B}"/>
              </a:ext>
            </a:extLst>
          </p:cNvPr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573" y="5448609"/>
            <a:ext cx="106314" cy="68590"/>
          </a:xfrm>
          <a:prstGeom prst="rect">
            <a:avLst/>
          </a:prstGeom>
        </p:spPr>
      </p:pic>
      <p:pic>
        <p:nvPicPr>
          <p:cNvPr id="209" name="그림 208" descr="\documentclass{article}&#10;\usepackage{amsmath}&#10;\pagestyle{empty}&#10;\begin{document}&#10;&#10;$n_4$&#10;&#10;&#10;\end{document}" title="IguanaTex Bitmap Display">
            <a:extLst>
              <a:ext uri="{FF2B5EF4-FFF2-40B4-BE49-F238E27FC236}">
                <a16:creationId xmlns:a16="http://schemas.microsoft.com/office/drawing/2014/main" id="{D8309ABF-3578-4C1D-BD52-06419C56F109}"/>
              </a:ext>
            </a:extLst>
          </p:cNvPr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633" y="5748979"/>
            <a:ext cx="107686" cy="67218"/>
          </a:xfrm>
          <a:prstGeom prst="rect">
            <a:avLst/>
          </a:prstGeom>
        </p:spPr>
      </p:pic>
      <p:pic>
        <p:nvPicPr>
          <p:cNvPr id="210" name="그림 209" descr="\documentclass{article}&#10;\usepackage{amsmath}&#10;\pagestyle{empty}&#10;\begin{document}&#10;&#10;$n_5$&#10;&#10;&#10;\end{document}" title="IguanaTex Bitmap Display">
            <a:extLst>
              <a:ext uri="{FF2B5EF4-FFF2-40B4-BE49-F238E27FC236}">
                <a16:creationId xmlns:a16="http://schemas.microsoft.com/office/drawing/2014/main" id="{7F0FE2B9-FAC4-401E-96E0-DCD54B51D975}"/>
              </a:ext>
            </a:extLst>
          </p:cNvPr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320" y="5748293"/>
            <a:ext cx="105628" cy="68590"/>
          </a:xfrm>
          <a:prstGeom prst="rect">
            <a:avLst/>
          </a:prstGeom>
        </p:spPr>
      </p:pic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3D83D56E-D132-479A-91BF-E2613AB7E34B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10150893" y="5211749"/>
            <a:ext cx="262800" cy="164228"/>
          </a:xfrm>
          <a:prstGeom prst="line">
            <a:avLst/>
          </a:prstGeom>
          <a:ln w="12700">
            <a:solidFill>
              <a:schemeClr val="accent2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타원 211">
            <a:extLst>
              <a:ext uri="{FF2B5EF4-FFF2-40B4-BE49-F238E27FC236}">
                <a16:creationId xmlns:a16="http://schemas.microsoft.com/office/drawing/2014/main" id="{840C3699-6177-4AE1-ADD1-B0BA5D9EAF3F}"/>
              </a:ext>
            </a:extLst>
          </p:cNvPr>
          <p:cNvSpPr/>
          <p:nvPr/>
        </p:nvSpPr>
        <p:spPr>
          <a:xfrm>
            <a:off x="10011805" y="5369857"/>
            <a:ext cx="213394" cy="213394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6B7238B9-CDC1-4F6A-97E1-E78C8E21B46D}"/>
              </a:ext>
            </a:extLst>
          </p:cNvPr>
          <p:cNvCxnSpPr>
            <a:cxnSpLocks/>
            <a:stCxn id="222" idx="3"/>
            <a:endCxn id="192" idx="7"/>
          </p:cNvCxnSpPr>
          <p:nvPr/>
        </p:nvCxnSpPr>
        <p:spPr>
          <a:xfrm flipH="1">
            <a:off x="10182736" y="5258468"/>
            <a:ext cx="252518" cy="155224"/>
          </a:xfrm>
          <a:prstGeom prst="line">
            <a:avLst/>
          </a:prstGeom>
          <a:ln w="12700">
            <a:solidFill>
              <a:schemeClr val="accent1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E993D39A-D470-4D8D-A832-793B213FAA66}"/>
              </a:ext>
            </a:extLst>
          </p:cNvPr>
          <p:cNvCxnSpPr>
            <a:cxnSpLocks/>
            <a:stCxn id="192" idx="3"/>
            <a:endCxn id="198" idx="0"/>
          </p:cNvCxnSpPr>
          <p:nvPr/>
        </p:nvCxnSpPr>
        <p:spPr>
          <a:xfrm flipH="1">
            <a:off x="9930753" y="5539416"/>
            <a:ext cx="126259" cy="147922"/>
          </a:xfrm>
          <a:prstGeom prst="line">
            <a:avLst/>
          </a:prstGeom>
          <a:ln w="12700">
            <a:solidFill>
              <a:schemeClr val="accent1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DDA1C307-C69F-43F5-8E73-BBFD84D35758}"/>
              </a:ext>
            </a:extLst>
          </p:cNvPr>
          <p:cNvCxnSpPr>
            <a:cxnSpLocks noChangeAspect="1"/>
          </p:cNvCxnSpPr>
          <p:nvPr/>
        </p:nvCxnSpPr>
        <p:spPr>
          <a:xfrm>
            <a:off x="10585850" y="5215204"/>
            <a:ext cx="262800" cy="164228"/>
          </a:xfrm>
          <a:prstGeom prst="line">
            <a:avLst/>
          </a:prstGeom>
          <a:ln w="12700">
            <a:solidFill>
              <a:schemeClr val="accent6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타원 215">
            <a:extLst>
              <a:ext uri="{FF2B5EF4-FFF2-40B4-BE49-F238E27FC236}">
                <a16:creationId xmlns:a16="http://schemas.microsoft.com/office/drawing/2014/main" id="{4D423BD3-E4F5-453E-BC80-CDB3B6344C4A}"/>
              </a:ext>
            </a:extLst>
          </p:cNvPr>
          <p:cNvSpPr/>
          <p:nvPr/>
        </p:nvSpPr>
        <p:spPr>
          <a:xfrm>
            <a:off x="10770168" y="5369857"/>
            <a:ext cx="213394" cy="213394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" name="타원 216">
            <a:extLst>
              <a:ext uri="{FF2B5EF4-FFF2-40B4-BE49-F238E27FC236}">
                <a16:creationId xmlns:a16="http://schemas.microsoft.com/office/drawing/2014/main" id="{D18E0C1C-1477-4CD6-9280-4F9CFD54A260}"/>
              </a:ext>
            </a:extLst>
          </p:cNvPr>
          <p:cNvSpPr/>
          <p:nvPr/>
        </p:nvSpPr>
        <p:spPr>
          <a:xfrm>
            <a:off x="10582160" y="5669541"/>
            <a:ext cx="213394" cy="213394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5934DC6D-FBD7-4E2C-8527-054C40DED9FF}"/>
              </a:ext>
            </a:extLst>
          </p:cNvPr>
          <p:cNvCxnSpPr>
            <a:cxnSpLocks/>
          </p:cNvCxnSpPr>
          <p:nvPr/>
        </p:nvCxnSpPr>
        <p:spPr>
          <a:xfrm flipH="1">
            <a:off x="10680938" y="5538571"/>
            <a:ext cx="126259" cy="149741"/>
          </a:xfrm>
          <a:prstGeom prst="line">
            <a:avLst/>
          </a:prstGeom>
          <a:ln w="12700">
            <a:solidFill>
              <a:srgbClr val="7030A0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335573F6-83B0-4813-BE06-4035598EF17A}"/>
              </a:ext>
            </a:extLst>
          </p:cNvPr>
          <p:cNvCxnSpPr>
            <a:cxnSpLocks/>
          </p:cNvCxnSpPr>
          <p:nvPr/>
        </p:nvCxnSpPr>
        <p:spPr>
          <a:xfrm flipH="1">
            <a:off x="10743494" y="5572061"/>
            <a:ext cx="95200" cy="112907"/>
          </a:xfrm>
          <a:prstGeom prst="line">
            <a:avLst/>
          </a:prstGeom>
          <a:ln w="12700">
            <a:solidFill>
              <a:schemeClr val="accent6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68B50AE5-3B15-41F8-85FC-9A17BEB2959C}"/>
              </a:ext>
            </a:extLst>
          </p:cNvPr>
          <p:cNvCxnSpPr>
            <a:cxnSpLocks/>
            <a:stCxn id="194" idx="3"/>
            <a:endCxn id="225" idx="0"/>
          </p:cNvCxnSpPr>
          <p:nvPr/>
        </p:nvCxnSpPr>
        <p:spPr>
          <a:xfrm flipH="1">
            <a:off x="10543733" y="5839100"/>
            <a:ext cx="80642" cy="189416"/>
          </a:xfrm>
          <a:prstGeom prst="line">
            <a:avLst/>
          </a:prstGeom>
          <a:ln w="12700">
            <a:solidFill>
              <a:srgbClr val="7030A0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2EAFF644-CCFB-4D6C-B490-6788D624B995}"/>
              </a:ext>
            </a:extLst>
          </p:cNvPr>
          <p:cNvCxnSpPr>
            <a:cxnSpLocks/>
            <a:stCxn id="222" idx="5"/>
            <a:endCxn id="193" idx="1"/>
          </p:cNvCxnSpPr>
          <p:nvPr/>
        </p:nvCxnSpPr>
        <p:spPr>
          <a:xfrm>
            <a:off x="10560978" y="5258468"/>
            <a:ext cx="252518" cy="155224"/>
          </a:xfrm>
          <a:prstGeom prst="line">
            <a:avLst/>
          </a:prstGeom>
          <a:ln w="12700">
            <a:solidFill>
              <a:srgbClr val="7030A0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타원 221">
            <a:extLst>
              <a:ext uri="{FF2B5EF4-FFF2-40B4-BE49-F238E27FC236}">
                <a16:creationId xmlns:a16="http://schemas.microsoft.com/office/drawing/2014/main" id="{C0ACE794-9394-4ED4-B0F1-795FE083CAD6}"/>
              </a:ext>
            </a:extLst>
          </p:cNvPr>
          <p:cNvSpPr/>
          <p:nvPr/>
        </p:nvSpPr>
        <p:spPr>
          <a:xfrm>
            <a:off x="10409216" y="5106706"/>
            <a:ext cx="177800" cy="177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3" name="그림 222" descr="\documentclass{article}&#10;\usepackage{amsmath}&#10;\pagestyle{empty}&#10;\begin{document}&#10;&#10;Backpropagation&#10;\end{document}" title="IguanaTex Bitmap Display">
            <a:extLst>
              <a:ext uri="{FF2B5EF4-FFF2-40B4-BE49-F238E27FC236}">
                <a16:creationId xmlns:a16="http://schemas.microsoft.com/office/drawing/2014/main" id="{B412884A-6910-419C-BD94-0D46BFBA904E}"/>
              </a:ext>
            </a:extLst>
          </p:cNvPr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482" y="4880782"/>
            <a:ext cx="834050" cy="102199"/>
          </a:xfrm>
          <a:prstGeom prst="rect">
            <a:avLst/>
          </a:prstGeom>
        </p:spPr>
      </p:pic>
      <p:sp>
        <p:nvSpPr>
          <p:cNvPr id="224" name="타원 223">
            <a:extLst>
              <a:ext uri="{FF2B5EF4-FFF2-40B4-BE49-F238E27FC236}">
                <a16:creationId xmlns:a16="http://schemas.microsoft.com/office/drawing/2014/main" id="{1F3FA98D-4730-478F-BC04-FE72DCFD092B}"/>
              </a:ext>
            </a:extLst>
          </p:cNvPr>
          <p:cNvSpPr/>
          <p:nvPr/>
        </p:nvSpPr>
        <p:spPr>
          <a:xfrm>
            <a:off x="9841853" y="6028516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5" name="타원 224">
            <a:extLst>
              <a:ext uri="{FF2B5EF4-FFF2-40B4-BE49-F238E27FC236}">
                <a16:creationId xmlns:a16="http://schemas.microsoft.com/office/drawing/2014/main" id="{27E139B5-3710-4087-AD69-B12A6671B695}"/>
              </a:ext>
            </a:extLst>
          </p:cNvPr>
          <p:cNvSpPr/>
          <p:nvPr/>
        </p:nvSpPr>
        <p:spPr>
          <a:xfrm>
            <a:off x="10454833" y="6028516"/>
            <a:ext cx="177800" cy="177800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6" name="타원 225">
            <a:extLst>
              <a:ext uri="{FF2B5EF4-FFF2-40B4-BE49-F238E27FC236}">
                <a16:creationId xmlns:a16="http://schemas.microsoft.com/office/drawing/2014/main" id="{73BFEF79-E90E-4FD1-803B-F38EC9CF7FE2}"/>
              </a:ext>
            </a:extLst>
          </p:cNvPr>
          <p:cNvSpPr/>
          <p:nvPr/>
        </p:nvSpPr>
        <p:spPr>
          <a:xfrm>
            <a:off x="10730725" y="6028516"/>
            <a:ext cx="177800" cy="177800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타원 226">
            <a:extLst>
              <a:ext uri="{FF2B5EF4-FFF2-40B4-BE49-F238E27FC236}">
                <a16:creationId xmlns:a16="http://schemas.microsoft.com/office/drawing/2014/main" id="{600BA073-B926-4548-B709-701C20DD4882}"/>
              </a:ext>
            </a:extLst>
          </p:cNvPr>
          <p:cNvSpPr/>
          <p:nvPr/>
        </p:nvSpPr>
        <p:spPr>
          <a:xfrm>
            <a:off x="10215663" y="5687338"/>
            <a:ext cx="177800" cy="1778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8" name="직선 화살표 연결선 227">
            <a:extLst>
              <a:ext uri="{FF2B5EF4-FFF2-40B4-BE49-F238E27FC236}">
                <a16:creationId xmlns:a16="http://schemas.microsoft.com/office/drawing/2014/main" id="{26FC5354-C9F4-4CDD-96EE-661E1C506CAC}"/>
              </a:ext>
            </a:extLst>
          </p:cNvPr>
          <p:cNvCxnSpPr>
            <a:cxnSpLocks/>
            <a:stCxn id="143" idx="3"/>
            <a:endCxn id="26" idx="1"/>
          </p:cNvCxnSpPr>
          <p:nvPr/>
        </p:nvCxnSpPr>
        <p:spPr>
          <a:xfrm>
            <a:off x="7367638" y="5567354"/>
            <a:ext cx="145088" cy="17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85E52FD6-A00B-4A48-A641-212363DB56E7}"/>
              </a:ext>
            </a:extLst>
          </p:cNvPr>
          <p:cNvCxnSpPr>
            <a:cxnSpLocks/>
            <a:stCxn id="26" idx="3"/>
            <a:endCxn id="191" idx="1"/>
          </p:cNvCxnSpPr>
          <p:nvPr/>
        </p:nvCxnSpPr>
        <p:spPr>
          <a:xfrm>
            <a:off x="9598597" y="5569105"/>
            <a:ext cx="154640" cy="47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0" name="그림 229" descr="\documentclass{article}&#10;\usepackage{amsmath}&#10;\usepackage{xspace}&#10;\pagestyle{empty}&#10;&#10;\newcommand{\rarrow}{\xrightarrow{\hspace{0.5cm}}}&#10;\begin{document}&#10;&#10;&#10;\begin{align*}&#10;b_1:\,&amp; s(n_1) \rarrow \hat{a}_1 \rarrow a_1 \rarrow s(n_6),r_1 \\[1.2ex]&#10;b_2:\,&amp; s(n_2) \rarrow \hat{a}_2 \rarrow a_2 \rarrow s(n_7),r_2 \\[1.2ex]&#10;b_3:\,&amp; s(n_4) \rarrow \hat{a}_3 \rarrow a_3 \rarrow s(n_8),r_3 \\[1.2ex]&#10;b_4:\,&amp; s(n_4) \rarrow \hat{a}_4 \rarrow a_4 \rarrow s(n_9),r_4&#10;\end{align*}&#10;\end{document}" title="IguanaTex Bitmap Display">
            <a:extLst>
              <a:ext uri="{FF2B5EF4-FFF2-40B4-BE49-F238E27FC236}">
                <a16:creationId xmlns:a16="http://schemas.microsoft.com/office/drawing/2014/main" id="{B20C63B6-D847-4752-A9EA-C528B1E0B62B}"/>
              </a:ext>
            </a:extLst>
          </p:cNvPr>
          <p:cNvPicPr>
            <a:picLocks noChangeAspect="1"/>
          </p:cNvPicPr>
          <p:nvPr>
            <p:custDataLst>
              <p:tags r:id="rId66"/>
            </p:custDataLst>
          </p:nvPr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164" y="5372686"/>
            <a:ext cx="1960961" cy="802499"/>
          </a:xfrm>
          <a:prstGeom prst="rect">
            <a:avLst/>
          </a:prstGeom>
        </p:spPr>
      </p:pic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2F057826-2497-4839-99D3-FE28F6EB0E07}"/>
              </a:ext>
            </a:extLst>
          </p:cNvPr>
          <p:cNvSpPr/>
          <p:nvPr/>
        </p:nvSpPr>
        <p:spPr>
          <a:xfrm>
            <a:off x="7158824" y="6450308"/>
            <a:ext cx="1926339" cy="20317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232" name="그림 231" descr="\documentclass{article}&#10;\usepackage{amsmath}&#10;\pagestyle{empty}&#10;\begin{document}&#10;&#10;\noindent\centering&#10;Repeat while search budget remains&#10;\end{document}" title="IguanaTex Bitmap Display">
            <a:extLst>
              <a:ext uri="{FF2B5EF4-FFF2-40B4-BE49-F238E27FC236}">
                <a16:creationId xmlns:a16="http://schemas.microsoft.com/office/drawing/2014/main" id="{774A8B95-C46E-4029-8F07-53AF91CBD03D}"/>
              </a:ext>
            </a:extLst>
          </p:cNvPr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528" y="6501521"/>
            <a:ext cx="1792930" cy="102199"/>
          </a:xfrm>
          <a:prstGeom prst="rect">
            <a:avLst/>
          </a:prstGeom>
        </p:spPr>
      </p:pic>
      <p:cxnSp>
        <p:nvCxnSpPr>
          <p:cNvPr id="233" name="연결선: 꺾임 232">
            <a:extLst>
              <a:ext uri="{FF2B5EF4-FFF2-40B4-BE49-F238E27FC236}">
                <a16:creationId xmlns:a16="http://schemas.microsoft.com/office/drawing/2014/main" id="{0EE00761-1B62-4619-8F3D-BC8E8C71361D}"/>
              </a:ext>
            </a:extLst>
          </p:cNvPr>
          <p:cNvCxnSpPr>
            <a:cxnSpLocks/>
            <a:stCxn id="231" idx="1"/>
            <a:endCxn id="143" idx="2"/>
          </p:cNvCxnSpPr>
          <p:nvPr/>
        </p:nvCxnSpPr>
        <p:spPr>
          <a:xfrm rot="10800000">
            <a:off x="6625368" y="6323667"/>
            <a:ext cx="533456" cy="22823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4" name="그림 233" descr="\documentclass{article}&#10;\usepackage{amsmath}&#10;\pagestyle{empty}&#10;\begin{document}&#10;&#10;$r_2$&#10;&#10;&#10;\end{document}" title="IguanaTex Bitmap Display">
            <a:extLst>
              <a:ext uri="{FF2B5EF4-FFF2-40B4-BE49-F238E27FC236}">
                <a16:creationId xmlns:a16="http://schemas.microsoft.com/office/drawing/2014/main" id="{7DB347EE-FCAC-4278-88F1-FED7EE3981C7}"/>
              </a:ext>
            </a:extLst>
          </p:cNvPr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680" y="5930821"/>
            <a:ext cx="89167" cy="67218"/>
          </a:xfrm>
          <a:prstGeom prst="rect">
            <a:avLst/>
          </a:prstGeom>
        </p:spPr>
      </p:pic>
      <p:pic>
        <p:nvPicPr>
          <p:cNvPr id="235" name="그림 234" descr="\documentclass{article}&#10;\usepackage{amsmath}&#10;\pagestyle{empty}&#10;\begin{document}&#10;&#10;$r_1$&#10;&#10;&#10;\end{document}" title="IguanaTex Bitmap Display">
            <a:extLst>
              <a:ext uri="{FF2B5EF4-FFF2-40B4-BE49-F238E27FC236}">
                <a16:creationId xmlns:a16="http://schemas.microsoft.com/office/drawing/2014/main" id="{62CAA91F-BE90-4709-B88D-9DF106AB80DD}"/>
              </a:ext>
            </a:extLst>
          </p:cNvPr>
          <p:cNvPicPr>
            <a:picLocks noChangeAspect="1"/>
          </p:cNvPicPr>
          <p:nvPr>
            <p:custDataLst>
              <p:tags r:id="rId69"/>
            </p:custDataLst>
          </p:nvPr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680" y="5579486"/>
            <a:ext cx="86423" cy="67218"/>
          </a:xfrm>
          <a:prstGeom prst="rect">
            <a:avLst/>
          </a:prstGeom>
        </p:spPr>
      </p:pic>
      <p:pic>
        <p:nvPicPr>
          <p:cNvPr id="236" name="그림 235" descr="\documentclass{article}&#10;\usepackage{amsmath}&#10;\pagestyle{empty}&#10;\begin{document}&#10;&#10;$r_3$&#10;&#10;&#10;\end{document}" title="IguanaTex Bitmap Display">
            <a:extLst>
              <a:ext uri="{FF2B5EF4-FFF2-40B4-BE49-F238E27FC236}">
                <a16:creationId xmlns:a16="http://schemas.microsoft.com/office/drawing/2014/main" id="{A50CDB71-6F6B-473F-B731-1DAD0FC9656C}"/>
              </a:ext>
            </a:extLst>
          </p:cNvPr>
          <p:cNvPicPr>
            <a:picLocks noChangeAspect="1"/>
          </p:cNvPicPr>
          <p:nvPr>
            <p:custDataLst>
              <p:tags r:id="rId70"/>
            </p:custDataLst>
          </p:nvPr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00" y="5893622"/>
            <a:ext cx="89852" cy="68590"/>
          </a:xfrm>
          <a:prstGeom prst="rect">
            <a:avLst/>
          </a:prstGeom>
        </p:spPr>
      </p:pic>
      <p:pic>
        <p:nvPicPr>
          <p:cNvPr id="237" name="그림 236" descr="\documentclass{article}&#10;\usepackage{amsmath}&#10;\pagestyle{empty}&#10;\begin{document}&#10;&#10;$r_4$&#10;&#10;&#10;\end{document}" title="IguanaTex Bitmap Display">
            <a:extLst>
              <a:ext uri="{FF2B5EF4-FFF2-40B4-BE49-F238E27FC236}">
                <a16:creationId xmlns:a16="http://schemas.microsoft.com/office/drawing/2014/main" id="{D178E6A4-7C33-4096-8A06-C80960EF9D90}"/>
              </a:ext>
            </a:extLst>
          </p:cNvPr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067" y="5897762"/>
            <a:ext cx="90538" cy="67218"/>
          </a:xfrm>
          <a:prstGeom prst="rect">
            <a:avLst/>
          </a:prstGeom>
        </p:spPr>
      </p:pic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4AEF5D96-D1FE-479B-8229-52B323CF4DC3}"/>
              </a:ext>
            </a:extLst>
          </p:cNvPr>
          <p:cNvSpPr/>
          <p:nvPr/>
        </p:nvSpPr>
        <p:spPr>
          <a:xfrm>
            <a:off x="10987906" y="6406312"/>
            <a:ext cx="979307" cy="3016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239" name="그림 238" descr="\documentclass{article}&#10;\usepackage{amsmath}&#10;\pagestyle{empty}&#10;\begin{document}&#10;&#10;\noindent\centering&#10;Selected validated \\&#10;action $a_k^*$&#10;\end{document}" title="IguanaTex Bitmap Display">
            <a:extLst>
              <a:ext uri="{FF2B5EF4-FFF2-40B4-BE49-F238E27FC236}">
                <a16:creationId xmlns:a16="http://schemas.microsoft.com/office/drawing/2014/main" id="{DA114274-6CC7-427B-B4F0-F47B042FD2B3}"/>
              </a:ext>
            </a:extLst>
          </p:cNvPr>
          <p:cNvPicPr>
            <a:picLocks noChangeAspect="1"/>
          </p:cNvPicPr>
          <p:nvPr>
            <p:custDataLst>
              <p:tags r:id="rId72"/>
            </p:custDataLst>
          </p:nvPr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128" y="6444493"/>
            <a:ext cx="886862" cy="249667"/>
          </a:xfrm>
          <a:prstGeom prst="rect">
            <a:avLst/>
          </a:prstGeom>
        </p:spPr>
      </p:pic>
      <p:pic>
        <p:nvPicPr>
          <p:cNvPr id="240" name="그림 239" descr="\documentclass{article}&#10;\usepackage{amsmath}&#10;\pagestyle{empty}&#10;\begin{document}&#10;&#10;\noindent\centering&#10;After search&#10;\end{document}" title="IguanaTex Bitmap Display">
            <a:extLst>
              <a:ext uri="{FF2B5EF4-FFF2-40B4-BE49-F238E27FC236}">
                <a16:creationId xmlns:a16="http://schemas.microsoft.com/office/drawing/2014/main" id="{3FCAE786-C22B-4AF2-A56E-7D5D663FE3BC}"/>
              </a:ext>
            </a:extLst>
          </p:cNvPr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723" y="6606927"/>
            <a:ext cx="599472" cy="8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94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FE523F63-2962-4916-88C4-B4CFAB7F9D51}"/>
              </a:ext>
            </a:extLst>
          </p:cNvPr>
          <p:cNvSpPr/>
          <p:nvPr/>
        </p:nvSpPr>
        <p:spPr>
          <a:xfrm>
            <a:off x="487007" y="355069"/>
            <a:ext cx="3168000" cy="1335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82037E72-76BB-4680-97B8-52D08CAA10EB}"/>
              </a:ext>
            </a:extLst>
          </p:cNvPr>
          <p:cNvGrpSpPr/>
          <p:nvPr/>
        </p:nvGrpSpPr>
        <p:grpSpPr>
          <a:xfrm>
            <a:off x="487007" y="1870472"/>
            <a:ext cx="3168000" cy="1993547"/>
            <a:chOff x="487007" y="1870472"/>
            <a:chExt cx="3168000" cy="1993547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0D0A52FD-AB63-4E73-8B79-DEDBBBDCF1A9}"/>
                </a:ext>
              </a:extLst>
            </p:cNvPr>
            <p:cNvGrpSpPr/>
            <p:nvPr/>
          </p:nvGrpSpPr>
          <p:grpSpPr>
            <a:xfrm>
              <a:off x="487007" y="1870472"/>
              <a:ext cx="3168000" cy="1993547"/>
              <a:chOff x="342933" y="2767287"/>
              <a:chExt cx="4206182" cy="2646850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A7DFC60A-58FF-4FFE-AB48-B67EFF20E9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2933" y="2767287"/>
                <a:ext cx="1366684" cy="1323425"/>
              </a:xfrm>
              <a:prstGeom prst="rect">
                <a:avLst/>
              </a:prstGeom>
            </p:spPr>
          </p:pic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60F216DC-1620-4DA8-A57E-1AEE1A150A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2933" y="4064335"/>
                <a:ext cx="1366684" cy="1323425"/>
              </a:xfrm>
              <a:prstGeom prst="rect">
                <a:avLst/>
              </a:prstGeom>
            </p:spPr>
          </p:pic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94C51044-05BA-4EE8-8C65-10ACEDC5EF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7852" y="2767287"/>
                <a:ext cx="1366684" cy="1323425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03C76408-C955-4238-8A1D-C6F469A660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7852" y="4090712"/>
                <a:ext cx="1366684" cy="1323425"/>
              </a:xfrm>
              <a:prstGeom prst="rect">
                <a:avLst/>
              </a:prstGeom>
            </p:spPr>
          </p:pic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6C18655A-AF3F-4AA7-8167-F4B9D3177F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82431" y="4064334"/>
                <a:ext cx="1366684" cy="1323425"/>
              </a:xfrm>
              <a:prstGeom prst="rect">
                <a:avLst/>
              </a:prstGeom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9FC9DCA0-BD32-4303-AF5D-213A919BB8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82431" y="2767287"/>
                <a:ext cx="1366684" cy="1323425"/>
              </a:xfrm>
              <a:prstGeom prst="rect">
                <a:avLst/>
              </a:prstGeom>
            </p:spPr>
          </p:pic>
        </p:grpSp>
        <p:grpSp>
          <p:nvGrpSpPr>
            <p:cNvPr id="76" name="그룹 75" descr="\documentclass{article}&#10;\usepackage{amsmath,times,xcolor}&#10;\pagestyle{empty}&#10;\begin{document}&#10;\fontsize{8.5}{10}\selectfont\color{white}&#10;\setlength{\unitlength}{1bp}&#10;\begin{picture}(260,96)&#10;\put(32.5,91.3){\makebox(0,0){Height map}}&#10;\put(129.2,91.3){\makebox(0,0){Height $-w_{\mathrm h}\sigma_{\mathrm h}$}}&#10;\put(221.2,91.3){\makebox(0,0){Floor $w_{\mathrm f}\sigma_{\mathrm f}$}}&#10;\put(32.5,4){\makebox(0,0){Score $\sigma$}}&#10;\put(129.2,4){\makebox(0,0){Support $w_{\mathrm s}\sigma_{\mathrm s}$}}&#10;\put(221.2,4){\makebox(0,0){Boundary $w_{\mathrm b}\sigma_{\mathrm b}$}}&#10;\end{picture}&#10;\end{document}" title="IguanaTex Vector Display">
              <a:extLst>
                <a:ext uri="{FF2B5EF4-FFF2-40B4-BE49-F238E27FC236}">
                  <a16:creationId xmlns:a16="http://schemas.microsoft.com/office/drawing/2014/main" id="{30FEC347-7EF7-47A9-9F22-65EF7DF11366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825500" y="1929103"/>
              <a:ext cx="2651126" cy="1079501"/>
              <a:chOff x="2540000" y="2540000"/>
              <a:chExt cx="2651126" cy="1079501"/>
            </a:xfrm>
          </p:grpSpPr>
          <p:sp>
            <p:nvSpPr>
              <p:cNvPr id="51" name="Freeform 28">
                <a:extLst>
                  <a:ext uri="{FF2B5EF4-FFF2-40B4-BE49-F238E27FC236}">
                    <a16:creationId xmlns:a16="http://schemas.microsoft.com/office/drawing/2014/main" id="{87D5E683-9933-4920-9D96-75903F841450}"/>
                  </a:ext>
                </a:extLst>
              </p:cNvPr>
              <p:cNvSpPr>
                <a:spLocks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2540000" y="2541588"/>
                <a:ext cx="65088" cy="65088"/>
              </a:xfrm>
              <a:custGeom>
                <a:avLst/>
                <a:gdLst>
                  <a:gd name="T0" fmla="*/ 80 w 289"/>
                  <a:gd name="T1" fmla="*/ 128 h 280"/>
                  <a:gd name="T2" fmla="*/ 80 w 289"/>
                  <a:gd name="T3" fmla="*/ 46 h 280"/>
                  <a:gd name="T4" fmla="*/ 118 w 289"/>
                  <a:gd name="T5" fmla="*/ 8 h 280"/>
                  <a:gd name="T6" fmla="*/ 118 w 289"/>
                  <a:gd name="T7" fmla="*/ 0 h 280"/>
                  <a:gd name="T8" fmla="*/ 0 w 289"/>
                  <a:gd name="T9" fmla="*/ 0 h 280"/>
                  <a:gd name="T10" fmla="*/ 0 w 289"/>
                  <a:gd name="T11" fmla="*/ 8 h 280"/>
                  <a:gd name="T12" fmla="*/ 37 w 289"/>
                  <a:gd name="T13" fmla="*/ 46 h 280"/>
                  <a:gd name="T14" fmla="*/ 37 w 289"/>
                  <a:gd name="T15" fmla="*/ 229 h 280"/>
                  <a:gd name="T16" fmla="*/ 0 w 289"/>
                  <a:gd name="T17" fmla="*/ 272 h 280"/>
                  <a:gd name="T18" fmla="*/ 0 w 289"/>
                  <a:gd name="T19" fmla="*/ 280 h 280"/>
                  <a:gd name="T20" fmla="*/ 118 w 289"/>
                  <a:gd name="T21" fmla="*/ 280 h 280"/>
                  <a:gd name="T22" fmla="*/ 118 w 289"/>
                  <a:gd name="T23" fmla="*/ 272 h 280"/>
                  <a:gd name="T24" fmla="*/ 80 w 289"/>
                  <a:gd name="T25" fmla="*/ 234 h 280"/>
                  <a:gd name="T26" fmla="*/ 80 w 289"/>
                  <a:gd name="T27" fmla="*/ 147 h 280"/>
                  <a:gd name="T28" fmla="*/ 209 w 289"/>
                  <a:gd name="T29" fmla="*/ 147 h 280"/>
                  <a:gd name="T30" fmla="*/ 209 w 289"/>
                  <a:gd name="T31" fmla="*/ 229 h 280"/>
                  <a:gd name="T32" fmla="*/ 171 w 289"/>
                  <a:gd name="T33" fmla="*/ 272 h 280"/>
                  <a:gd name="T34" fmla="*/ 171 w 289"/>
                  <a:gd name="T35" fmla="*/ 280 h 280"/>
                  <a:gd name="T36" fmla="*/ 289 w 289"/>
                  <a:gd name="T37" fmla="*/ 280 h 280"/>
                  <a:gd name="T38" fmla="*/ 289 w 289"/>
                  <a:gd name="T39" fmla="*/ 272 h 280"/>
                  <a:gd name="T40" fmla="*/ 252 w 289"/>
                  <a:gd name="T41" fmla="*/ 234 h 280"/>
                  <a:gd name="T42" fmla="*/ 252 w 289"/>
                  <a:gd name="T43" fmla="*/ 46 h 280"/>
                  <a:gd name="T44" fmla="*/ 289 w 289"/>
                  <a:gd name="T45" fmla="*/ 8 h 280"/>
                  <a:gd name="T46" fmla="*/ 289 w 289"/>
                  <a:gd name="T47" fmla="*/ 0 h 280"/>
                  <a:gd name="T48" fmla="*/ 171 w 289"/>
                  <a:gd name="T49" fmla="*/ 0 h 280"/>
                  <a:gd name="T50" fmla="*/ 171 w 289"/>
                  <a:gd name="T51" fmla="*/ 8 h 280"/>
                  <a:gd name="T52" fmla="*/ 209 w 289"/>
                  <a:gd name="T53" fmla="*/ 46 h 280"/>
                  <a:gd name="T54" fmla="*/ 209 w 289"/>
                  <a:gd name="T55" fmla="*/ 128 h 280"/>
                  <a:gd name="T56" fmla="*/ 80 w 289"/>
                  <a:gd name="T57" fmla="*/ 128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89" h="280">
                    <a:moveTo>
                      <a:pt x="80" y="128"/>
                    </a:moveTo>
                    <a:lnTo>
                      <a:pt x="80" y="46"/>
                    </a:lnTo>
                    <a:cubicBezTo>
                      <a:pt x="80" y="15"/>
                      <a:pt x="85" y="11"/>
                      <a:pt x="118" y="8"/>
                    </a:cubicBezTo>
                    <a:lnTo>
                      <a:pt x="118" y="0"/>
                    </a:lnTo>
                    <a:lnTo>
                      <a:pt x="0" y="0"/>
                    </a:lnTo>
                    <a:lnTo>
                      <a:pt x="0" y="8"/>
                    </a:lnTo>
                    <a:cubicBezTo>
                      <a:pt x="33" y="11"/>
                      <a:pt x="37" y="15"/>
                      <a:pt x="37" y="46"/>
                    </a:cubicBezTo>
                    <a:lnTo>
                      <a:pt x="37" y="229"/>
                    </a:lnTo>
                    <a:cubicBezTo>
                      <a:pt x="37" y="265"/>
                      <a:pt x="33" y="270"/>
                      <a:pt x="0" y="272"/>
                    </a:cubicBezTo>
                    <a:lnTo>
                      <a:pt x="0" y="280"/>
                    </a:lnTo>
                    <a:lnTo>
                      <a:pt x="118" y="280"/>
                    </a:lnTo>
                    <a:lnTo>
                      <a:pt x="118" y="272"/>
                    </a:lnTo>
                    <a:cubicBezTo>
                      <a:pt x="86" y="269"/>
                      <a:pt x="80" y="264"/>
                      <a:pt x="80" y="234"/>
                    </a:cubicBezTo>
                    <a:lnTo>
                      <a:pt x="80" y="147"/>
                    </a:lnTo>
                    <a:lnTo>
                      <a:pt x="209" y="147"/>
                    </a:lnTo>
                    <a:lnTo>
                      <a:pt x="209" y="229"/>
                    </a:lnTo>
                    <a:cubicBezTo>
                      <a:pt x="209" y="265"/>
                      <a:pt x="204" y="270"/>
                      <a:pt x="171" y="272"/>
                    </a:cubicBezTo>
                    <a:lnTo>
                      <a:pt x="171" y="280"/>
                    </a:lnTo>
                    <a:lnTo>
                      <a:pt x="289" y="280"/>
                    </a:lnTo>
                    <a:lnTo>
                      <a:pt x="289" y="272"/>
                    </a:lnTo>
                    <a:cubicBezTo>
                      <a:pt x="257" y="269"/>
                      <a:pt x="252" y="264"/>
                      <a:pt x="252" y="234"/>
                    </a:cubicBezTo>
                    <a:lnTo>
                      <a:pt x="252" y="46"/>
                    </a:lnTo>
                    <a:cubicBezTo>
                      <a:pt x="252" y="15"/>
                      <a:pt x="256" y="11"/>
                      <a:pt x="289" y="8"/>
                    </a:cubicBezTo>
                    <a:lnTo>
                      <a:pt x="289" y="0"/>
                    </a:lnTo>
                    <a:lnTo>
                      <a:pt x="171" y="0"/>
                    </a:lnTo>
                    <a:lnTo>
                      <a:pt x="171" y="8"/>
                    </a:lnTo>
                    <a:cubicBezTo>
                      <a:pt x="204" y="11"/>
                      <a:pt x="209" y="15"/>
                      <a:pt x="209" y="46"/>
                    </a:cubicBezTo>
                    <a:lnTo>
                      <a:pt x="209" y="128"/>
                    </a:lnTo>
                    <a:lnTo>
                      <a:pt x="80" y="128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29">
                <a:extLst>
                  <a:ext uri="{FF2B5EF4-FFF2-40B4-BE49-F238E27FC236}">
                    <a16:creationId xmlns:a16="http://schemas.microsoft.com/office/drawing/2014/main" id="{725FC843-79BC-4A9B-96F3-08FB6AB59EBB}"/>
                  </a:ext>
                </a:extLst>
              </p:cNvPr>
              <p:cNvSpPr>
                <a:spLocks noEditPoint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2609850" y="2562225"/>
                <a:ext cx="38100" cy="44450"/>
              </a:xfrm>
              <a:custGeom>
                <a:avLst/>
                <a:gdLst>
                  <a:gd name="T0" fmla="*/ 162 w 169"/>
                  <a:gd name="T1" fmla="*/ 125 h 199"/>
                  <a:gd name="T2" fmla="*/ 97 w 169"/>
                  <a:gd name="T3" fmla="*/ 170 h 199"/>
                  <a:gd name="T4" fmla="*/ 42 w 169"/>
                  <a:gd name="T5" fmla="*/ 133 h 199"/>
                  <a:gd name="T6" fmla="*/ 31 w 169"/>
                  <a:gd name="T7" fmla="*/ 78 h 199"/>
                  <a:gd name="T8" fmla="*/ 161 w 169"/>
                  <a:gd name="T9" fmla="*/ 78 h 199"/>
                  <a:gd name="T10" fmla="*/ 143 w 169"/>
                  <a:gd name="T11" fmla="*/ 24 h 199"/>
                  <a:gd name="T12" fmla="*/ 89 w 169"/>
                  <a:gd name="T13" fmla="*/ 0 h 199"/>
                  <a:gd name="T14" fmla="*/ 32 w 169"/>
                  <a:gd name="T15" fmla="*/ 22 h 199"/>
                  <a:gd name="T16" fmla="*/ 0 w 169"/>
                  <a:gd name="T17" fmla="*/ 104 h 199"/>
                  <a:gd name="T18" fmla="*/ 79 w 169"/>
                  <a:gd name="T19" fmla="*/ 199 h 199"/>
                  <a:gd name="T20" fmla="*/ 169 w 169"/>
                  <a:gd name="T21" fmla="*/ 128 h 199"/>
                  <a:gd name="T22" fmla="*/ 162 w 169"/>
                  <a:gd name="T23" fmla="*/ 125 h 199"/>
                  <a:gd name="T24" fmla="*/ 32 w 169"/>
                  <a:gd name="T25" fmla="*/ 64 h 199"/>
                  <a:gd name="T26" fmla="*/ 76 w 169"/>
                  <a:gd name="T27" fmla="*/ 15 h 199"/>
                  <a:gd name="T28" fmla="*/ 118 w 169"/>
                  <a:gd name="T29" fmla="*/ 64 h 199"/>
                  <a:gd name="T30" fmla="*/ 32 w 169"/>
                  <a:gd name="T31" fmla="*/ 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69" h="199">
                    <a:moveTo>
                      <a:pt x="162" y="125"/>
                    </a:moveTo>
                    <a:cubicBezTo>
                      <a:pt x="142" y="158"/>
                      <a:pt x="124" y="170"/>
                      <a:pt x="97" y="170"/>
                    </a:cubicBezTo>
                    <a:cubicBezTo>
                      <a:pt x="73" y="170"/>
                      <a:pt x="54" y="158"/>
                      <a:pt x="42" y="133"/>
                    </a:cubicBezTo>
                    <a:cubicBezTo>
                      <a:pt x="35" y="117"/>
                      <a:pt x="32" y="103"/>
                      <a:pt x="31" y="78"/>
                    </a:cubicBezTo>
                    <a:lnTo>
                      <a:pt x="161" y="78"/>
                    </a:lnTo>
                    <a:cubicBezTo>
                      <a:pt x="158" y="50"/>
                      <a:pt x="153" y="38"/>
                      <a:pt x="143" y="24"/>
                    </a:cubicBezTo>
                    <a:cubicBezTo>
                      <a:pt x="130" y="9"/>
                      <a:pt x="111" y="0"/>
                      <a:pt x="89" y="0"/>
                    </a:cubicBezTo>
                    <a:cubicBezTo>
                      <a:pt x="68" y="0"/>
                      <a:pt x="48" y="8"/>
                      <a:pt x="32" y="22"/>
                    </a:cubicBezTo>
                    <a:cubicBezTo>
                      <a:pt x="12" y="39"/>
                      <a:pt x="0" y="70"/>
                      <a:pt x="0" y="104"/>
                    </a:cubicBezTo>
                    <a:cubicBezTo>
                      <a:pt x="0" y="163"/>
                      <a:pt x="31" y="199"/>
                      <a:pt x="79" y="199"/>
                    </a:cubicBezTo>
                    <a:cubicBezTo>
                      <a:pt x="120" y="199"/>
                      <a:pt x="151" y="174"/>
                      <a:pt x="169" y="128"/>
                    </a:cubicBezTo>
                    <a:lnTo>
                      <a:pt x="162" y="125"/>
                    </a:lnTo>
                    <a:close/>
                    <a:moveTo>
                      <a:pt x="32" y="64"/>
                    </a:moveTo>
                    <a:cubicBezTo>
                      <a:pt x="36" y="31"/>
                      <a:pt x="51" y="15"/>
                      <a:pt x="76" y="15"/>
                    </a:cubicBezTo>
                    <a:cubicBezTo>
                      <a:pt x="102" y="15"/>
                      <a:pt x="112" y="27"/>
                      <a:pt x="118" y="64"/>
                    </a:cubicBezTo>
                    <a:lnTo>
                      <a:pt x="32" y="64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3" name="Freeform 30">
                <a:extLst>
                  <a:ext uri="{FF2B5EF4-FFF2-40B4-BE49-F238E27FC236}">
                    <a16:creationId xmlns:a16="http://schemas.microsoft.com/office/drawing/2014/main" id="{F7671EE4-898B-4BE9-BFB0-4B761CC09463}"/>
                  </a:ext>
                </a:extLst>
              </p:cNvPr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2651125" y="2540000"/>
                <a:ext cx="22225" cy="66675"/>
              </a:xfrm>
              <a:custGeom>
                <a:avLst/>
                <a:gdLst>
                  <a:gd name="T0" fmla="*/ 68 w 101"/>
                  <a:gd name="T1" fmla="*/ 94 h 289"/>
                  <a:gd name="T2" fmla="*/ 2 w 101"/>
                  <a:gd name="T3" fmla="*/ 117 h 289"/>
                  <a:gd name="T4" fmla="*/ 2 w 101"/>
                  <a:gd name="T5" fmla="*/ 124 h 289"/>
                  <a:gd name="T6" fmla="*/ 5 w 101"/>
                  <a:gd name="T7" fmla="*/ 123 h 289"/>
                  <a:gd name="T8" fmla="*/ 20 w 101"/>
                  <a:gd name="T9" fmla="*/ 122 h 289"/>
                  <a:gd name="T10" fmla="*/ 34 w 101"/>
                  <a:gd name="T11" fmla="*/ 147 h 289"/>
                  <a:gd name="T12" fmla="*/ 34 w 101"/>
                  <a:gd name="T13" fmla="*/ 246 h 289"/>
                  <a:gd name="T14" fmla="*/ 0 w 101"/>
                  <a:gd name="T15" fmla="*/ 282 h 289"/>
                  <a:gd name="T16" fmla="*/ 0 w 101"/>
                  <a:gd name="T17" fmla="*/ 289 h 289"/>
                  <a:gd name="T18" fmla="*/ 101 w 101"/>
                  <a:gd name="T19" fmla="*/ 289 h 289"/>
                  <a:gd name="T20" fmla="*/ 101 w 101"/>
                  <a:gd name="T21" fmla="*/ 282 h 289"/>
                  <a:gd name="T22" fmla="*/ 69 w 101"/>
                  <a:gd name="T23" fmla="*/ 246 h 289"/>
                  <a:gd name="T24" fmla="*/ 69 w 101"/>
                  <a:gd name="T25" fmla="*/ 95 h 289"/>
                  <a:gd name="T26" fmla="*/ 68 w 101"/>
                  <a:gd name="T27" fmla="*/ 94 h 289"/>
                  <a:gd name="T28" fmla="*/ 48 w 101"/>
                  <a:gd name="T29" fmla="*/ 0 h 289"/>
                  <a:gd name="T30" fmla="*/ 27 w 101"/>
                  <a:gd name="T31" fmla="*/ 21 h 289"/>
                  <a:gd name="T32" fmla="*/ 48 w 101"/>
                  <a:gd name="T33" fmla="*/ 43 h 289"/>
                  <a:gd name="T34" fmla="*/ 70 w 101"/>
                  <a:gd name="T35" fmla="*/ 21 h 289"/>
                  <a:gd name="T36" fmla="*/ 48 w 101"/>
                  <a:gd name="T37" fmla="*/ 0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1" h="289">
                    <a:moveTo>
                      <a:pt x="68" y="94"/>
                    </a:moveTo>
                    <a:lnTo>
                      <a:pt x="2" y="117"/>
                    </a:lnTo>
                    <a:lnTo>
                      <a:pt x="2" y="124"/>
                    </a:lnTo>
                    <a:lnTo>
                      <a:pt x="5" y="123"/>
                    </a:lnTo>
                    <a:cubicBezTo>
                      <a:pt x="11" y="122"/>
                      <a:pt x="16" y="122"/>
                      <a:pt x="20" y="122"/>
                    </a:cubicBezTo>
                    <a:cubicBezTo>
                      <a:pt x="30" y="122"/>
                      <a:pt x="34" y="129"/>
                      <a:pt x="34" y="147"/>
                    </a:cubicBezTo>
                    <a:lnTo>
                      <a:pt x="34" y="246"/>
                    </a:lnTo>
                    <a:cubicBezTo>
                      <a:pt x="34" y="276"/>
                      <a:pt x="30" y="281"/>
                      <a:pt x="0" y="282"/>
                    </a:cubicBezTo>
                    <a:lnTo>
                      <a:pt x="0" y="289"/>
                    </a:lnTo>
                    <a:lnTo>
                      <a:pt x="101" y="289"/>
                    </a:lnTo>
                    <a:lnTo>
                      <a:pt x="101" y="282"/>
                    </a:lnTo>
                    <a:cubicBezTo>
                      <a:pt x="73" y="280"/>
                      <a:pt x="69" y="276"/>
                      <a:pt x="69" y="246"/>
                    </a:cubicBezTo>
                    <a:lnTo>
                      <a:pt x="69" y="95"/>
                    </a:lnTo>
                    <a:lnTo>
                      <a:pt x="68" y="94"/>
                    </a:lnTo>
                    <a:close/>
                    <a:moveTo>
                      <a:pt x="48" y="0"/>
                    </a:moveTo>
                    <a:cubicBezTo>
                      <a:pt x="36" y="0"/>
                      <a:pt x="27" y="9"/>
                      <a:pt x="27" y="21"/>
                    </a:cubicBezTo>
                    <a:cubicBezTo>
                      <a:pt x="27" y="33"/>
                      <a:pt x="36" y="43"/>
                      <a:pt x="48" y="43"/>
                    </a:cubicBezTo>
                    <a:cubicBezTo>
                      <a:pt x="60" y="43"/>
                      <a:pt x="70" y="34"/>
                      <a:pt x="70" y="21"/>
                    </a:cubicBezTo>
                    <a:cubicBezTo>
                      <a:pt x="70" y="9"/>
                      <a:pt x="60" y="0"/>
                      <a:pt x="48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Freeform 31">
                <a:extLst>
                  <a:ext uri="{FF2B5EF4-FFF2-40B4-BE49-F238E27FC236}">
                    <a16:creationId xmlns:a16="http://schemas.microsoft.com/office/drawing/2014/main" id="{313C17D1-7F7A-4F55-93A3-0F63D9C98A0A}"/>
                  </a:ext>
                </a:extLst>
              </p:cNvPr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2679700" y="2562225"/>
                <a:ext cx="41275" cy="65088"/>
              </a:xfrm>
              <a:custGeom>
                <a:avLst/>
                <a:gdLst>
                  <a:gd name="T0" fmla="*/ 187 w 187"/>
                  <a:gd name="T1" fmla="*/ 31 h 287"/>
                  <a:gd name="T2" fmla="*/ 187 w 187"/>
                  <a:gd name="T3" fmla="*/ 14 h 287"/>
                  <a:gd name="T4" fmla="*/ 155 w 187"/>
                  <a:gd name="T5" fmla="*/ 14 h 287"/>
                  <a:gd name="T6" fmla="*/ 131 w 187"/>
                  <a:gd name="T7" fmla="*/ 10 h 287"/>
                  <a:gd name="T8" fmla="*/ 122 w 187"/>
                  <a:gd name="T9" fmla="*/ 6 h 287"/>
                  <a:gd name="T10" fmla="*/ 88 w 187"/>
                  <a:gd name="T11" fmla="*/ 0 h 287"/>
                  <a:gd name="T12" fmla="*/ 17 w 187"/>
                  <a:gd name="T13" fmla="*/ 69 h 287"/>
                  <a:gd name="T14" fmla="*/ 57 w 187"/>
                  <a:gd name="T15" fmla="*/ 126 h 287"/>
                  <a:gd name="T16" fmla="*/ 39 w 187"/>
                  <a:gd name="T17" fmla="*/ 143 h 287"/>
                  <a:gd name="T18" fmla="*/ 19 w 187"/>
                  <a:gd name="T19" fmla="*/ 172 h 287"/>
                  <a:gd name="T20" fmla="*/ 42 w 187"/>
                  <a:gd name="T21" fmla="*/ 194 h 287"/>
                  <a:gd name="T22" fmla="*/ 0 w 187"/>
                  <a:gd name="T23" fmla="*/ 246 h 287"/>
                  <a:gd name="T24" fmla="*/ 73 w 187"/>
                  <a:gd name="T25" fmla="*/ 287 h 287"/>
                  <a:gd name="T26" fmla="*/ 160 w 187"/>
                  <a:gd name="T27" fmla="*/ 258 h 287"/>
                  <a:gd name="T28" fmla="*/ 183 w 187"/>
                  <a:gd name="T29" fmla="*/ 216 h 287"/>
                  <a:gd name="T30" fmla="*/ 132 w 187"/>
                  <a:gd name="T31" fmla="*/ 170 h 287"/>
                  <a:gd name="T32" fmla="*/ 78 w 187"/>
                  <a:gd name="T33" fmla="*/ 168 h 287"/>
                  <a:gd name="T34" fmla="*/ 45 w 187"/>
                  <a:gd name="T35" fmla="*/ 156 h 287"/>
                  <a:gd name="T36" fmla="*/ 70 w 187"/>
                  <a:gd name="T37" fmla="*/ 130 h 287"/>
                  <a:gd name="T38" fmla="*/ 78 w 187"/>
                  <a:gd name="T39" fmla="*/ 130 h 287"/>
                  <a:gd name="T40" fmla="*/ 94 w 187"/>
                  <a:gd name="T41" fmla="*/ 132 h 287"/>
                  <a:gd name="T42" fmla="*/ 140 w 187"/>
                  <a:gd name="T43" fmla="*/ 114 h 287"/>
                  <a:gd name="T44" fmla="*/ 160 w 187"/>
                  <a:gd name="T45" fmla="*/ 66 h 287"/>
                  <a:gd name="T46" fmla="*/ 152 w 187"/>
                  <a:gd name="T47" fmla="*/ 31 h 287"/>
                  <a:gd name="T48" fmla="*/ 187 w 187"/>
                  <a:gd name="T49" fmla="*/ 31 h 287"/>
                  <a:gd name="T50" fmla="*/ 50 w 187"/>
                  <a:gd name="T51" fmla="*/ 196 h 287"/>
                  <a:gd name="T52" fmla="*/ 119 w 187"/>
                  <a:gd name="T53" fmla="*/ 201 h 287"/>
                  <a:gd name="T54" fmla="*/ 171 w 187"/>
                  <a:gd name="T55" fmla="*/ 222 h 287"/>
                  <a:gd name="T56" fmla="*/ 91 w 187"/>
                  <a:gd name="T57" fmla="*/ 263 h 287"/>
                  <a:gd name="T58" fmla="*/ 30 w 187"/>
                  <a:gd name="T59" fmla="*/ 232 h 287"/>
                  <a:gd name="T60" fmla="*/ 50 w 187"/>
                  <a:gd name="T61" fmla="*/ 196 h 287"/>
                  <a:gd name="T62" fmla="*/ 53 w 187"/>
                  <a:gd name="T63" fmla="*/ 52 h 287"/>
                  <a:gd name="T64" fmla="*/ 84 w 187"/>
                  <a:gd name="T65" fmla="*/ 12 h 287"/>
                  <a:gd name="T66" fmla="*/ 115 w 187"/>
                  <a:gd name="T67" fmla="*/ 32 h 287"/>
                  <a:gd name="T68" fmla="*/ 127 w 187"/>
                  <a:gd name="T69" fmla="*/ 83 h 287"/>
                  <a:gd name="T70" fmla="*/ 96 w 187"/>
                  <a:gd name="T71" fmla="*/ 121 h 287"/>
                  <a:gd name="T72" fmla="*/ 53 w 187"/>
                  <a:gd name="T73" fmla="*/ 53 h 287"/>
                  <a:gd name="T74" fmla="*/ 53 w 187"/>
                  <a:gd name="T75" fmla="*/ 52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87" h="287">
                    <a:moveTo>
                      <a:pt x="187" y="31"/>
                    </a:moveTo>
                    <a:lnTo>
                      <a:pt x="187" y="14"/>
                    </a:lnTo>
                    <a:lnTo>
                      <a:pt x="155" y="14"/>
                    </a:lnTo>
                    <a:cubicBezTo>
                      <a:pt x="146" y="14"/>
                      <a:pt x="140" y="13"/>
                      <a:pt x="131" y="10"/>
                    </a:cubicBezTo>
                    <a:lnTo>
                      <a:pt x="122" y="6"/>
                    </a:lnTo>
                    <a:cubicBezTo>
                      <a:pt x="111" y="2"/>
                      <a:pt x="99" y="0"/>
                      <a:pt x="88" y="0"/>
                    </a:cubicBezTo>
                    <a:cubicBezTo>
                      <a:pt x="49" y="0"/>
                      <a:pt x="17" y="31"/>
                      <a:pt x="17" y="69"/>
                    </a:cubicBezTo>
                    <a:cubicBezTo>
                      <a:pt x="17" y="96"/>
                      <a:pt x="29" y="112"/>
                      <a:pt x="57" y="126"/>
                    </a:cubicBezTo>
                    <a:cubicBezTo>
                      <a:pt x="49" y="133"/>
                      <a:pt x="41" y="141"/>
                      <a:pt x="39" y="143"/>
                    </a:cubicBezTo>
                    <a:cubicBezTo>
                      <a:pt x="25" y="155"/>
                      <a:pt x="19" y="163"/>
                      <a:pt x="19" y="172"/>
                    </a:cubicBezTo>
                    <a:cubicBezTo>
                      <a:pt x="19" y="181"/>
                      <a:pt x="24" y="186"/>
                      <a:pt x="42" y="194"/>
                    </a:cubicBezTo>
                    <a:cubicBezTo>
                      <a:pt x="12" y="216"/>
                      <a:pt x="0" y="230"/>
                      <a:pt x="0" y="246"/>
                    </a:cubicBezTo>
                    <a:cubicBezTo>
                      <a:pt x="0" y="268"/>
                      <a:pt x="33" y="287"/>
                      <a:pt x="73" y="287"/>
                    </a:cubicBezTo>
                    <a:cubicBezTo>
                      <a:pt x="105" y="287"/>
                      <a:pt x="138" y="276"/>
                      <a:pt x="160" y="258"/>
                    </a:cubicBezTo>
                    <a:cubicBezTo>
                      <a:pt x="176" y="245"/>
                      <a:pt x="183" y="232"/>
                      <a:pt x="183" y="216"/>
                    </a:cubicBezTo>
                    <a:cubicBezTo>
                      <a:pt x="183" y="189"/>
                      <a:pt x="163" y="172"/>
                      <a:pt x="132" y="170"/>
                    </a:cubicBezTo>
                    <a:lnTo>
                      <a:pt x="78" y="168"/>
                    </a:lnTo>
                    <a:cubicBezTo>
                      <a:pt x="55" y="167"/>
                      <a:pt x="45" y="163"/>
                      <a:pt x="45" y="156"/>
                    </a:cubicBezTo>
                    <a:cubicBezTo>
                      <a:pt x="45" y="148"/>
                      <a:pt x="58" y="133"/>
                      <a:pt x="70" y="130"/>
                    </a:cubicBezTo>
                    <a:cubicBezTo>
                      <a:pt x="74" y="130"/>
                      <a:pt x="77" y="130"/>
                      <a:pt x="78" y="130"/>
                    </a:cubicBezTo>
                    <a:cubicBezTo>
                      <a:pt x="86" y="131"/>
                      <a:pt x="91" y="132"/>
                      <a:pt x="94" y="132"/>
                    </a:cubicBezTo>
                    <a:cubicBezTo>
                      <a:pt x="110" y="132"/>
                      <a:pt x="127" y="125"/>
                      <a:pt x="140" y="114"/>
                    </a:cubicBezTo>
                    <a:cubicBezTo>
                      <a:pt x="154" y="102"/>
                      <a:pt x="160" y="87"/>
                      <a:pt x="160" y="66"/>
                    </a:cubicBezTo>
                    <a:cubicBezTo>
                      <a:pt x="160" y="54"/>
                      <a:pt x="158" y="44"/>
                      <a:pt x="152" y="31"/>
                    </a:cubicBezTo>
                    <a:lnTo>
                      <a:pt x="187" y="31"/>
                    </a:lnTo>
                    <a:close/>
                    <a:moveTo>
                      <a:pt x="50" y="196"/>
                    </a:moveTo>
                    <a:cubicBezTo>
                      <a:pt x="64" y="199"/>
                      <a:pt x="98" y="201"/>
                      <a:pt x="119" y="201"/>
                    </a:cubicBezTo>
                    <a:cubicBezTo>
                      <a:pt x="158" y="201"/>
                      <a:pt x="171" y="207"/>
                      <a:pt x="171" y="222"/>
                    </a:cubicBezTo>
                    <a:cubicBezTo>
                      <a:pt x="171" y="246"/>
                      <a:pt x="139" y="263"/>
                      <a:pt x="91" y="263"/>
                    </a:cubicBezTo>
                    <a:cubicBezTo>
                      <a:pt x="54" y="263"/>
                      <a:pt x="30" y="251"/>
                      <a:pt x="30" y="232"/>
                    </a:cubicBezTo>
                    <a:cubicBezTo>
                      <a:pt x="30" y="222"/>
                      <a:pt x="33" y="217"/>
                      <a:pt x="50" y="196"/>
                    </a:cubicBezTo>
                    <a:close/>
                    <a:moveTo>
                      <a:pt x="53" y="52"/>
                    </a:moveTo>
                    <a:cubicBezTo>
                      <a:pt x="53" y="27"/>
                      <a:pt x="64" y="12"/>
                      <a:pt x="84" y="12"/>
                    </a:cubicBezTo>
                    <a:cubicBezTo>
                      <a:pt x="97" y="12"/>
                      <a:pt x="108" y="19"/>
                      <a:pt x="115" y="32"/>
                    </a:cubicBezTo>
                    <a:cubicBezTo>
                      <a:pt x="122" y="47"/>
                      <a:pt x="127" y="66"/>
                      <a:pt x="127" y="83"/>
                    </a:cubicBezTo>
                    <a:cubicBezTo>
                      <a:pt x="127" y="106"/>
                      <a:pt x="115" y="121"/>
                      <a:pt x="96" y="121"/>
                    </a:cubicBezTo>
                    <a:cubicBezTo>
                      <a:pt x="70" y="121"/>
                      <a:pt x="53" y="94"/>
                      <a:pt x="53" y="53"/>
                    </a:cubicBezTo>
                    <a:lnTo>
                      <a:pt x="53" y="52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5" name="Freeform 32">
                <a:extLst>
                  <a:ext uri="{FF2B5EF4-FFF2-40B4-BE49-F238E27FC236}">
                    <a16:creationId xmlns:a16="http://schemas.microsoft.com/office/drawing/2014/main" id="{F9730C56-DD6F-40C9-8943-94042443218A}"/>
                  </a:ext>
                </a:extLst>
              </p:cNvPr>
              <p:cNvSpPr>
                <a:spLocks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725738" y="2540000"/>
                <a:ext cx="44450" cy="66675"/>
              </a:xfrm>
              <a:custGeom>
                <a:avLst/>
                <a:gdLst>
                  <a:gd name="T0" fmla="*/ 62 w 202"/>
                  <a:gd name="T1" fmla="*/ 144 h 289"/>
                  <a:gd name="T2" fmla="*/ 109 w 202"/>
                  <a:gd name="T3" fmla="*/ 117 h 289"/>
                  <a:gd name="T4" fmla="*/ 141 w 202"/>
                  <a:gd name="T5" fmla="*/ 162 h 289"/>
                  <a:gd name="T6" fmla="*/ 141 w 202"/>
                  <a:gd name="T7" fmla="*/ 246 h 289"/>
                  <a:gd name="T8" fmla="*/ 112 w 202"/>
                  <a:gd name="T9" fmla="*/ 282 h 289"/>
                  <a:gd name="T10" fmla="*/ 112 w 202"/>
                  <a:gd name="T11" fmla="*/ 289 h 289"/>
                  <a:gd name="T12" fmla="*/ 202 w 202"/>
                  <a:gd name="T13" fmla="*/ 289 h 289"/>
                  <a:gd name="T14" fmla="*/ 202 w 202"/>
                  <a:gd name="T15" fmla="*/ 282 h 289"/>
                  <a:gd name="T16" fmla="*/ 177 w 202"/>
                  <a:gd name="T17" fmla="*/ 246 h 289"/>
                  <a:gd name="T18" fmla="*/ 177 w 202"/>
                  <a:gd name="T19" fmla="*/ 161 h 289"/>
                  <a:gd name="T20" fmla="*/ 125 w 202"/>
                  <a:gd name="T21" fmla="*/ 94 h 289"/>
                  <a:gd name="T22" fmla="*/ 62 w 202"/>
                  <a:gd name="T23" fmla="*/ 130 h 289"/>
                  <a:gd name="T24" fmla="*/ 62 w 202"/>
                  <a:gd name="T25" fmla="*/ 1 h 289"/>
                  <a:gd name="T26" fmla="*/ 60 w 202"/>
                  <a:gd name="T27" fmla="*/ 0 h 289"/>
                  <a:gd name="T28" fmla="*/ 12 w 202"/>
                  <a:gd name="T29" fmla="*/ 15 h 289"/>
                  <a:gd name="T30" fmla="*/ 0 w 202"/>
                  <a:gd name="T31" fmla="*/ 18 h 289"/>
                  <a:gd name="T32" fmla="*/ 0 w 202"/>
                  <a:gd name="T33" fmla="*/ 25 h 289"/>
                  <a:gd name="T34" fmla="*/ 5 w 202"/>
                  <a:gd name="T35" fmla="*/ 25 h 289"/>
                  <a:gd name="T36" fmla="*/ 27 w 202"/>
                  <a:gd name="T37" fmla="*/ 46 h 289"/>
                  <a:gd name="T38" fmla="*/ 27 w 202"/>
                  <a:gd name="T39" fmla="*/ 246 h 289"/>
                  <a:gd name="T40" fmla="*/ 0 w 202"/>
                  <a:gd name="T41" fmla="*/ 282 h 289"/>
                  <a:gd name="T42" fmla="*/ 0 w 202"/>
                  <a:gd name="T43" fmla="*/ 289 h 289"/>
                  <a:gd name="T44" fmla="*/ 91 w 202"/>
                  <a:gd name="T45" fmla="*/ 289 h 289"/>
                  <a:gd name="T46" fmla="*/ 91 w 202"/>
                  <a:gd name="T47" fmla="*/ 282 h 289"/>
                  <a:gd name="T48" fmla="*/ 62 w 202"/>
                  <a:gd name="T49" fmla="*/ 246 h 289"/>
                  <a:gd name="T50" fmla="*/ 62 w 202"/>
                  <a:gd name="T51" fmla="*/ 144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02" h="289">
                    <a:moveTo>
                      <a:pt x="62" y="144"/>
                    </a:moveTo>
                    <a:cubicBezTo>
                      <a:pt x="80" y="124"/>
                      <a:pt x="93" y="117"/>
                      <a:pt x="109" y="117"/>
                    </a:cubicBezTo>
                    <a:cubicBezTo>
                      <a:pt x="131" y="117"/>
                      <a:pt x="141" y="132"/>
                      <a:pt x="141" y="162"/>
                    </a:cubicBezTo>
                    <a:lnTo>
                      <a:pt x="141" y="246"/>
                    </a:lnTo>
                    <a:cubicBezTo>
                      <a:pt x="141" y="274"/>
                      <a:pt x="137" y="280"/>
                      <a:pt x="112" y="282"/>
                    </a:cubicBezTo>
                    <a:lnTo>
                      <a:pt x="112" y="289"/>
                    </a:lnTo>
                    <a:lnTo>
                      <a:pt x="202" y="289"/>
                    </a:lnTo>
                    <a:lnTo>
                      <a:pt x="202" y="282"/>
                    </a:lnTo>
                    <a:cubicBezTo>
                      <a:pt x="179" y="278"/>
                      <a:pt x="177" y="275"/>
                      <a:pt x="177" y="246"/>
                    </a:cubicBezTo>
                    <a:lnTo>
                      <a:pt x="177" y="161"/>
                    </a:lnTo>
                    <a:cubicBezTo>
                      <a:pt x="177" y="117"/>
                      <a:pt x="159" y="94"/>
                      <a:pt x="125" y="94"/>
                    </a:cubicBezTo>
                    <a:cubicBezTo>
                      <a:pt x="100" y="94"/>
                      <a:pt x="82" y="104"/>
                      <a:pt x="62" y="130"/>
                    </a:cubicBezTo>
                    <a:lnTo>
                      <a:pt x="62" y="1"/>
                    </a:lnTo>
                    <a:lnTo>
                      <a:pt x="60" y="0"/>
                    </a:lnTo>
                    <a:cubicBezTo>
                      <a:pt x="46" y="5"/>
                      <a:pt x="35" y="8"/>
                      <a:pt x="12" y="15"/>
                    </a:cubicBezTo>
                    <a:lnTo>
                      <a:pt x="0" y="18"/>
                    </a:lnTo>
                    <a:lnTo>
                      <a:pt x="0" y="25"/>
                    </a:lnTo>
                    <a:cubicBezTo>
                      <a:pt x="2" y="25"/>
                      <a:pt x="3" y="25"/>
                      <a:pt x="5" y="25"/>
                    </a:cubicBezTo>
                    <a:cubicBezTo>
                      <a:pt x="23" y="25"/>
                      <a:pt x="27" y="28"/>
                      <a:pt x="27" y="46"/>
                    </a:cubicBezTo>
                    <a:lnTo>
                      <a:pt x="27" y="246"/>
                    </a:lnTo>
                    <a:cubicBezTo>
                      <a:pt x="27" y="275"/>
                      <a:pt x="24" y="279"/>
                      <a:pt x="0" y="282"/>
                    </a:cubicBezTo>
                    <a:lnTo>
                      <a:pt x="0" y="289"/>
                    </a:lnTo>
                    <a:lnTo>
                      <a:pt x="91" y="289"/>
                    </a:lnTo>
                    <a:lnTo>
                      <a:pt x="91" y="282"/>
                    </a:lnTo>
                    <a:cubicBezTo>
                      <a:pt x="67" y="280"/>
                      <a:pt x="62" y="275"/>
                      <a:pt x="62" y="246"/>
                    </a:cubicBezTo>
                    <a:lnTo>
                      <a:pt x="62" y="144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33">
                <a:extLst>
                  <a:ext uri="{FF2B5EF4-FFF2-40B4-BE49-F238E27FC236}">
                    <a16:creationId xmlns:a16="http://schemas.microsoft.com/office/drawing/2014/main" id="{47855E5C-1C59-4176-8CE8-E212E92DC71D}"/>
                  </a:ext>
                </a:extLst>
              </p:cNvPr>
              <p:cNvSpPr>
                <a:spLocks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2773363" y="2549525"/>
                <a:ext cx="25400" cy="57150"/>
              </a:xfrm>
              <a:custGeom>
                <a:avLst/>
                <a:gdLst>
                  <a:gd name="T0" fmla="*/ 103 w 113"/>
                  <a:gd name="T1" fmla="*/ 54 h 249"/>
                  <a:gd name="T2" fmla="*/ 60 w 113"/>
                  <a:gd name="T3" fmla="*/ 54 h 249"/>
                  <a:gd name="T4" fmla="*/ 60 w 113"/>
                  <a:gd name="T5" fmla="*/ 5 h 249"/>
                  <a:gd name="T6" fmla="*/ 57 w 113"/>
                  <a:gd name="T7" fmla="*/ 0 h 249"/>
                  <a:gd name="T8" fmla="*/ 48 w 113"/>
                  <a:gd name="T9" fmla="*/ 12 h 249"/>
                  <a:gd name="T10" fmla="*/ 7 w 113"/>
                  <a:gd name="T11" fmla="*/ 57 h 249"/>
                  <a:gd name="T12" fmla="*/ 0 w 113"/>
                  <a:gd name="T13" fmla="*/ 65 h 249"/>
                  <a:gd name="T14" fmla="*/ 2 w 113"/>
                  <a:gd name="T15" fmla="*/ 68 h 249"/>
                  <a:gd name="T16" fmla="*/ 24 w 113"/>
                  <a:gd name="T17" fmla="*/ 68 h 249"/>
                  <a:gd name="T18" fmla="*/ 24 w 113"/>
                  <a:gd name="T19" fmla="*/ 195 h 249"/>
                  <a:gd name="T20" fmla="*/ 62 w 113"/>
                  <a:gd name="T21" fmla="*/ 249 h 249"/>
                  <a:gd name="T22" fmla="*/ 113 w 113"/>
                  <a:gd name="T23" fmla="*/ 217 h 249"/>
                  <a:gd name="T24" fmla="*/ 107 w 113"/>
                  <a:gd name="T25" fmla="*/ 212 h 249"/>
                  <a:gd name="T26" fmla="*/ 82 w 113"/>
                  <a:gd name="T27" fmla="*/ 227 h 249"/>
                  <a:gd name="T28" fmla="*/ 60 w 113"/>
                  <a:gd name="T29" fmla="*/ 189 h 249"/>
                  <a:gd name="T30" fmla="*/ 60 w 113"/>
                  <a:gd name="T31" fmla="*/ 68 h 249"/>
                  <a:gd name="T32" fmla="*/ 103 w 113"/>
                  <a:gd name="T33" fmla="*/ 68 h 249"/>
                  <a:gd name="T34" fmla="*/ 103 w 113"/>
                  <a:gd name="T35" fmla="*/ 5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3" h="249">
                    <a:moveTo>
                      <a:pt x="103" y="54"/>
                    </a:moveTo>
                    <a:lnTo>
                      <a:pt x="60" y="54"/>
                    </a:lnTo>
                    <a:lnTo>
                      <a:pt x="60" y="5"/>
                    </a:lnTo>
                    <a:cubicBezTo>
                      <a:pt x="60" y="1"/>
                      <a:pt x="59" y="0"/>
                      <a:pt x="57" y="0"/>
                    </a:cubicBezTo>
                    <a:cubicBezTo>
                      <a:pt x="54" y="4"/>
                      <a:pt x="51" y="7"/>
                      <a:pt x="48" y="12"/>
                    </a:cubicBezTo>
                    <a:cubicBezTo>
                      <a:pt x="32" y="35"/>
                      <a:pt x="14" y="55"/>
                      <a:pt x="7" y="57"/>
                    </a:cubicBezTo>
                    <a:cubicBezTo>
                      <a:pt x="3" y="60"/>
                      <a:pt x="0" y="63"/>
                      <a:pt x="0" y="65"/>
                    </a:cubicBezTo>
                    <a:cubicBezTo>
                      <a:pt x="0" y="66"/>
                      <a:pt x="1" y="67"/>
                      <a:pt x="2" y="68"/>
                    </a:cubicBezTo>
                    <a:lnTo>
                      <a:pt x="24" y="68"/>
                    </a:lnTo>
                    <a:lnTo>
                      <a:pt x="24" y="195"/>
                    </a:lnTo>
                    <a:cubicBezTo>
                      <a:pt x="24" y="231"/>
                      <a:pt x="37" y="249"/>
                      <a:pt x="62" y="249"/>
                    </a:cubicBezTo>
                    <a:cubicBezTo>
                      <a:pt x="83" y="249"/>
                      <a:pt x="99" y="239"/>
                      <a:pt x="113" y="217"/>
                    </a:cubicBezTo>
                    <a:lnTo>
                      <a:pt x="107" y="212"/>
                    </a:lnTo>
                    <a:cubicBezTo>
                      <a:pt x="98" y="223"/>
                      <a:pt x="91" y="227"/>
                      <a:pt x="82" y="227"/>
                    </a:cubicBezTo>
                    <a:cubicBezTo>
                      <a:pt x="66" y="227"/>
                      <a:pt x="60" y="216"/>
                      <a:pt x="60" y="189"/>
                    </a:cubicBezTo>
                    <a:lnTo>
                      <a:pt x="60" y="68"/>
                    </a:lnTo>
                    <a:lnTo>
                      <a:pt x="103" y="68"/>
                    </a:lnTo>
                    <a:lnTo>
                      <a:pt x="103" y="54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34">
                <a:extLst>
                  <a:ext uri="{FF2B5EF4-FFF2-40B4-BE49-F238E27FC236}">
                    <a16:creationId xmlns:a16="http://schemas.microsoft.com/office/drawing/2014/main" id="{5D86713C-3774-4674-9CBE-9A3F93903C6E}"/>
                  </a:ext>
                </a:extLst>
              </p:cNvPr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2824163" y="2562225"/>
                <a:ext cx="71438" cy="44450"/>
              </a:xfrm>
              <a:custGeom>
                <a:avLst/>
                <a:gdLst>
                  <a:gd name="T0" fmla="*/ 1 w 321"/>
                  <a:gd name="T1" fmla="*/ 26 h 195"/>
                  <a:gd name="T2" fmla="*/ 15 w 321"/>
                  <a:gd name="T3" fmla="*/ 25 h 195"/>
                  <a:gd name="T4" fmla="*/ 30 w 321"/>
                  <a:gd name="T5" fmla="*/ 52 h 195"/>
                  <a:gd name="T6" fmla="*/ 30 w 321"/>
                  <a:gd name="T7" fmla="*/ 159 h 195"/>
                  <a:gd name="T8" fmla="*/ 0 w 321"/>
                  <a:gd name="T9" fmla="*/ 188 h 195"/>
                  <a:gd name="T10" fmla="*/ 0 w 321"/>
                  <a:gd name="T11" fmla="*/ 195 h 195"/>
                  <a:gd name="T12" fmla="*/ 94 w 321"/>
                  <a:gd name="T13" fmla="*/ 195 h 195"/>
                  <a:gd name="T14" fmla="*/ 94 w 321"/>
                  <a:gd name="T15" fmla="*/ 188 h 195"/>
                  <a:gd name="T16" fmla="*/ 65 w 321"/>
                  <a:gd name="T17" fmla="*/ 166 h 195"/>
                  <a:gd name="T18" fmla="*/ 65 w 321"/>
                  <a:gd name="T19" fmla="*/ 47 h 195"/>
                  <a:gd name="T20" fmla="*/ 72 w 321"/>
                  <a:gd name="T21" fmla="*/ 39 h 195"/>
                  <a:gd name="T22" fmla="*/ 115 w 321"/>
                  <a:gd name="T23" fmla="*/ 22 h 195"/>
                  <a:gd name="T24" fmla="*/ 143 w 321"/>
                  <a:gd name="T25" fmla="*/ 67 h 195"/>
                  <a:gd name="T26" fmla="*/ 143 w 321"/>
                  <a:gd name="T27" fmla="*/ 158 h 195"/>
                  <a:gd name="T28" fmla="*/ 114 w 321"/>
                  <a:gd name="T29" fmla="*/ 188 h 195"/>
                  <a:gd name="T30" fmla="*/ 114 w 321"/>
                  <a:gd name="T31" fmla="*/ 195 h 195"/>
                  <a:gd name="T32" fmla="*/ 209 w 321"/>
                  <a:gd name="T33" fmla="*/ 195 h 195"/>
                  <a:gd name="T34" fmla="*/ 209 w 321"/>
                  <a:gd name="T35" fmla="*/ 188 h 195"/>
                  <a:gd name="T36" fmla="*/ 179 w 321"/>
                  <a:gd name="T37" fmla="*/ 155 h 195"/>
                  <a:gd name="T38" fmla="*/ 179 w 321"/>
                  <a:gd name="T39" fmla="*/ 48 h 195"/>
                  <a:gd name="T40" fmla="*/ 225 w 321"/>
                  <a:gd name="T41" fmla="*/ 22 h 195"/>
                  <a:gd name="T42" fmla="*/ 256 w 321"/>
                  <a:gd name="T43" fmla="*/ 69 h 195"/>
                  <a:gd name="T44" fmla="*/ 256 w 321"/>
                  <a:gd name="T45" fmla="*/ 158 h 195"/>
                  <a:gd name="T46" fmla="*/ 228 w 321"/>
                  <a:gd name="T47" fmla="*/ 188 h 195"/>
                  <a:gd name="T48" fmla="*/ 228 w 321"/>
                  <a:gd name="T49" fmla="*/ 195 h 195"/>
                  <a:gd name="T50" fmla="*/ 321 w 321"/>
                  <a:gd name="T51" fmla="*/ 195 h 195"/>
                  <a:gd name="T52" fmla="*/ 321 w 321"/>
                  <a:gd name="T53" fmla="*/ 188 h 195"/>
                  <a:gd name="T54" fmla="*/ 310 w 321"/>
                  <a:gd name="T55" fmla="*/ 188 h 195"/>
                  <a:gd name="T56" fmla="*/ 292 w 321"/>
                  <a:gd name="T57" fmla="*/ 163 h 195"/>
                  <a:gd name="T58" fmla="*/ 292 w 321"/>
                  <a:gd name="T59" fmla="*/ 75 h 195"/>
                  <a:gd name="T60" fmla="*/ 243 w 321"/>
                  <a:gd name="T61" fmla="*/ 0 h 195"/>
                  <a:gd name="T62" fmla="*/ 174 w 321"/>
                  <a:gd name="T63" fmla="*/ 36 h 195"/>
                  <a:gd name="T64" fmla="*/ 129 w 321"/>
                  <a:gd name="T65" fmla="*/ 0 h 195"/>
                  <a:gd name="T66" fmla="*/ 63 w 321"/>
                  <a:gd name="T67" fmla="*/ 33 h 195"/>
                  <a:gd name="T68" fmla="*/ 63 w 321"/>
                  <a:gd name="T69" fmla="*/ 1 h 195"/>
                  <a:gd name="T70" fmla="*/ 60 w 321"/>
                  <a:gd name="T71" fmla="*/ 0 h 195"/>
                  <a:gd name="T72" fmla="*/ 1 w 321"/>
                  <a:gd name="T73" fmla="*/ 19 h 195"/>
                  <a:gd name="T74" fmla="*/ 1 w 321"/>
                  <a:gd name="T75" fmla="*/ 26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21" h="195">
                    <a:moveTo>
                      <a:pt x="1" y="26"/>
                    </a:moveTo>
                    <a:cubicBezTo>
                      <a:pt x="7" y="25"/>
                      <a:pt x="10" y="25"/>
                      <a:pt x="15" y="25"/>
                    </a:cubicBezTo>
                    <a:cubicBezTo>
                      <a:pt x="26" y="25"/>
                      <a:pt x="30" y="31"/>
                      <a:pt x="30" y="52"/>
                    </a:cubicBezTo>
                    <a:lnTo>
                      <a:pt x="30" y="159"/>
                    </a:lnTo>
                    <a:cubicBezTo>
                      <a:pt x="30" y="182"/>
                      <a:pt x="24" y="188"/>
                      <a:pt x="0" y="188"/>
                    </a:cubicBezTo>
                    <a:lnTo>
                      <a:pt x="0" y="195"/>
                    </a:lnTo>
                    <a:lnTo>
                      <a:pt x="94" y="195"/>
                    </a:lnTo>
                    <a:lnTo>
                      <a:pt x="94" y="188"/>
                    </a:lnTo>
                    <a:cubicBezTo>
                      <a:pt x="72" y="188"/>
                      <a:pt x="65" y="183"/>
                      <a:pt x="65" y="166"/>
                    </a:cubicBezTo>
                    <a:lnTo>
                      <a:pt x="65" y="47"/>
                    </a:lnTo>
                    <a:cubicBezTo>
                      <a:pt x="65" y="46"/>
                      <a:pt x="69" y="42"/>
                      <a:pt x="72" y="39"/>
                    </a:cubicBezTo>
                    <a:cubicBezTo>
                      <a:pt x="82" y="29"/>
                      <a:pt x="100" y="22"/>
                      <a:pt x="115" y="22"/>
                    </a:cubicBezTo>
                    <a:cubicBezTo>
                      <a:pt x="134" y="22"/>
                      <a:pt x="143" y="37"/>
                      <a:pt x="143" y="67"/>
                    </a:cubicBezTo>
                    <a:lnTo>
                      <a:pt x="143" y="158"/>
                    </a:lnTo>
                    <a:cubicBezTo>
                      <a:pt x="143" y="182"/>
                      <a:pt x="138" y="187"/>
                      <a:pt x="114" y="188"/>
                    </a:cubicBezTo>
                    <a:lnTo>
                      <a:pt x="114" y="195"/>
                    </a:lnTo>
                    <a:lnTo>
                      <a:pt x="209" y="195"/>
                    </a:lnTo>
                    <a:lnTo>
                      <a:pt x="209" y="188"/>
                    </a:lnTo>
                    <a:cubicBezTo>
                      <a:pt x="185" y="188"/>
                      <a:pt x="179" y="181"/>
                      <a:pt x="179" y="155"/>
                    </a:cubicBezTo>
                    <a:lnTo>
                      <a:pt x="179" y="48"/>
                    </a:lnTo>
                    <a:cubicBezTo>
                      <a:pt x="191" y="30"/>
                      <a:pt x="205" y="22"/>
                      <a:pt x="225" y="22"/>
                    </a:cubicBezTo>
                    <a:cubicBezTo>
                      <a:pt x="249" y="22"/>
                      <a:pt x="256" y="34"/>
                      <a:pt x="256" y="69"/>
                    </a:cubicBezTo>
                    <a:lnTo>
                      <a:pt x="256" y="158"/>
                    </a:lnTo>
                    <a:cubicBezTo>
                      <a:pt x="256" y="182"/>
                      <a:pt x="253" y="185"/>
                      <a:pt x="228" y="188"/>
                    </a:cubicBezTo>
                    <a:lnTo>
                      <a:pt x="228" y="195"/>
                    </a:lnTo>
                    <a:lnTo>
                      <a:pt x="321" y="195"/>
                    </a:lnTo>
                    <a:lnTo>
                      <a:pt x="321" y="188"/>
                    </a:lnTo>
                    <a:lnTo>
                      <a:pt x="310" y="188"/>
                    </a:lnTo>
                    <a:cubicBezTo>
                      <a:pt x="297" y="187"/>
                      <a:pt x="292" y="179"/>
                      <a:pt x="292" y="163"/>
                    </a:cubicBezTo>
                    <a:lnTo>
                      <a:pt x="292" y="75"/>
                    </a:lnTo>
                    <a:cubicBezTo>
                      <a:pt x="292" y="26"/>
                      <a:pt x="275" y="0"/>
                      <a:pt x="243" y="0"/>
                    </a:cubicBezTo>
                    <a:cubicBezTo>
                      <a:pt x="218" y="0"/>
                      <a:pt x="197" y="11"/>
                      <a:pt x="174" y="36"/>
                    </a:cubicBezTo>
                    <a:cubicBezTo>
                      <a:pt x="166" y="12"/>
                      <a:pt x="152" y="0"/>
                      <a:pt x="129" y="0"/>
                    </a:cubicBezTo>
                    <a:cubicBezTo>
                      <a:pt x="110" y="0"/>
                      <a:pt x="99" y="6"/>
                      <a:pt x="63" y="33"/>
                    </a:cubicBezTo>
                    <a:lnTo>
                      <a:pt x="63" y="1"/>
                    </a:lnTo>
                    <a:lnTo>
                      <a:pt x="60" y="0"/>
                    </a:lnTo>
                    <a:cubicBezTo>
                      <a:pt x="39" y="8"/>
                      <a:pt x="25" y="13"/>
                      <a:pt x="1" y="19"/>
                    </a:cubicBezTo>
                    <a:lnTo>
                      <a:pt x="1" y="26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35">
                <a:extLst>
                  <a:ext uri="{FF2B5EF4-FFF2-40B4-BE49-F238E27FC236}">
                    <a16:creationId xmlns:a16="http://schemas.microsoft.com/office/drawing/2014/main" id="{2645C6D7-3EA5-4D1A-BD31-EE3F89424C2A}"/>
                  </a:ext>
                </a:extLst>
              </p:cNvPr>
              <p:cNvSpPr>
                <a:spLocks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2900363" y="2562225"/>
                <a:ext cx="38100" cy="44450"/>
              </a:xfrm>
              <a:custGeom>
                <a:avLst/>
                <a:gdLst>
                  <a:gd name="T0" fmla="*/ 172 w 172"/>
                  <a:gd name="T1" fmla="*/ 167 h 199"/>
                  <a:gd name="T2" fmla="*/ 153 w 172"/>
                  <a:gd name="T3" fmla="*/ 175 h 199"/>
                  <a:gd name="T4" fmla="*/ 140 w 172"/>
                  <a:gd name="T5" fmla="*/ 150 h 199"/>
                  <a:gd name="T6" fmla="*/ 140 w 172"/>
                  <a:gd name="T7" fmla="*/ 68 h 199"/>
                  <a:gd name="T8" fmla="*/ 132 w 172"/>
                  <a:gd name="T9" fmla="*/ 23 h 199"/>
                  <a:gd name="T10" fmla="*/ 80 w 172"/>
                  <a:gd name="T11" fmla="*/ 0 h 199"/>
                  <a:gd name="T12" fmla="*/ 8 w 172"/>
                  <a:gd name="T13" fmla="*/ 48 h 199"/>
                  <a:gd name="T14" fmla="*/ 27 w 172"/>
                  <a:gd name="T15" fmla="*/ 66 h 199"/>
                  <a:gd name="T16" fmla="*/ 46 w 172"/>
                  <a:gd name="T17" fmla="*/ 48 h 199"/>
                  <a:gd name="T18" fmla="*/ 45 w 172"/>
                  <a:gd name="T19" fmla="*/ 41 h 199"/>
                  <a:gd name="T20" fmla="*/ 44 w 172"/>
                  <a:gd name="T21" fmla="*/ 31 h 199"/>
                  <a:gd name="T22" fmla="*/ 74 w 172"/>
                  <a:gd name="T23" fmla="*/ 10 h 199"/>
                  <a:gd name="T24" fmla="*/ 106 w 172"/>
                  <a:gd name="T25" fmla="*/ 45 h 199"/>
                  <a:gd name="T26" fmla="*/ 106 w 172"/>
                  <a:gd name="T27" fmla="*/ 71 h 199"/>
                  <a:gd name="T28" fmla="*/ 16 w 172"/>
                  <a:gd name="T29" fmla="*/ 117 h 199"/>
                  <a:gd name="T30" fmla="*/ 0 w 172"/>
                  <a:gd name="T31" fmla="*/ 154 h 199"/>
                  <a:gd name="T32" fmla="*/ 45 w 172"/>
                  <a:gd name="T33" fmla="*/ 199 h 199"/>
                  <a:gd name="T34" fmla="*/ 107 w 172"/>
                  <a:gd name="T35" fmla="*/ 168 h 199"/>
                  <a:gd name="T36" fmla="*/ 134 w 172"/>
                  <a:gd name="T37" fmla="*/ 199 h 199"/>
                  <a:gd name="T38" fmla="*/ 172 w 172"/>
                  <a:gd name="T39" fmla="*/ 178 h 199"/>
                  <a:gd name="T40" fmla="*/ 172 w 172"/>
                  <a:gd name="T41" fmla="*/ 167 h 199"/>
                  <a:gd name="T42" fmla="*/ 106 w 172"/>
                  <a:gd name="T43" fmla="*/ 143 h 199"/>
                  <a:gd name="T44" fmla="*/ 95 w 172"/>
                  <a:gd name="T45" fmla="*/ 165 h 199"/>
                  <a:gd name="T46" fmla="*/ 64 w 172"/>
                  <a:gd name="T47" fmla="*/ 174 h 199"/>
                  <a:gd name="T48" fmla="*/ 38 w 172"/>
                  <a:gd name="T49" fmla="*/ 142 h 199"/>
                  <a:gd name="T50" fmla="*/ 38 w 172"/>
                  <a:gd name="T51" fmla="*/ 140 h 199"/>
                  <a:gd name="T52" fmla="*/ 106 w 172"/>
                  <a:gd name="T53" fmla="*/ 81 h 199"/>
                  <a:gd name="T54" fmla="*/ 106 w 172"/>
                  <a:gd name="T55" fmla="*/ 143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72" h="199">
                    <a:moveTo>
                      <a:pt x="172" y="167"/>
                    </a:moveTo>
                    <a:cubicBezTo>
                      <a:pt x="165" y="173"/>
                      <a:pt x="159" y="175"/>
                      <a:pt x="153" y="175"/>
                    </a:cubicBezTo>
                    <a:cubicBezTo>
                      <a:pt x="143" y="175"/>
                      <a:pt x="140" y="169"/>
                      <a:pt x="140" y="150"/>
                    </a:cubicBezTo>
                    <a:lnTo>
                      <a:pt x="140" y="68"/>
                    </a:lnTo>
                    <a:cubicBezTo>
                      <a:pt x="140" y="46"/>
                      <a:pt x="138" y="34"/>
                      <a:pt x="132" y="23"/>
                    </a:cubicBezTo>
                    <a:cubicBezTo>
                      <a:pt x="123" y="8"/>
                      <a:pt x="104" y="0"/>
                      <a:pt x="80" y="0"/>
                    </a:cubicBezTo>
                    <a:cubicBezTo>
                      <a:pt x="40" y="0"/>
                      <a:pt x="8" y="21"/>
                      <a:pt x="8" y="48"/>
                    </a:cubicBezTo>
                    <a:cubicBezTo>
                      <a:pt x="8" y="57"/>
                      <a:pt x="17" y="66"/>
                      <a:pt x="27" y="66"/>
                    </a:cubicBezTo>
                    <a:cubicBezTo>
                      <a:pt x="37" y="66"/>
                      <a:pt x="46" y="57"/>
                      <a:pt x="46" y="48"/>
                    </a:cubicBezTo>
                    <a:cubicBezTo>
                      <a:pt x="46" y="46"/>
                      <a:pt x="45" y="44"/>
                      <a:pt x="45" y="41"/>
                    </a:cubicBezTo>
                    <a:cubicBezTo>
                      <a:pt x="44" y="37"/>
                      <a:pt x="44" y="34"/>
                      <a:pt x="44" y="31"/>
                    </a:cubicBezTo>
                    <a:cubicBezTo>
                      <a:pt x="44" y="20"/>
                      <a:pt x="57" y="10"/>
                      <a:pt x="74" y="10"/>
                    </a:cubicBezTo>
                    <a:cubicBezTo>
                      <a:pt x="95" y="10"/>
                      <a:pt x="106" y="23"/>
                      <a:pt x="106" y="45"/>
                    </a:cubicBezTo>
                    <a:lnTo>
                      <a:pt x="106" y="71"/>
                    </a:lnTo>
                    <a:cubicBezTo>
                      <a:pt x="41" y="97"/>
                      <a:pt x="34" y="101"/>
                      <a:pt x="16" y="117"/>
                    </a:cubicBezTo>
                    <a:cubicBezTo>
                      <a:pt x="6" y="125"/>
                      <a:pt x="0" y="140"/>
                      <a:pt x="0" y="154"/>
                    </a:cubicBezTo>
                    <a:cubicBezTo>
                      <a:pt x="0" y="180"/>
                      <a:pt x="19" y="199"/>
                      <a:pt x="45" y="199"/>
                    </a:cubicBezTo>
                    <a:cubicBezTo>
                      <a:pt x="63" y="199"/>
                      <a:pt x="81" y="190"/>
                      <a:pt x="107" y="168"/>
                    </a:cubicBezTo>
                    <a:cubicBezTo>
                      <a:pt x="109" y="190"/>
                      <a:pt x="116" y="199"/>
                      <a:pt x="134" y="199"/>
                    </a:cubicBezTo>
                    <a:cubicBezTo>
                      <a:pt x="148" y="199"/>
                      <a:pt x="157" y="194"/>
                      <a:pt x="172" y="178"/>
                    </a:cubicBezTo>
                    <a:lnTo>
                      <a:pt x="172" y="167"/>
                    </a:lnTo>
                    <a:close/>
                    <a:moveTo>
                      <a:pt x="106" y="143"/>
                    </a:moveTo>
                    <a:cubicBezTo>
                      <a:pt x="106" y="156"/>
                      <a:pt x="104" y="160"/>
                      <a:pt x="95" y="165"/>
                    </a:cubicBezTo>
                    <a:cubicBezTo>
                      <a:pt x="85" y="171"/>
                      <a:pt x="73" y="174"/>
                      <a:pt x="64" y="174"/>
                    </a:cubicBezTo>
                    <a:cubicBezTo>
                      <a:pt x="49" y="174"/>
                      <a:pt x="38" y="160"/>
                      <a:pt x="38" y="142"/>
                    </a:cubicBezTo>
                    <a:lnTo>
                      <a:pt x="38" y="140"/>
                    </a:lnTo>
                    <a:cubicBezTo>
                      <a:pt x="38" y="115"/>
                      <a:pt x="55" y="100"/>
                      <a:pt x="106" y="81"/>
                    </a:cubicBezTo>
                    <a:lnTo>
                      <a:pt x="106" y="143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36">
                <a:extLst>
                  <a:ext uri="{FF2B5EF4-FFF2-40B4-BE49-F238E27FC236}">
                    <a16:creationId xmlns:a16="http://schemas.microsoft.com/office/drawing/2014/main" id="{260C831E-5786-43F0-AF5D-7E5F8F3E54C7}"/>
                  </a:ext>
                </a:extLst>
              </p:cNvPr>
              <p:cNvSpPr>
                <a:spLocks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940050" y="2562225"/>
                <a:ext cx="42863" cy="65088"/>
              </a:xfrm>
              <a:custGeom>
                <a:avLst/>
                <a:gdLst>
                  <a:gd name="T0" fmla="*/ 1 w 197"/>
                  <a:gd name="T1" fmla="*/ 28 h 287"/>
                  <a:gd name="T2" fmla="*/ 12 w 197"/>
                  <a:gd name="T3" fmla="*/ 28 h 287"/>
                  <a:gd name="T4" fmla="*/ 29 w 197"/>
                  <a:gd name="T5" fmla="*/ 52 h 287"/>
                  <a:gd name="T6" fmla="*/ 29 w 197"/>
                  <a:gd name="T7" fmla="*/ 250 h 287"/>
                  <a:gd name="T8" fmla="*/ 0 w 197"/>
                  <a:gd name="T9" fmla="*/ 279 h 287"/>
                  <a:gd name="T10" fmla="*/ 0 w 197"/>
                  <a:gd name="T11" fmla="*/ 287 h 287"/>
                  <a:gd name="T12" fmla="*/ 102 w 197"/>
                  <a:gd name="T13" fmla="*/ 287 h 287"/>
                  <a:gd name="T14" fmla="*/ 102 w 197"/>
                  <a:gd name="T15" fmla="*/ 279 h 287"/>
                  <a:gd name="T16" fmla="*/ 65 w 197"/>
                  <a:gd name="T17" fmla="*/ 247 h 287"/>
                  <a:gd name="T18" fmla="*/ 65 w 197"/>
                  <a:gd name="T19" fmla="*/ 181 h 287"/>
                  <a:gd name="T20" fmla="*/ 108 w 197"/>
                  <a:gd name="T21" fmla="*/ 199 h 287"/>
                  <a:gd name="T22" fmla="*/ 197 w 197"/>
                  <a:gd name="T23" fmla="*/ 90 h 287"/>
                  <a:gd name="T24" fmla="*/ 126 w 197"/>
                  <a:gd name="T25" fmla="*/ 0 h 287"/>
                  <a:gd name="T26" fmla="*/ 65 w 197"/>
                  <a:gd name="T27" fmla="*/ 34 h 287"/>
                  <a:gd name="T28" fmla="*/ 65 w 197"/>
                  <a:gd name="T29" fmla="*/ 1 h 287"/>
                  <a:gd name="T30" fmla="*/ 62 w 197"/>
                  <a:gd name="T31" fmla="*/ 0 h 287"/>
                  <a:gd name="T32" fmla="*/ 1 w 197"/>
                  <a:gd name="T33" fmla="*/ 22 h 287"/>
                  <a:gd name="T34" fmla="*/ 1 w 197"/>
                  <a:gd name="T35" fmla="*/ 28 h 287"/>
                  <a:gd name="T36" fmla="*/ 65 w 197"/>
                  <a:gd name="T37" fmla="*/ 53 h 287"/>
                  <a:gd name="T38" fmla="*/ 108 w 197"/>
                  <a:gd name="T39" fmla="*/ 26 h 287"/>
                  <a:gd name="T40" fmla="*/ 160 w 197"/>
                  <a:gd name="T41" fmla="*/ 107 h 287"/>
                  <a:gd name="T42" fmla="*/ 109 w 197"/>
                  <a:gd name="T43" fmla="*/ 185 h 287"/>
                  <a:gd name="T44" fmla="*/ 65 w 197"/>
                  <a:gd name="T45" fmla="*/ 158 h 287"/>
                  <a:gd name="T46" fmla="*/ 65 w 197"/>
                  <a:gd name="T47" fmla="*/ 53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97" h="287">
                    <a:moveTo>
                      <a:pt x="1" y="28"/>
                    </a:moveTo>
                    <a:cubicBezTo>
                      <a:pt x="5" y="28"/>
                      <a:pt x="8" y="28"/>
                      <a:pt x="12" y="28"/>
                    </a:cubicBezTo>
                    <a:cubicBezTo>
                      <a:pt x="26" y="28"/>
                      <a:pt x="29" y="32"/>
                      <a:pt x="29" y="52"/>
                    </a:cubicBezTo>
                    <a:lnTo>
                      <a:pt x="29" y="250"/>
                    </a:lnTo>
                    <a:cubicBezTo>
                      <a:pt x="29" y="272"/>
                      <a:pt x="25" y="277"/>
                      <a:pt x="0" y="279"/>
                    </a:cubicBezTo>
                    <a:lnTo>
                      <a:pt x="0" y="287"/>
                    </a:lnTo>
                    <a:lnTo>
                      <a:pt x="102" y="287"/>
                    </a:lnTo>
                    <a:lnTo>
                      <a:pt x="102" y="279"/>
                    </a:lnTo>
                    <a:cubicBezTo>
                      <a:pt x="70" y="279"/>
                      <a:pt x="65" y="274"/>
                      <a:pt x="65" y="247"/>
                    </a:cubicBezTo>
                    <a:lnTo>
                      <a:pt x="65" y="181"/>
                    </a:lnTo>
                    <a:cubicBezTo>
                      <a:pt x="80" y="195"/>
                      <a:pt x="90" y="199"/>
                      <a:pt x="108" y="199"/>
                    </a:cubicBezTo>
                    <a:cubicBezTo>
                      <a:pt x="158" y="199"/>
                      <a:pt x="197" y="152"/>
                      <a:pt x="197" y="90"/>
                    </a:cubicBezTo>
                    <a:cubicBezTo>
                      <a:pt x="197" y="38"/>
                      <a:pt x="167" y="0"/>
                      <a:pt x="126" y="0"/>
                    </a:cubicBezTo>
                    <a:cubicBezTo>
                      <a:pt x="102" y="0"/>
                      <a:pt x="84" y="11"/>
                      <a:pt x="65" y="34"/>
                    </a:cubicBezTo>
                    <a:lnTo>
                      <a:pt x="65" y="1"/>
                    </a:lnTo>
                    <a:lnTo>
                      <a:pt x="62" y="0"/>
                    </a:lnTo>
                    <a:cubicBezTo>
                      <a:pt x="40" y="9"/>
                      <a:pt x="25" y="15"/>
                      <a:pt x="1" y="22"/>
                    </a:cubicBezTo>
                    <a:lnTo>
                      <a:pt x="1" y="28"/>
                    </a:lnTo>
                    <a:close/>
                    <a:moveTo>
                      <a:pt x="65" y="53"/>
                    </a:moveTo>
                    <a:cubicBezTo>
                      <a:pt x="65" y="41"/>
                      <a:pt x="89" y="26"/>
                      <a:pt x="108" y="26"/>
                    </a:cubicBezTo>
                    <a:cubicBezTo>
                      <a:pt x="139" y="26"/>
                      <a:pt x="160" y="58"/>
                      <a:pt x="160" y="107"/>
                    </a:cubicBezTo>
                    <a:cubicBezTo>
                      <a:pt x="160" y="154"/>
                      <a:pt x="139" y="185"/>
                      <a:pt x="109" y="185"/>
                    </a:cubicBezTo>
                    <a:cubicBezTo>
                      <a:pt x="89" y="185"/>
                      <a:pt x="65" y="170"/>
                      <a:pt x="65" y="158"/>
                    </a:cubicBezTo>
                    <a:lnTo>
                      <a:pt x="65" y="53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" name="Freeform 37">
                <a:extLst>
                  <a:ext uri="{FF2B5EF4-FFF2-40B4-BE49-F238E27FC236}">
                    <a16:creationId xmlns:a16="http://schemas.microsoft.com/office/drawing/2014/main" id="{0AC5B36A-677E-40C5-991E-30E9AAF77BFD}"/>
                  </a:ext>
                </a:extLst>
              </p:cNvPr>
              <p:cNvSpPr>
                <a:spLocks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3562350" y="2541588"/>
                <a:ext cx="65088" cy="65088"/>
              </a:xfrm>
              <a:custGeom>
                <a:avLst/>
                <a:gdLst>
                  <a:gd name="T0" fmla="*/ 81 w 289"/>
                  <a:gd name="T1" fmla="*/ 128 h 280"/>
                  <a:gd name="T2" fmla="*/ 81 w 289"/>
                  <a:gd name="T3" fmla="*/ 46 h 280"/>
                  <a:gd name="T4" fmla="*/ 118 w 289"/>
                  <a:gd name="T5" fmla="*/ 8 h 280"/>
                  <a:gd name="T6" fmla="*/ 118 w 289"/>
                  <a:gd name="T7" fmla="*/ 0 h 280"/>
                  <a:gd name="T8" fmla="*/ 0 w 289"/>
                  <a:gd name="T9" fmla="*/ 0 h 280"/>
                  <a:gd name="T10" fmla="*/ 0 w 289"/>
                  <a:gd name="T11" fmla="*/ 8 h 280"/>
                  <a:gd name="T12" fmla="*/ 37 w 289"/>
                  <a:gd name="T13" fmla="*/ 46 h 280"/>
                  <a:gd name="T14" fmla="*/ 37 w 289"/>
                  <a:gd name="T15" fmla="*/ 229 h 280"/>
                  <a:gd name="T16" fmla="*/ 0 w 289"/>
                  <a:gd name="T17" fmla="*/ 272 h 280"/>
                  <a:gd name="T18" fmla="*/ 0 w 289"/>
                  <a:gd name="T19" fmla="*/ 280 h 280"/>
                  <a:gd name="T20" fmla="*/ 118 w 289"/>
                  <a:gd name="T21" fmla="*/ 280 h 280"/>
                  <a:gd name="T22" fmla="*/ 118 w 289"/>
                  <a:gd name="T23" fmla="*/ 272 h 280"/>
                  <a:gd name="T24" fmla="*/ 81 w 289"/>
                  <a:gd name="T25" fmla="*/ 234 h 280"/>
                  <a:gd name="T26" fmla="*/ 81 w 289"/>
                  <a:gd name="T27" fmla="*/ 147 h 280"/>
                  <a:gd name="T28" fmla="*/ 209 w 289"/>
                  <a:gd name="T29" fmla="*/ 147 h 280"/>
                  <a:gd name="T30" fmla="*/ 209 w 289"/>
                  <a:gd name="T31" fmla="*/ 229 h 280"/>
                  <a:gd name="T32" fmla="*/ 172 w 289"/>
                  <a:gd name="T33" fmla="*/ 272 h 280"/>
                  <a:gd name="T34" fmla="*/ 172 w 289"/>
                  <a:gd name="T35" fmla="*/ 280 h 280"/>
                  <a:gd name="T36" fmla="*/ 289 w 289"/>
                  <a:gd name="T37" fmla="*/ 280 h 280"/>
                  <a:gd name="T38" fmla="*/ 289 w 289"/>
                  <a:gd name="T39" fmla="*/ 272 h 280"/>
                  <a:gd name="T40" fmla="*/ 252 w 289"/>
                  <a:gd name="T41" fmla="*/ 234 h 280"/>
                  <a:gd name="T42" fmla="*/ 252 w 289"/>
                  <a:gd name="T43" fmla="*/ 46 h 280"/>
                  <a:gd name="T44" fmla="*/ 289 w 289"/>
                  <a:gd name="T45" fmla="*/ 8 h 280"/>
                  <a:gd name="T46" fmla="*/ 289 w 289"/>
                  <a:gd name="T47" fmla="*/ 0 h 280"/>
                  <a:gd name="T48" fmla="*/ 172 w 289"/>
                  <a:gd name="T49" fmla="*/ 0 h 280"/>
                  <a:gd name="T50" fmla="*/ 172 w 289"/>
                  <a:gd name="T51" fmla="*/ 8 h 280"/>
                  <a:gd name="T52" fmla="*/ 209 w 289"/>
                  <a:gd name="T53" fmla="*/ 46 h 280"/>
                  <a:gd name="T54" fmla="*/ 209 w 289"/>
                  <a:gd name="T55" fmla="*/ 128 h 280"/>
                  <a:gd name="T56" fmla="*/ 81 w 289"/>
                  <a:gd name="T57" fmla="*/ 128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89" h="280">
                    <a:moveTo>
                      <a:pt x="81" y="128"/>
                    </a:moveTo>
                    <a:lnTo>
                      <a:pt x="81" y="46"/>
                    </a:lnTo>
                    <a:cubicBezTo>
                      <a:pt x="81" y="15"/>
                      <a:pt x="85" y="11"/>
                      <a:pt x="118" y="8"/>
                    </a:cubicBezTo>
                    <a:lnTo>
                      <a:pt x="118" y="0"/>
                    </a:lnTo>
                    <a:lnTo>
                      <a:pt x="0" y="0"/>
                    </a:lnTo>
                    <a:lnTo>
                      <a:pt x="0" y="8"/>
                    </a:lnTo>
                    <a:cubicBezTo>
                      <a:pt x="33" y="11"/>
                      <a:pt x="37" y="15"/>
                      <a:pt x="37" y="46"/>
                    </a:cubicBezTo>
                    <a:lnTo>
                      <a:pt x="37" y="229"/>
                    </a:lnTo>
                    <a:cubicBezTo>
                      <a:pt x="37" y="265"/>
                      <a:pt x="33" y="270"/>
                      <a:pt x="0" y="272"/>
                    </a:cubicBezTo>
                    <a:lnTo>
                      <a:pt x="0" y="280"/>
                    </a:lnTo>
                    <a:lnTo>
                      <a:pt x="118" y="280"/>
                    </a:lnTo>
                    <a:lnTo>
                      <a:pt x="118" y="272"/>
                    </a:lnTo>
                    <a:cubicBezTo>
                      <a:pt x="86" y="269"/>
                      <a:pt x="81" y="264"/>
                      <a:pt x="81" y="234"/>
                    </a:cubicBezTo>
                    <a:lnTo>
                      <a:pt x="81" y="147"/>
                    </a:lnTo>
                    <a:lnTo>
                      <a:pt x="209" y="147"/>
                    </a:lnTo>
                    <a:lnTo>
                      <a:pt x="209" y="229"/>
                    </a:lnTo>
                    <a:cubicBezTo>
                      <a:pt x="209" y="265"/>
                      <a:pt x="205" y="270"/>
                      <a:pt x="172" y="272"/>
                    </a:cubicBezTo>
                    <a:lnTo>
                      <a:pt x="172" y="280"/>
                    </a:lnTo>
                    <a:lnTo>
                      <a:pt x="289" y="280"/>
                    </a:lnTo>
                    <a:lnTo>
                      <a:pt x="289" y="272"/>
                    </a:lnTo>
                    <a:cubicBezTo>
                      <a:pt x="257" y="269"/>
                      <a:pt x="252" y="264"/>
                      <a:pt x="252" y="234"/>
                    </a:cubicBezTo>
                    <a:lnTo>
                      <a:pt x="252" y="46"/>
                    </a:lnTo>
                    <a:cubicBezTo>
                      <a:pt x="252" y="15"/>
                      <a:pt x="257" y="11"/>
                      <a:pt x="289" y="8"/>
                    </a:cubicBezTo>
                    <a:lnTo>
                      <a:pt x="289" y="0"/>
                    </a:lnTo>
                    <a:lnTo>
                      <a:pt x="172" y="0"/>
                    </a:lnTo>
                    <a:lnTo>
                      <a:pt x="172" y="8"/>
                    </a:lnTo>
                    <a:cubicBezTo>
                      <a:pt x="204" y="11"/>
                      <a:pt x="209" y="15"/>
                      <a:pt x="209" y="46"/>
                    </a:cubicBezTo>
                    <a:lnTo>
                      <a:pt x="209" y="128"/>
                    </a:lnTo>
                    <a:lnTo>
                      <a:pt x="81" y="128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1" name="Freeform 38">
                <a:extLst>
                  <a:ext uri="{FF2B5EF4-FFF2-40B4-BE49-F238E27FC236}">
                    <a16:creationId xmlns:a16="http://schemas.microsoft.com/office/drawing/2014/main" id="{B096D1F6-3F55-4F8A-AF06-A6DA34523555}"/>
                  </a:ext>
                </a:extLst>
              </p:cNvPr>
              <p:cNvSpPr>
                <a:spLocks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3632200" y="2562225"/>
                <a:ext cx="38100" cy="44450"/>
              </a:xfrm>
              <a:custGeom>
                <a:avLst/>
                <a:gdLst>
                  <a:gd name="T0" fmla="*/ 162 w 168"/>
                  <a:gd name="T1" fmla="*/ 125 h 199"/>
                  <a:gd name="T2" fmla="*/ 96 w 168"/>
                  <a:gd name="T3" fmla="*/ 170 h 199"/>
                  <a:gd name="T4" fmla="*/ 41 w 168"/>
                  <a:gd name="T5" fmla="*/ 133 h 199"/>
                  <a:gd name="T6" fmla="*/ 30 w 168"/>
                  <a:gd name="T7" fmla="*/ 78 h 199"/>
                  <a:gd name="T8" fmla="*/ 160 w 168"/>
                  <a:gd name="T9" fmla="*/ 78 h 199"/>
                  <a:gd name="T10" fmla="*/ 142 w 168"/>
                  <a:gd name="T11" fmla="*/ 24 h 199"/>
                  <a:gd name="T12" fmla="*/ 88 w 168"/>
                  <a:gd name="T13" fmla="*/ 0 h 199"/>
                  <a:gd name="T14" fmla="*/ 31 w 168"/>
                  <a:gd name="T15" fmla="*/ 22 h 199"/>
                  <a:gd name="T16" fmla="*/ 0 w 168"/>
                  <a:gd name="T17" fmla="*/ 104 h 199"/>
                  <a:gd name="T18" fmla="*/ 79 w 168"/>
                  <a:gd name="T19" fmla="*/ 199 h 199"/>
                  <a:gd name="T20" fmla="*/ 168 w 168"/>
                  <a:gd name="T21" fmla="*/ 128 h 199"/>
                  <a:gd name="T22" fmla="*/ 162 w 168"/>
                  <a:gd name="T23" fmla="*/ 125 h 199"/>
                  <a:gd name="T24" fmla="*/ 31 w 168"/>
                  <a:gd name="T25" fmla="*/ 64 h 199"/>
                  <a:gd name="T26" fmla="*/ 76 w 168"/>
                  <a:gd name="T27" fmla="*/ 15 h 199"/>
                  <a:gd name="T28" fmla="*/ 117 w 168"/>
                  <a:gd name="T29" fmla="*/ 64 h 199"/>
                  <a:gd name="T30" fmla="*/ 31 w 168"/>
                  <a:gd name="T31" fmla="*/ 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68" h="199">
                    <a:moveTo>
                      <a:pt x="162" y="125"/>
                    </a:moveTo>
                    <a:cubicBezTo>
                      <a:pt x="141" y="158"/>
                      <a:pt x="123" y="170"/>
                      <a:pt x="96" y="170"/>
                    </a:cubicBezTo>
                    <a:cubicBezTo>
                      <a:pt x="72" y="170"/>
                      <a:pt x="54" y="158"/>
                      <a:pt x="41" y="133"/>
                    </a:cubicBezTo>
                    <a:cubicBezTo>
                      <a:pt x="34" y="117"/>
                      <a:pt x="31" y="103"/>
                      <a:pt x="30" y="78"/>
                    </a:cubicBezTo>
                    <a:lnTo>
                      <a:pt x="160" y="78"/>
                    </a:lnTo>
                    <a:cubicBezTo>
                      <a:pt x="157" y="50"/>
                      <a:pt x="153" y="38"/>
                      <a:pt x="142" y="24"/>
                    </a:cubicBezTo>
                    <a:cubicBezTo>
                      <a:pt x="129" y="9"/>
                      <a:pt x="110" y="0"/>
                      <a:pt x="88" y="0"/>
                    </a:cubicBezTo>
                    <a:cubicBezTo>
                      <a:pt x="67" y="0"/>
                      <a:pt x="47" y="8"/>
                      <a:pt x="31" y="22"/>
                    </a:cubicBezTo>
                    <a:cubicBezTo>
                      <a:pt x="11" y="39"/>
                      <a:pt x="0" y="70"/>
                      <a:pt x="0" y="104"/>
                    </a:cubicBezTo>
                    <a:cubicBezTo>
                      <a:pt x="0" y="163"/>
                      <a:pt x="30" y="199"/>
                      <a:pt x="79" y="199"/>
                    </a:cubicBezTo>
                    <a:cubicBezTo>
                      <a:pt x="119" y="199"/>
                      <a:pt x="151" y="174"/>
                      <a:pt x="168" y="128"/>
                    </a:cubicBezTo>
                    <a:lnTo>
                      <a:pt x="162" y="125"/>
                    </a:lnTo>
                    <a:close/>
                    <a:moveTo>
                      <a:pt x="31" y="64"/>
                    </a:moveTo>
                    <a:cubicBezTo>
                      <a:pt x="35" y="31"/>
                      <a:pt x="50" y="15"/>
                      <a:pt x="76" y="15"/>
                    </a:cubicBezTo>
                    <a:cubicBezTo>
                      <a:pt x="101" y="15"/>
                      <a:pt x="112" y="27"/>
                      <a:pt x="117" y="64"/>
                    </a:cubicBezTo>
                    <a:lnTo>
                      <a:pt x="31" y="64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2" name="Freeform 39">
                <a:extLst>
                  <a:ext uri="{FF2B5EF4-FFF2-40B4-BE49-F238E27FC236}">
                    <a16:creationId xmlns:a16="http://schemas.microsoft.com/office/drawing/2014/main" id="{A1081496-8B83-4115-8381-3B8041AEBF9E}"/>
                  </a:ext>
                </a:extLst>
              </p:cNvPr>
              <p:cNvSpPr>
                <a:spLocks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3673475" y="2540000"/>
                <a:ext cx="22225" cy="66675"/>
              </a:xfrm>
              <a:custGeom>
                <a:avLst/>
                <a:gdLst>
                  <a:gd name="T0" fmla="*/ 67 w 100"/>
                  <a:gd name="T1" fmla="*/ 94 h 289"/>
                  <a:gd name="T2" fmla="*/ 1 w 100"/>
                  <a:gd name="T3" fmla="*/ 117 h 289"/>
                  <a:gd name="T4" fmla="*/ 1 w 100"/>
                  <a:gd name="T5" fmla="*/ 124 h 289"/>
                  <a:gd name="T6" fmla="*/ 5 w 100"/>
                  <a:gd name="T7" fmla="*/ 123 h 289"/>
                  <a:gd name="T8" fmla="*/ 19 w 100"/>
                  <a:gd name="T9" fmla="*/ 122 h 289"/>
                  <a:gd name="T10" fmla="*/ 33 w 100"/>
                  <a:gd name="T11" fmla="*/ 147 h 289"/>
                  <a:gd name="T12" fmla="*/ 33 w 100"/>
                  <a:gd name="T13" fmla="*/ 246 h 289"/>
                  <a:gd name="T14" fmla="*/ 0 w 100"/>
                  <a:gd name="T15" fmla="*/ 282 h 289"/>
                  <a:gd name="T16" fmla="*/ 0 w 100"/>
                  <a:gd name="T17" fmla="*/ 289 h 289"/>
                  <a:gd name="T18" fmla="*/ 100 w 100"/>
                  <a:gd name="T19" fmla="*/ 289 h 289"/>
                  <a:gd name="T20" fmla="*/ 100 w 100"/>
                  <a:gd name="T21" fmla="*/ 282 h 289"/>
                  <a:gd name="T22" fmla="*/ 69 w 100"/>
                  <a:gd name="T23" fmla="*/ 246 h 289"/>
                  <a:gd name="T24" fmla="*/ 69 w 100"/>
                  <a:gd name="T25" fmla="*/ 95 h 289"/>
                  <a:gd name="T26" fmla="*/ 67 w 100"/>
                  <a:gd name="T27" fmla="*/ 94 h 289"/>
                  <a:gd name="T28" fmla="*/ 47 w 100"/>
                  <a:gd name="T29" fmla="*/ 0 h 289"/>
                  <a:gd name="T30" fmla="*/ 26 w 100"/>
                  <a:gd name="T31" fmla="*/ 21 h 289"/>
                  <a:gd name="T32" fmla="*/ 47 w 100"/>
                  <a:gd name="T33" fmla="*/ 43 h 289"/>
                  <a:gd name="T34" fmla="*/ 69 w 100"/>
                  <a:gd name="T35" fmla="*/ 21 h 289"/>
                  <a:gd name="T36" fmla="*/ 47 w 100"/>
                  <a:gd name="T37" fmla="*/ 0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289">
                    <a:moveTo>
                      <a:pt x="67" y="94"/>
                    </a:moveTo>
                    <a:lnTo>
                      <a:pt x="1" y="117"/>
                    </a:lnTo>
                    <a:lnTo>
                      <a:pt x="1" y="124"/>
                    </a:lnTo>
                    <a:lnTo>
                      <a:pt x="5" y="123"/>
                    </a:lnTo>
                    <a:cubicBezTo>
                      <a:pt x="10" y="122"/>
                      <a:pt x="15" y="122"/>
                      <a:pt x="19" y="122"/>
                    </a:cubicBezTo>
                    <a:cubicBezTo>
                      <a:pt x="29" y="122"/>
                      <a:pt x="33" y="129"/>
                      <a:pt x="33" y="147"/>
                    </a:cubicBezTo>
                    <a:lnTo>
                      <a:pt x="33" y="246"/>
                    </a:lnTo>
                    <a:cubicBezTo>
                      <a:pt x="33" y="276"/>
                      <a:pt x="29" y="281"/>
                      <a:pt x="0" y="282"/>
                    </a:cubicBezTo>
                    <a:lnTo>
                      <a:pt x="0" y="289"/>
                    </a:lnTo>
                    <a:lnTo>
                      <a:pt x="100" y="289"/>
                    </a:lnTo>
                    <a:lnTo>
                      <a:pt x="100" y="282"/>
                    </a:lnTo>
                    <a:cubicBezTo>
                      <a:pt x="72" y="280"/>
                      <a:pt x="69" y="276"/>
                      <a:pt x="69" y="246"/>
                    </a:cubicBezTo>
                    <a:lnTo>
                      <a:pt x="69" y="95"/>
                    </a:lnTo>
                    <a:lnTo>
                      <a:pt x="67" y="94"/>
                    </a:lnTo>
                    <a:close/>
                    <a:moveTo>
                      <a:pt x="47" y="0"/>
                    </a:moveTo>
                    <a:cubicBezTo>
                      <a:pt x="36" y="0"/>
                      <a:pt x="26" y="9"/>
                      <a:pt x="26" y="21"/>
                    </a:cubicBezTo>
                    <a:cubicBezTo>
                      <a:pt x="26" y="33"/>
                      <a:pt x="35" y="43"/>
                      <a:pt x="47" y="43"/>
                    </a:cubicBezTo>
                    <a:cubicBezTo>
                      <a:pt x="59" y="43"/>
                      <a:pt x="69" y="34"/>
                      <a:pt x="69" y="21"/>
                    </a:cubicBezTo>
                    <a:cubicBezTo>
                      <a:pt x="69" y="9"/>
                      <a:pt x="59" y="0"/>
                      <a:pt x="4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3" name="Freeform 40">
                <a:extLst>
                  <a:ext uri="{FF2B5EF4-FFF2-40B4-BE49-F238E27FC236}">
                    <a16:creationId xmlns:a16="http://schemas.microsoft.com/office/drawing/2014/main" id="{5ED7FCE4-93E0-4C35-892C-5A202D08BDB8}"/>
                  </a:ext>
                </a:extLst>
              </p:cNvPr>
              <p:cNvSpPr>
                <a:spLocks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700463" y="2562225"/>
                <a:ext cx="42863" cy="65088"/>
              </a:xfrm>
              <a:custGeom>
                <a:avLst/>
                <a:gdLst>
                  <a:gd name="T0" fmla="*/ 187 w 187"/>
                  <a:gd name="T1" fmla="*/ 31 h 287"/>
                  <a:gd name="T2" fmla="*/ 187 w 187"/>
                  <a:gd name="T3" fmla="*/ 14 h 287"/>
                  <a:gd name="T4" fmla="*/ 154 w 187"/>
                  <a:gd name="T5" fmla="*/ 14 h 287"/>
                  <a:gd name="T6" fmla="*/ 131 w 187"/>
                  <a:gd name="T7" fmla="*/ 10 h 287"/>
                  <a:gd name="T8" fmla="*/ 121 w 187"/>
                  <a:gd name="T9" fmla="*/ 6 h 287"/>
                  <a:gd name="T10" fmla="*/ 88 w 187"/>
                  <a:gd name="T11" fmla="*/ 0 h 287"/>
                  <a:gd name="T12" fmla="*/ 17 w 187"/>
                  <a:gd name="T13" fmla="*/ 69 h 287"/>
                  <a:gd name="T14" fmla="*/ 56 w 187"/>
                  <a:gd name="T15" fmla="*/ 126 h 287"/>
                  <a:gd name="T16" fmla="*/ 38 w 187"/>
                  <a:gd name="T17" fmla="*/ 143 h 287"/>
                  <a:gd name="T18" fmla="*/ 19 w 187"/>
                  <a:gd name="T19" fmla="*/ 172 h 287"/>
                  <a:gd name="T20" fmla="*/ 41 w 187"/>
                  <a:gd name="T21" fmla="*/ 194 h 287"/>
                  <a:gd name="T22" fmla="*/ 0 w 187"/>
                  <a:gd name="T23" fmla="*/ 246 h 287"/>
                  <a:gd name="T24" fmla="*/ 73 w 187"/>
                  <a:gd name="T25" fmla="*/ 287 h 287"/>
                  <a:gd name="T26" fmla="*/ 159 w 187"/>
                  <a:gd name="T27" fmla="*/ 258 h 287"/>
                  <a:gd name="T28" fmla="*/ 183 w 187"/>
                  <a:gd name="T29" fmla="*/ 216 h 287"/>
                  <a:gd name="T30" fmla="*/ 132 w 187"/>
                  <a:gd name="T31" fmla="*/ 170 h 287"/>
                  <a:gd name="T32" fmla="*/ 77 w 187"/>
                  <a:gd name="T33" fmla="*/ 168 h 287"/>
                  <a:gd name="T34" fmla="*/ 44 w 187"/>
                  <a:gd name="T35" fmla="*/ 156 h 287"/>
                  <a:gd name="T36" fmla="*/ 69 w 187"/>
                  <a:gd name="T37" fmla="*/ 130 h 287"/>
                  <a:gd name="T38" fmla="*/ 77 w 187"/>
                  <a:gd name="T39" fmla="*/ 130 h 287"/>
                  <a:gd name="T40" fmla="*/ 93 w 187"/>
                  <a:gd name="T41" fmla="*/ 132 h 287"/>
                  <a:gd name="T42" fmla="*/ 139 w 187"/>
                  <a:gd name="T43" fmla="*/ 114 h 287"/>
                  <a:gd name="T44" fmla="*/ 159 w 187"/>
                  <a:gd name="T45" fmla="*/ 66 h 287"/>
                  <a:gd name="T46" fmla="*/ 151 w 187"/>
                  <a:gd name="T47" fmla="*/ 31 h 287"/>
                  <a:gd name="T48" fmla="*/ 187 w 187"/>
                  <a:gd name="T49" fmla="*/ 31 h 287"/>
                  <a:gd name="T50" fmla="*/ 50 w 187"/>
                  <a:gd name="T51" fmla="*/ 196 h 287"/>
                  <a:gd name="T52" fmla="*/ 118 w 187"/>
                  <a:gd name="T53" fmla="*/ 201 h 287"/>
                  <a:gd name="T54" fmla="*/ 171 w 187"/>
                  <a:gd name="T55" fmla="*/ 222 h 287"/>
                  <a:gd name="T56" fmla="*/ 91 w 187"/>
                  <a:gd name="T57" fmla="*/ 263 h 287"/>
                  <a:gd name="T58" fmla="*/ 29 w 187"/>
                  <a:gd name="T59" fmla="*/ 232 h 287"/>
                  <a:gd name="T60" fmla="*/ 50 w 187"/>
                  <a:gd name="T61" fmla="*/ 196 h 287"/>
                  <a:gd name="T62" fmla="*/ 52 w 187"/>
                  <a:gd name="T63" fmla="*/ 52 h 287"/>
                  <a:gd name="T64" fmla="*/ 83 w 187"/>
                  <a:gd name="T65" fmla="*/ 12 h 287"/>
                  <a:gd name="T66" fmla="*/ 114 w 187"/>
                  <a:gd name="T67" fmla="*/ 32 h 287"/>
                  <a:gd name="T68" fmla="*/ 127 w 187"/>
                  <a:gd name="T69" fmla="*/ 83 h 287"/>
                  <a:gd name="T70" fmla="*/ 95 w 187"/>
                  <a:gd name="T71" fmla="*/ 121 h 287"/>
                  <a:gd name="T72" fmla="*/ 52 w 187"/>
                  <a:gd name="T73" fmla="*/ 53 h 287"/>
                  <a:gd name="T74" fmla="*/ 52 w 187"/>
                  <a:gd name="T75" fmla="*/ 52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87" h="287">
                    <a:moveTo>
                      <a:pt x="187" y="31"/>
                    </a:moveTo>
                    <a:lnTo>
                      <a:pt x="187" y="14"/>
                    </a:lnTo>
                    <a:lnTo>
                      <a:pt x="154" y="14"/>
                    </a:lnTo>
                    <a:cubicBezTo>
                      <a:pt x="146" y="14"/>
                      <a:pt x="139" y="13"/>
                      <a:pt x="131" y="10"/>
                    </a:cubicBezTo>
                    <a:lnTo>
                      <a:pt x="121" y="6"/>
                    </a:lnTo>
                    <a:cubicBezTo>
                      <a:pt x="110" y="2"/>
                      <a:pt x="99" y="0"/>
                      <a:pt x="88" y="0"/>
                    </a:cubicBezTo>
                    <a:cubicBezTo>
                      <a:pt x="48" y="0"/>
                      <a:pt x="17" y="31"/>
                      <a:pt x="17" y="69"/>
                    </a:cubicBezTo>
                    <a:cubicBezTo>
                      <a:pt x="17" y="96"/>
                      <a:pt x="28" y="112"/>
                      <a:pt x="56" y="126"/>
                    </a:cubicBezTo>
                    <a:cubicBezTo>
                      <a:pt x="48" y="133"/>
                      <a:pt x="41" y="141"/>
                      <a:pt x="38" y="143"/>
                    </a:cubicBezTo>
                    <a:cubicBezTo>
                      <a:pt x="24" y="155"/>
                      <a:pt x="19" y="163"/>
                      <a:pt x="19" y="172"/>
                    </a:cubicBezTo>
                    <a:cubicBezTo>
                      <a:pt x="19" y="181"/>
                      <a:pt x="24" y="186"/>
                      <a:pt x="41" y="194"/>
                    </a:cubicBezTo>
                    <a:cubicBezTo>
                      <a:pt x="11" y="216"/>
                      <a:pt x="0" y="230"/>
                      <a:pt x="0" y="246"/>
                    </a:cubicBezTo>
                    <a:cubicBezTo>
                      <a:pt x="0" y="268"/>
                      <a:pt x="33" y="287"/>
                      <a:pt x="73" y="287"/>
                    </a:cubicBezTo>
                    <a:cubicBezTo>
                      <a:pt x="104" y="287"/>
                      <a:pt x="137" y="276"/>
                      <a:pt x="159" y="258"/>
                    </a:cubicBezTo>
                    <a:cubicBezTo>
                      <a:pt x="176" y="245"/>
                      <a:pt x="183" y="232"/>
                      <a:pt x="183" y="216"/>
                    </a:cubicBezTo>
                    <a:cubicBezTo>
                      <a:pt x="183" y="189"/>
                      <a:pt x="163" y="172"/>
                      <a:pt x="132" y="170"/>
                    </a:cubicBezTo>
                    <a:lnTo>
                      <a:pt x="77" y="168"/>
                    </a:lnTo>
                    <a:cubicBezTo>
                      <a:pt x="55" y="167"/>
                      <a:pt x="44" y="163"/>
                      <a:pt x="44" y="156"/>
                    </a:cubicBezTo>
                    <a:cubicBezTo>
                      <a:pt x="44" y="148"/>
                      <a:pt x="58" y="133"/>
                      <a:pt x="69" y="130"/>
                    </a:cubicBezTo>
                    <a:cubicBezTo>
                      <a:pt x="73" y="130"/>
                      <a:pt x="76" y="130"/>
                      <a:pt x="77" y="130"/>
                    </a:cubicBezTo>
                    <a:cubicBezTo>
                      <a:pt x="85" y="131"/>
                      <a:pt x="91" y="132"/>
                      <a:pt x="93" y="132"/>
                    </a:cubicBezTo>
                    <a:cubicBezTo>
                      <a:pt x="109" y="132"/>
                      <a:pt x="126" y="125"/>
                      <a:pt x="139" y="114"/>
                    </a:cubicBezTo>
                    <a:cubicBezTo>
                      <a:pt x="153" y="102"/>
                      <a:pt x="159" y="87"/>
                      <a:pt x="159" y="66"/>
                    </a:cubicBezTo>
                    <a:cubicBezTo>
                      <a:pt x="159" y="54"/>
                      <a:pt x="157" y="44"/>
                      <a:pt x="151" y="31"/>
                    </a:cubicBezTo>
                    <a:lnTo>
                      <a:pt x="187" y="31"/>
                    </a:lnTo>
                    <a:close/>
                    <a:moveTo>
                      <a:pt x="50" y="196"/>
                    </a:moveTo>
                    <a:cubicBezTo>
                      <a:pt x="64" y="199"/>
                      <a:pt x="98" y="201"/>
                      <a:pt x="118" y="201"/>
                    </a:cubicBezTo>
                    <a:cubicBezTo>
                      <a:pt x="157" y="201"/>
                      <a:pt x="171" y="207"/>
                      <a:pt x="171" y="222"/>
                    </a:cubicBezTo>
                    <a:cubicBezTo>
                      <a:pt x="171" y="246"/>
                      <a:pt x="139" y="263"/>
                      <a:pt x="91" y="263"/>
                    </a:cubicBezTo>
                    <a:cubicBezTo>
                      <a:pt x="54" y="263"/>
                      <a:pt x="29" y="251"/>
                      <a:pt x="29" y="232"/>
                    </a:cubicBezTo>
                    <a:cubicBezTo>
                      <a:pt x="29" y="222"/>
                      <a:pt x="32" y="217"/>
                      <a:pt x="50" y="196"/>
                    </a:cubicBezTo>
                    <a:close/>
                    <a:moveTo>
                      <a:pt x="52" y="52"/>
                    </a:moveTo>
                    <a:cubicBezTo>
                      <a:pt x="52" y="27"/>
                      <a:pt x="64" y="12"/>
                      <a:pt x="83" y="12"/>
                    </a:cubicBezTo>
                    <a:cubicBezTo>
                      <a:pt x="96" y="12"/>
                      <a:pt x="107" y="19"/>
                      <a:pt x="114" y="32"/>
                    </a:cubicBezTo>
                    <a:cubicBezTo>
                      <a:pt x="122" y="47"/>
                      <a:pt x="127" y="66"/>
                      <a:pt x="127" y="83"/>
                    </a:cubicBezTo>
                    <a:cubicBezTo>
                      <a:pt x="127" y="106"/>
                      <a:pt x="115" y="121"/>
                      <a:pt x="95" y="121"/>
                    </a:cubicBezTo>
                    <a:cubicBezTo>
                      <a:pt x="70" y="121"/>
                      <a:pt x="52" y="94"/>
                      <a:pt x="52" y="53"/>
                    </a:cubicBezTo>
                    <a:lnTo>
                      <a:pt x="52" y="52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76" name="Freeform 41">
                <a:extLst>
                  <a:ext uri="{FF2B5EF4-FFF2-40B4-BE49-F238E27FC236}">
                    <a16:creationId xmlns:a16="http://schemas.microsoft.com/office/drawing/2014/main" id="{11D3663A-2356-448B-A839-5D90FDFA418D}"/>
                  </a:ext>
                </a:extLst>
              </p:cNvPr>
              <p:cNvSpPr>
                <a:spLocks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3746500" y="2540000"/>
                <a:ext cx="46038" cy="66675"/>
              </a:xfrm>
              <a:custGeom>
                <a:avLst/>
                <a:gdLst>
                  <a:gd name="T0" fmla="*/ 63 w 202"/>
                  <a:gd name="T1" fmla="*/ 144 h 289"/>
                  <a:gd name="T2" fmla="*/ 110 w 202"/>
                  <a:gd name="T3" fmla="*/ 117 h 289"/>
                  <a:gd name="T4" fmla="*/ 142 w 202"/>
                  <a:gd name="T5" fmla="*/ 162 h 289"/>
                  <a:gd name="T6" fmla="*/ 142 w 202"/>
                  <a:gd name="T7" fmla="*/ 246 h 289"/>
                  <a:gd name="T8" fmla="*/ 113 w 202"/>
                  <a:gd name="T9" fmla="*/ 282 h 289"/>
                  <a:gd name="T10" fmla="*/ 113 w 202"/>
                  <a:gd name="T11" fmla="*/ 289 h 289"/>
                  <a:gd name="T12" fmla="*/ 202 w 202"/>
                  <a:gd name="T13" fmla="*/ 289 h 289"/>
                  <a:gd name="T14" fmla="*/ 202 w 202"/>
                  <a:gd name="T15" fmla="*/ 282 h 289"/>
                  <a:gd name="T16" fmla="*/ 177 w 202"/>
                  <a:gd name="T17" fmla="*/ 246 h 289"/>
                  <a:gd name="T18" fmla="*/ 177 w 202"/>
                  <a:gd name="T19" fmla="*/ 161 h 289"/>
                  <a:gd name="T20" fmla="*/ 125 w 202"/>
                  <a:gd name="T21" fmla="*/ 94 h 289"/>
                  <a:gd name="T22" fmla="*/ 63 w 202"/>
                  <a:gd name="T23" fmla="*/ 130 h 289"/>
                  <a:gd name="T24" fmla="*/ 63 w 202"/>
                  <a:gd name="T25" fmla="*/ 1 h 289"/>
                  <a:gd name="T26" fmla="*/ 61 w 202"/>
                  <a:gd name="T27" fmla="*/ 0 h 289"/>
                  <a:gd name="T28" fmla="*/ 12 w 202"/>
                  <a:gd name="T29" fmla="*/ 15 h 289"/>
                  <a:gd name="T30" fmla="*/ 1 w 202"/>
                  <a:gd name="T31" fmla="*/ 18 h 289"/>
                  <a:gd name="T32" fmla="*/ 1 w 202"/>
                  <a:gd name="T33" fmla="*/ 25 h 289"/>
                  <a:gd name="T34" fmla="*/ 6 w 202"/>
                  <a:gd name="T35" fmla="*/ 25 h 289"/>
                  <a:gd name="T36" fmla="*/ 27 w 202"/>
                  <a:gd name="T37" fmla="*/ 46 h 289"/>
                  <a:gd name="T38" fmla="*/ 27 w 202"/>
                  <a:gd name="T39" fmla="*/ 246 h 289"/>
                  <a:gd name="T40" fmla="*/ 0 w 202"/>
                  <a:gd name="T41" fmla="*/ 282 h 289"/>
                  <a:gd name="T42" fmla="*/ 0 w 202"/>
                  <a:gd name="T43" fmla="*/ 289 h 289"/>
                  <a:gd name="T44" fmla="*/ 92 w 202"/>
                  <a:gd name="T45" fmla="*/ 289 h 289"/>
                  <a:gd name="T46" fmla="*/ 92 w 202"/>
                  <a:gd name="T47" fmla="*/ 282 h 289"/>
                  <a:gd name="T48" fmla="*/ 63 w 202"/>
                  <a:gd name="T49" fmla="*/ 246 h 289"/>
                  <a:gd name="T50" fmla="*/ 63 w 202"/>
                  <a:gd name="T51" fmla="*/ 144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02" h="289">
                    <a:moveTo>
                      <a:pt x="63" y="144"/>
                    </a:moveTo>
                    <a:cubicBezTo>
                      <a:pt x="81" y="124"/>
                      <a:pt x="93" y="117"/>
                      <a:pt x="110" y="117"/>
                    </a:cubicBezTo>
                    <a:cubicBezTo>
                      <a:pt x="131" y="117"/>
                      <a:pt x="142" y="132"/>
                      <a:pt x="142" y="162"/>
                    </a:cubicBezTo>
                    <a:lnTo>
                      <a:pt x="142" y="246"/>
                    </a:lnTo>
                    <a:cubicBezTo>
                      <a:pt x="142" y="274"/>
                      <a:pt x="137" y="280"/>
                      <a:pt x="113" y="282"/>
                    </a:cubicBezTo>
                    <a:lnTo>
                      <a:pt x="113" y="289"/>
                    </a:lnTo>
                    <a:lnTo>
                      <a:pt x="202" y="289"/>
                    </a:lnTo>
                    <a:lnTo>
                      <a:pt x="202" y="282"/>
                    </a:lnTo>
                    <a:cubicBezTo>
                      <a:pt x="180" y="278"/>
                      <a:pt x="177" y="275"/>
                      <a:pt x="177" y="246"/>
                    </a:cubicBezTo>
                    <a:lnTo>
                      <a:pt x="177" y="161"/>
                    </a:lnTo>
                    <a:cubicBezTo>
                      <a:pt x="177" y="117"/>
                      <a:pt x="159" y="94"/>
                      <a:pt x="125" y="94"/>
                    </a:cubicBezTo>
                    <a:cubicBezTo>
                      <a:pt x="100" y="94"/>
                      <a:pt x="82" y="104"/>
                      <a:pt x="63" y="130"/>
                    </a:cubicBezTo>
                    <a:lnTo>
                      <a:pt x="63" y="1"/>
                    </a:lnTo>
                    <a:lnTo>
                      <a:pt x="61" y="0"/>
                    </a:lnTo>
                    <a:cubicBezTo>
                      <a:pt x="46" y="5"/>
                      <a:pt x="36" y="8"/>
                      <a:pt x="12" y="15"/>
                    </a:cubicBezTo>
                    <a:lnTo>
                      <a:pt x="1" y="18"/>
                    </a:lnTo>
                    <a:lnTo>
                      <a:pt x="1" y="25"/>
                    </a:lnTo>
                    <a:cubicBezTo>
                      <a:pt x="2" y="25"/>
                      <a:pt x="4" y="25"/>
                      <a:pt x="6" y="25"/>
                    </a:cubicBezTo>
                    <a:cubicBezTo>
                      <a:pt x="24" y="25"/>
                      <a:pt x="27" y="28"/>
                      <a:pt x="27" y="46"/>
                    </a:cubicBezTo>
                    <a:lnTo>
                      <a:pt x="27" y="246"/>
                    </a:lnTo>
                    <a:cubicBezTo>
                      <a:pt x="27" y="275"/>
                      <a:pt x="25" y="279"/>
                      <a:pt x="0" y="282"/>
                    </a:cubicBezTo>
                    <a:lnTo>
                      <a:pt x="0" y="289"/>
                    </a:lnTo>
                    <a:lnTo>
                      <a:pt x="92" y="289"/>
                    </a:lnTo>
                    <a:lnTo>
                      <a:pt x="92" y="282"/>
                    </a:lnTo>
                    <a:cubicBezTo>
                      <a:pt x="67" y="280"/>
                      <a:pt x="63" y="275"/>
                      <a:pt x="63" y="246"/>
                    </a:cubicBezTo>
                    <a:lnTo>
                      <a:pt x="63" y="144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79" name="Freeform 42">
                <a:extLst>
                  <a:ext uri="{FF2B5EF4-FFF2-40B4-BE49-F238E27FC236}">
                    <a16:creationId xmlns:a16="http://schemas.microsoft.com/office/drawing/2014/main" id="{88D0814F-AFB0-4A96-8CB8-1108927B1728}"/>
                  </a:ext>
                </a:extLst>
              </p:cNvPr>
              <p:cNvSpPr>
                <a:spLocks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795713" y="2549525"/>
                <a:ext cx="23813" cy="57150"/>
              </a:xfrm>
              <a:custGeom>
                <a:avLst/>
                <a:gdLst>
                  <a:gd name="T0" fmla="*/ 102 w 112"/>
                  <a:gd name="T1" fmla="*/ 54 h 249"/>
                  <a:gd name="T2" fmla="*/ 59 w 112"/>
                  <a:gd name="T3" fmla="*/ 54 h 249"/>
                  <a:gd name="T4" fmla="*/ 59 w 112"/>
                  <a:gd name="T5" fmla="*/ 5 h 249"/>
                  <a:gd name="T6" fmla="*/ 56 w 112"/>
                  <a:gd name="T7" fmla="*/ 0 h 249"/>
                  <a:gd name="T8" fmla="*/ 48 w 112"/>
                  <a:gd name="T9" fmla="*/ 12 h 249"/>
                  <a:gd name="T10" fmla="*/ 7 w 112"/>
                  <a:gd name="T11" fmla="*/ 57 h 249"/>
                  <a:gd name="T12" fmla="*/ 0 w 112"/>
                  <a:gd name="T13" fmla="*/ 65 h 249"/>
                  <a:gd name="T14" fmla="*/ 1 w 112"/>
                  <a:gd name="T15" fmla="*/ 68 h 249"/>
                  <a:gd name="T16" fmla="*/ 24 w 112"/>
                  <a:gd name="T17" fmla="*/ 68 h 249"/>
                  <a:gd name="T18" fmla="*/ 24 w 112"/>
                  <a:gd name="T19" fmla="*/ 195 h 249"/>
                  <a:gd name="T20" fmla="*/ 61 w 112"/>
                  <a:gd name="T21" fmla="*/ 249 h 249"/>
                  <a:gd name="T22" fmla="*/ 112 w 112"/>
                  <a:gd name="T23" fmla="*/ 217 h 249"/>
                  <a:gd name="T24" fmla="*/ 107 w 112"/>
                  <a:gd name="T25" fmla="*/ 212 h 249"/>
                  <a:gd name="T26" fmla="*/ 81 w 112"/>
                  <a:gd name="T27" fmla="*/ 227 h 249"/>
                  <a:gd name="T28" fmla="*/ 59 w 112"/>
                  <a:gd name="T29" fmla="*/ 189 h 249"/>
                  <a:gd name="T30" fmla="*/ 59 w 112"/>
                  <a:gd name="T31" fmla="*/ 68 h 249"/>
                  <a:gd name="T32" fmla="*/ 102 w 112"/>
                  <a:gd name="T33" fmla="*/ 68 h 249"/>
                  <a:gd name="T34" fmla="*/ 102 w 112"/>
                  <a:gd name="T35" fmla="*/ 5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2" h="249">
                    <a:moveTo>
                      <a:pt x="102" y="54"/>
                    </a:moveTo>
                    <a:lnTo>
                      <a:pt x="59" y="54"/>
                    </a:lnTo>
                    <a:lnTo>
                      <a:pt x="59" y="5"/>
                    </a:lnTo>
                    <a:cubicBezTo>
                      <a:pt x="59" y="1"/>
                      <a:pt x="59" y="0"/>
                      <a:pt x="56" y="0"/>
                    </a:cubicBezTo>
                    <a:cubicBezTo>
                      <a:pt x="53" y="4"/>
                      <a:pt x="51" y="7"/>
                      <a:pt x="48" y="12"/>
                    </a:cubicBezTo>
                    <a:cubicBezTo>
                      <a:pt x="32" y="35"/>
                      <a:pt x="14" y="55"/>
                      <a:pt x="7" y="57"/>
                    </a:cubicBezTo>
                    <a:cubicBezTo>
                      <a:pt x="2" y="60"/>
                      <a:pt x="0" y="63"/>
                      <a:pt x="0" y="65"/>
                    </a:cubicBezTo>
                    <a:cubicBezTo>
                      <a:pt x="0" y="66"/>
                      <a:pt x="0" y="67"/>
                      <a:pt x="1" y="68"/>
                    </a:cubicBezTo>
                    <a:lnTo>
                      <a:pt x="24" y="68"/>
                    </a:lnTo>
                    <a:lnTo>
                      <a:pt x="24" y="195"/>
                    </a:lnTo>
                    <a:cubicBezTo>
                      <a:pt x="24" y="231"/>
                      <a:pt x="36" y="249"/>
                      <a:pt x="61" y="249"/>
                    </a:cubicBezTo>
                    <a:cubicBezTo>
                      <a:pt x="82" y="249"/>
                      <a:pt x="98" y="239"/>
                      <a:pt x="112" y="217"/>
                    </a:cubicBezTo>
                    <a:lnTo>
                      <a:pt x="107" y="212"/>
                    </a:lnTo>
                    <a:cubicBezTo>
                      <a:pt x="98" y="223"/>
                      <a:pt x="91" y="227"/>
                      <a:pt x="81" y="227"/>
                    </a:cubicBezTo>
                    <a:cubicBezTo>
                      <a:pt x="66" y="227"/>
                      <a:pt x="59" y="216"/>
                      <a:pt x="59" y="189"/>
                    </a:cubicBezTo>
                    <a:lnTo>
                      <a:pt x="59" y="68"/>
                    </a:lnTo>
                    <a:lnTo>
                      <a:pt x="102" y="68"/>
                    </a:lnTo>
                    <a:lnTo>
                      <a:pt x="102" y="54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80" name="Freeform 43">
                <a:extLst>
                  <a:ext uri="{FF2B5EF4-FFF2-40B4-BE49-F238E27FC236}">
                    <a16:creationId xmlns:a16="http://schemas.microsoft.com/office/drawing/2014/main" id="{491BE460-476C-4C45-ABD1-95F9399AE13B}"/>
                  </a:ext>
                </a:extLst>
              </p:cNvPr>
              <p:cNvSpPr>
                <a:spLocks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3851275" y="2581275"/>
                <a:ext cx="58738" cy="4763"/>
              </a:xfrm>
              <a:custGeom>
                <a:avLst/>
                <a:gdLst>
                  <a:gd name="T0" fmla="*/ 243 w 258"/>
                  <a:gd name="T1" fmla="*/ 18 h 18"/>
                  <a:gd name="T2" fmla="*/ 258 w 258"/>
                  <a:gd name="T3" fmla="*/ 9 h 18"/>
                  <a:gd name="T4" fmla="*/ 243 w 258"/>
                  <a:gd name="T5" fmla="*/ 0 h 18"/>
                  <a:gd name="T6" fmla="*/ 15 w 258"/>
                  <a:gd name="T7" fmla="*/ 0 h 18"/>
                  <a:gd name="T8" fmla="*/ 0 w 258"/>
                  <a:gd name="T9" fmla="*/ 9 h 18"/>
                  <a:gd name="T10" fmla="*/ 15 w 258"/>
                  <a:gd name="T11" fmla="*/ 18 h 18"/>
                  <a:gd name="T12" fmla="*/ 243 w 258"/>
                  <a:gd name="T13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8" h="18">
                    <a:moveTo>
                      <a:pt x="243" y="18"/>
                    </a:moveTo>
                    <a:cubicBezTo>
                      <a:pt x="249" y="18"/>
                      <a:pt x="258" y="18"/>
                      <a:pt x="258" y="9"/>
                    </a:cubicBezTo>
                    <a:cubicBezTo>
                      <a:pt x="258" y="0"/>
                      <a:pt x="249" y="0"/>
                      <a:pt x="243" y="0"/>
                    </a:cubicBezTo>
                    <a:lnTo>
                      <a:pt x="15" y="0"/>
                    </a:lnTo>
                    <a:cubicBezTo>
                      <a:pt x="8" y="0"/>
                      <a:pt x="0" y="0"/>
                      <a:pt x="0" y="9"/>
                    </a:cubicBezTo>
                    <a:cubicBezTo>
                      <a:pt x="0" y="18"/>
                      <a:pt x="8" y="18"/>
                      <a:pt x="15" y="18"/>
                    </a:cubicBezTo>
                    <a:lnTo>
                      <a:pt x="243" y="18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81" name="Freeform 44">
                <a:extLst>
                  <a:ext uri="{FF2B5EF4-FFF2-40B4-BE49-F238E27FC236}">
                    <a16:creationId xmlns:a16="http://schemas.microsoft.com/office/drawing/2014/main" id="{D5791FD1-B5D0-4004-B856-236606AD0BEE}"/>
                  </a:ext>
                </a:extLst>
              </p:cNvPr>
              <p:cNvSpPr>
                <a:spLocks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3921125" y="2565400"/>
                <a:ext cx="63500" cy="41275"/>
              </a:xfrm>
              <a:custGeom>
                <a:avLst/>
                <a:gdLst>
                  <a:gd name="T0" fmla="*/ 183 w 280"/>
                  <a:gd name="T1" fmla="*/ 46 h 180"/>
                  <a:gd name="T2" fmla="*/ 190 w 280"/>
                  <a:gd name="T3" fmla="*/ 16 h 180"/>
                  <a:gd name="T4" fmla="*/ 177 w 280"/>
                  <a:gd name="T5" fmla="*/ 4 h 180"/>
                  <a:gd name="T6" fmla="*/ 156 w 280"/>
                  <a:gd name="T7" fmla="*/ 32 h 180"/>
                  <a:gd name="T8" fmla="*/ 143 w 280"/>
                  <a:gd name="T9" fmla="*/ 83 h 180"/>
                  <a:gd name="T10" fmla="*/ 135 w 280"/>
                  <a:gd name="T11" fmla="*/ 129 h 180"/>
                  <a:gd name="T12" fmla="*/ 135 w 280"/>
                  <a:gd name="T13" fmla="*/ 136 h 180"/>
                  <a:gd name="T14" fmla="*/ 98 w 280"/>
                  <a:gd name="T15" fmla="*/ 169 h 180"/>
                  <a:gd name="T16" fmla="*/ 64 w 280"/>
                  <a:gd name="T17" fmla="*/ 133 h 180"/>
                  <a:gd name="T18" fmla="*/ 86 w 280"/>
                  <a:gd name="T19" fmla="*/ 55 h 180"/>
                  <a:gd name="T20" fmla="*/ 91 w 280"/>
                  <a:gd name="T21" fmla="*/ 34 h 180"/>
                  <a:gd name="T22" fmla="*/ 56 w 280"/>
                  <a:gd name="T23" fmla="*/ 0 h 180"/>
                  <a:gd name="T24" fmla="*/ 0 w 280"/>
                  <a:gd name="T25" fmla="*/ 61 h 180"/>
                  <a:gd name="T26" fmla="*/ 6 w 280"/>
                  <a:gd name="T27" fmla="*/ 66 h 180"/>
                  <a:gd name="T28" fmla="*/ 13 w 280"/>
                  <a:gd name="T29" fmla="*/ 60 h 180"/>
                  <a:gd name="T30" fmla="*/ 54 w 280"/>
                  <a:gd name="T31" fmla="*/ 11 h 180"/>
                  <a:gd name="T32" fmla="*/ 64 w 280"/>
                  <a:gd name="T33" fmla="*/ 24 h 180"/>
                  <a:gd name="T34" fmla="*/ 58 w 280"/>
                  <a:gd name="T35" fmla="*/ 49 h 180"/>
                  <a:gd name="T36" fmla="*/ 35 w 280"/>
                  <a:gd name="T37" fmla="*/ 128 h 180"/>
                  <a:gd name="T38" fmla="*/ 97 w 280"/>
                  <a:gd name="T39" fmla="*/ 180 h 180"/>
                  <a:gd name="T40" fmla="*/ 140 w 280"/>
                  <a:gd name="T41" fmla="*/ 153 h 180"/>
                  <a:gd name="T42" fmla="*/ 193 w 280"/>
                  <a:gd name="T43" fmla="*/ 180 h 180"/>
                  <a:gd name="T44" fmla="*/ 253 w 280"/>
                  <a:gd name="T45" fmla="*/ 132 h 180"/>
                  <a:gd name="T46" fmla="*/ 280 w 280"/>
                  <a:gd name="T47" fmla="*/ 31 h 180"/>
                  <a:gd name="T48" fmla="*/ 260 w 280"/>
                  <a:gd name="T49" fmla="*/ 0 h 180"/>
                  <a:gd name="T50" fmla="*/ 240 w 280"/>
                  <a:gd name="T51" fmla="*/ 20 h 180"/>
                  <a:gd name="T52" fmla="*/ 245 w 280"/>
                  <a:gd name="T53" fmla="*/ 31 h 180"/>
                  <a:gd name="T54" fmla="*/ 261 w 280"/>
                  <a:gd name="T55" fmla="*/ 65 h 180"/>
                  <a:gd name="T56" fmla="*/ 239 w 280"/>
                  <a:gd name="T57" fmla="*/ 135 h 180"/>
                  <a:gd name="T58" fmla="*/ 195 w 280"/>
                  <a:gd name="T59" fmla="*/ 169 h 180"/>
                  <a:gd name="T60" fmla="*/ 163 w 280"/>
                  <a:gd name="T61" fmla="*/ 134 h 180"/>
                  <a:gd name="T62" fmla="*/ 172 w 280"/>
                  <a:gd name="T63" fmla="*/ 90 h 180"/>
                  <a:gd name="T64" fmla="*/ 183 w 280"/>
                  <a:gd name="T65" fmla="*/ 46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180">
                    <a:moveTo>
                      <a:pt x="183" y="46"/>
                    </a:moveTo>
                    <a:cubicBezTo>
                      <a:pt x="185" y="36"/>
                      <a:pt x="190" y="19"/>
                      <a:pt x="190" y="16"/>
                    </a:cubicBezTo>
                    <a:cubicBezTo>
                      <a:pt x="190" y="7"/>
                      <a:pt x="182" y="4"/>
                      <a:pt x="177" y="4"/>
                    </a:cubicBezTo>
                    <a:cubicBezTo>
                      <a:pt x="163" y="4"/>
                      <a:pt x="161" y="14"/>
                      <a:pt x="156" y="32"/>
                    </a:cubicBezTo>
                    <a:cubicBezTo>
                      <a:pt x="151" y="53"/>
                      <a:pt x="149" y="61"/>
                      <a:pt x="143" y="83"/>
                    </a:cubicBezTo>
                    <a:cubicBezTo>
                      <a:pt x="140" y="99"/>
                      <a:pt x="135" y="117"/>
                      <a:pt x="135" y="129"/>
                    </a:cubicBezTo>
                    <a:cubicBezTo>
                      <a:pt x="135" y="131"/>
                      <a:pt x="135" y="134"/>
                      <a:pt x="135" y="136"/>
                    </a:cubicBezTo>
                    <a:cubicBezTo>
                      <a:pt x="135" y="136"/>
                      <a:pt x="124" y="169"/>
                      <a:pt x="98" y="169"/>
                    </a:cubicBezTo>
                    <a:cubicBezTo>
                      <a:pt x="82" y="169"/>
                      <a:pt x="64" y="162"/>
                      <a:pt x="64" y="133"/>
                    </a:cubicBezTo>
                    <a:cubicBezTo>
                      <a:pt x="64" y="113"/>
                      <a:pt x="73" y="87"/>
                      <a:pt x="86" y="55"/>
                    </a:cubicBezTo>
                    <a:cubicBezTo>
                      <a:pt x="90" y="45"/>
                      <a:pt x="91" y="41"/>
                      <a:pt x="91" y="34"/>
                    </a:cubicBezTo>
                    <a:cubicBezTo>
                      <a:pt x="91" y="12"/>
                      <a:pt x="74" y="0"/>
                      <a:pt x="56" y="0"/>
                    </a:cubicBezTo>
                    <a:cubicBezTo>
                      <a:pt x="16" y="0"/>
                      <a:pt x="0" y="56"/>
                      <a:pt x="0" y="61"/>
                    </a:cubicBezTo>
                    <a:cubicBezTo>
                      <a:pt x="0" y="65"/>
                      <a:pt x="3" y="66"/>
                      <a:pt x="6" y="66"/>
                    </a:cubicBezTo>
                    <a:cubicBezTo>
                      <a:pt x="11" y="66"/>
                      <a:pt x="11" y="64"/>
                      <a:pt x="13" y="60"/>
                    </a:cubicBezTo>
                    <a:cubicBezTo>
                      <a:pt x="23" y="25"/>
                      <a:pt x="40" y="11"/>
                      <a:pt x="54" y="11"/>
                    </a:cubicBezTo>
                    <a:cubicBezTo>
                      <a:pt x="60" y="11"/>
                      <a:pt x="64" y="15"/>
                      <a:pt x="64" y="24"/>
                    </a:cubicBezTo>
                    <a:cubicBezTo>
                      <a:pt x="64" y="33"/>
                      <a:pt x="61" y="42"/>
                      <a:pt x="58" y="49"/>
                    </a:cubicBezTo>
                    <a:cubicBezTo>
                      <a:pt x="42" y="89"/>
                      <a:pt x="35" y="110"/>
                      <a:pt x="35" y="128"/>
                    </a:cubicBezTo>
                    <a:cubicBezTo>
                      <a:pt x="35" y="168"/>
                      <a:pt x="69" y="180"/>
                      <a:pt x="97" y="180"/>
                    </a:cubicBezTo>
                    <a:cubicBezTo>
                      <a:pt x="103" y="180"/>
                      <a:pt x="124" y="180"/>
                      <a:pt x="140" y="153"/>
                    </a:cubicBezTo>
                    <a:cubicBezTo>
                      <a:pt x="151" y="175"/>
                      <a:pt x="176" y="180"/>
                      <a:pt x="193" y="180"/>
                    </a:cubicBezTo>
                    <a:cubicBezTo>
                      <a:pt x="229" y="180"/>
                      <a:pt x="246" y="146"/>
                      <a:pt x="253" y="132"/>
                    </a:cubicBezTo>
                    <a:cubicBezTo>
                      <a:pt x="266" y="106"/>
                      <a:pt x="280" y="54"/>
                      <a:pt x="280" y="31"/>
                    </a:cubicBezTo>
                    <a:cubicBezTo>
                      <a:pt x="280" y="0"/>
                      <a:pt x="262" y="0"/>
                      <a:pt x="260" y="0"/>
                    </a:cubicBezTo>
                    <a:cubicBezTo>
                      <a:pt x="251" y="0"/>
                      <a:pt x="240" y="10"/>
                      <a:pt x="240" y="20"/>
                    </a:cubicBezTo>
                    <a:cubicBezTo>
                      <a:pt x="240" y="26"/>
                      <a:pt x="242" y="29"/>
                      <a:pt x="245" y="31"/>
                    </a:cubicBezTo>
                    <a:cubicBezTo>
                      <a:pt x="249" y="35"/>
                      <a:pt x="261" y="45"/>
                      <a:pt x="261" y="65"/>
                    </a:cubicBezTo>
                    <a:cubicBezTo>
                      <a:pt x="261" y="76"/>
                      <a:pt x="250" y="114"/>
                      <a:pt x="239" y="135"/>
                    </a:cubicBezTo>
                    <a:cubicBezTo>
                      <a:pt x="228" y="155"/>
                      <a:pt x="214" y="169"/>
                      <a:pt x="195" y="169"/>
                    </a:cubicBezTo>
                    <a:cubicBezTo>
                      <a:pt x="177" y="169"/>
                      <a:pt x="163" y="159"/>
                      <a:pt x="163" y="134"/>
                    </a:cubicBezTo>
                    <a:cubicBezTo>
                      <a:pt x="163" y="124"/>
                      <a:pt x="166" y="112"/>
                      <a:pt x="172" y="90"/>
                    </a:cubicBezTo>
                    <a:lnTo>
                      <a:pt x="183" y="46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82" name="Freeform 45">
                <a:extLst>
                  <a:ext uri="{FF2B5EF4-FFF2-40B4-BE49-F238E27FC236}">
                    <a16:creationId xmlns:a16="http://schemas.microsoft.com/office/drawing/2014/main" id="{AA893CFF-C8CA-4BB1-ABA2-B52C3A74B9BA}"/>
                  </a:ext>
                </a:extLst>
              </p:cNvPr>
              <p:cNvSpPr>
                <a:spLocks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3990975" y="2574925"/>
                <a:ext cx="38100" cy="47625"/>
              </a:xfrm>
              <a:custGeom>
                <a:avLst/>
                <a:gdLst>
                  <a:gd name="T0" fmla="*/ 145 w 169"/>
                  <a:gd name="T1" fmla="*/ 117 h 207"/>
                  <a:gd name="T2" fmla="*/ 98 w 169"/>
                  <a:gd name="T3" fmla="*/ 75 h 207"/>
                  <a:gd name="T4" fmla="*/ 48 w 169"/>
                  <a:gd name="T5" fmla="*/ 102 h 207"/>
                  <a:gd name="T6" fmla="*/ 48 w 169"/>
                  <a:gd name="T7" fmla="*/ 0 h 207"/>
                  <a:gd name="T8" fmla="*/ 0 w 169"/>
                  <a:gd name="T9" fmla="*/ 3 h 207"/>
                  <a:gd name="T10" fmla="*/ 0 w 169"/>
                  <a:gd name="T11" fmla="*/ 15 h 207"/>
                  <a:gd name="T12" fmla="*/ 24 w 169"/>
                  <a:gd name="T13" fmla="*/ 31 h 207"/>
                  <a:gd name="T14" fmla="*/ 24 w 169"/>
                  <a:gd name="T15" fmla="*/ 183 h 207"/>
                  <a:gd name="T16" fmla="*/ 0 w 169"/>
                  <a:gd name="T17" fmla="*/ 195 h 207"/>
                  <a:gd name="T18" fmla="*/ 0 w 169"/>
                  <a:gd name="T19" fmla="*/ 207 h 207"/>
                  <a:gd name="T20" fmla="*/ 36 w 169"/>
                  <a:gd name="T21" fmla="*/ 206 h 207"/>
                  <a:gd name="T22" fmla="*/ 72 w 169"/>
                  <a:gd name="T23" fmla="*/ 207 h 207"/>
                  <a:gd name="T24" fmla="*/ 72 w 169"/>
                  <a:gd name="T25" fmla="*/ 195 h 207"/>
                  <a:gd name="T26" fmla="*/ 49 w 169"/>
                  <a:gd name="T27" fmla="*/ 183 h 207"/>
                  <a:gd name="T28" fmla="*/ 49 w 169"/>
                  <a:gd name="T29" fmla="*/ 130 h 207"/>
                  <a:gd name="T30" fmla="*/ 95 w 169"/>
                  <a:gd name="T31" fmla="*/ 85 h 207"/>
                  <a:gd name="T32" fmla="*/ 120 w 169"/>
                  <a:gd name="T33" fmla="*/ 116 h 207"/>
                  <a:gd name="T34" fmla="*/ 120 w 169"/>
                  <a:gd name="T35" fmla="*/ 183 h 207"/>
                  <a:gd name="T36" fmla="*/ 97 w 169"/>
                  <a:gd name="T37" fmla="*/ 195 h 207"/>
                  <a:gd name="T38" fmla="*/ 97 w 169"/>
                  <a:gd name="T39" fmla="*/ 207 h 207"/>
                  <a:gd name="T40" fmla="*/ 133 w 169"/>
                  <a:gd name="T41" fmla="*/ 206 h 207"/>
                  <a:gd name="T42" fmla="*/ 169 w 169"/>
                  <a:gd name="T43" fmla="*/ 207 h 207"/>
                  <a:gd name="T44" fmla="*/ 169 w 169"/>
                  <a:gd name="T45" fmla="*/ 195 h 207"/>
                  <a:gd name="T46" fmla="*/ 145 w 169"/>
                  <a:gd name="T47" fmla="*/ 183 h 207"/>
                  <a:gd name="T48" fmla="*/ 145 w 169"/>
                  <a:gd name="T49" fmla="*/ 11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9" h="207">
                    <a:moveTo>
                      <a:pt x="145" y="117"/>
                    </a:moveTo>
                    <a:cubicBezTo>
                      <a:pt x="145" y="88"/>
                      <a:pt x="128" y="75"/>
                      <a:pt x="98" y="75"/>
                    </a:cubicBezTo>
                    <a:cubicBezTo>
                      <a:pt x="67" y="75"/>
                      <a:pt x="52" y="95"/>
                      <a:pt x="48" y="102"/>
                    </a:cubicBezTo>
                    <a:lnTo>
                      <a:pt x="48" y="0"/>
                    </a:lnTo>
                    <a:lnTo>
                      <a:pt x="0" y="3"/>
                    </a:lnTo>
                    <a:lnTo>
                      <a:pt x="0" y="15"/>
                    </a:lnTo>
                    <a:cubicBezTo>
                      <a:pt x="21" y="15"/>
                      <a:pt x="24" y="17"/>
                      <a:pt x="24" y="31"/>
                    </a:cubicBezTo>
                    <a:lnTo>
                      <a:pt x="24" y="183"/>
                    </a:lnTo>
                    <a:cubicBezTo>
                      <a:pt x="24" y="195"/>
                      <a:pt x="21" y="195"/>
                      <a:pt x="0" y="195"/>
                    </a:cubicBezTo>
                    <a:lnTo>
                      <a:pt x="0" y="207"/>
                    </a:lnTo>
                    <a:cubicBezTo>
                      <a:pt x="3" y="207"/>
                      <a:pt x="23" y="206"/>
                      <a:pt x="36" y="206"/>
                    </a:cubicBezTo>
                    <a:cubicBezTo>
                      <a:pt x="50" y="206"/>
                      <a:pt x="69" y="207"/>
                      <a:pt x="72" y="207"/>
                    </a:cubicBezTo>
                    <a:lnTo>
                      <a:pt x="72" y="195"/>
                    </a:lnTo>
                    <a:cubicBezTo>
                      <a:pt x="52" y="195"/>
                      <a:pt x="49" y="195"/>
                      <a:pt x="49" y="183"/>
                    </a:cubicBezTo>
                    <a:lnTo>
                      <a:pt x="49" y="130"/>
                    </a:lnTo>
                    <a:cubicBezTo>
                      <a:pt x="49" y="97"/>
                      <a:pt x="77" y="85"/>
                      <a:pt x="95" y="85"/>
                    </a:cubicBezTo>
                    <a:cubicBezTo>
                      <a:pt x="116" y="85"/>
                      <a:pt x="120" y="97"/>
                      <a:pt x="120" y="116"/>
                    </a:cubicBezTo>
                    <a:lnTo>
                      <a:pt x="120" y="183"/>
                    </a:lnTo>
                    <a:cubicBezTo>
                      <a:pt x="120" y="195"/>
                      <a:pt x="117" y="195"/>
                      <a:pt x="97" y="195"/>
                    </a:cubicBezTo>
                    <a:lnTo>
                      <a:pt x="97" y="207"/>
                    </a:lnTo>
                    <a:cubicBezTo>
                      <a:pt x="99" y="207"/>
                      <a:pt x="119" y="206"/>
                      <a:pt x="133" y="206"/>
                    </a:cubicBezTo>
                    <a:cubicBezTo>
                      <a:pt x="146" y="206"/>
                      <a:pt x="166" y="207"/>
                      <a:pt x="169" y="207"/>
                    </a:cubicBezTo>
                    <a:lnTo>
                      <a:pt x="169" y="195"/>
                    </a:lnTo>
                    <a:cubicBezTo>
                      <a:pt x="148" y="195"/>
                      <a:pt x="145" y="195"/>
                      <a:pt x="145" y="183"/>
                    </a:cubicBezTo>
                    <a:lnTo>
                      <a:pt x="145" y="117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83" name="Freeform 46">
                <a:extLst>
                  <a:ext uri="{FF2B5EF4-FFF2-40B4-BE49-F238E27FC236}">
                    <a16:creationId xmlns:a16="http://schemas.microsoft.com/office/drawing/2014/main" id="{24C07763-C650-4BF0-9A9A-E270952A6B34}"/>
                  </a:ext>
                </a:extLst>
              </p:cNvPr>
              <p:cNvSpPr>
                <a:spLocks noEditPoint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041775" y="2566988"/>
                <a:ext cx="49213" cy="39688"/>
              </a:xfrm>
              <a:custGeom>
                <a:avLst/>
                <a:gdLst>
                  <a:gd name="T0" fmla="*/ 202 w 223"/>
                  <a:gd name="T1" fmla="*/ 26 h 176"/>
                  <a:gd name="T2" fmla="*/ 217 w 223"/>
                  <a:gd name="T3" fmla="*/ 23 h 176"/>
                  <a:gd name="T4" fmla="*/ 223 w 223"/>
                  <a:gd name="T5" fmla="*/ 11 h 176"/>
                  <a:gd name="T6" fmla="*/ 206 w 223"/>
                  <a:gd name="T7" fmla="*/ 0 h 176"/>
                  <a:gd name="T8" fmla="*/ 108 w 223"/>
                  <a:gd name="T9" fmla="*/ 0 h 176"/>
                  <a:gd name="T10" fmla="*/ 0 w 223"/>
                  <a:gd name="T11" fmla="*/ 111 h 176"/>
                  <a:gd name="T12" fmla="*/ 65 w 223"/>
                  <a:gd name="T13" fmla="*/ 176 h 176"/>
                  <a:gd name="T14" fmla="*/ 170 w 223"/>
                  <a:gd name="T15" fmla="*/ 68 h 176"/>
                  <a:gd name="T16" fmla="*/ 158 w 223"/>
                  <a:gd name="T17" fmla="*/ 26 h 176"/>
                  <a:gd name="T18" fmla="*/ 202 w 223"/>
                  <a:gd name="T19" fmla="*/ 26 h 176"/>
                  <a:gd name="T20" fmla="*/ 65 w 223"/>
                  <a:gd name="T21" fmla="*/ 165 h 176"/>
                  <a:gd name="T22" fmla="*/ 28 w 223"/>
                  <a:gd name="T23" fmla="*/ 122 h 176"/>
                  <a:gd name="T24" fmla="*/ 102 w 223"/>
                  <a:gd name="T25" fmla="*/ 26 h 176"/>
                  <a:gd name="T26" fmla="*/ 140 w 223"/>
                  <a:gd name="T27" fmla="*/ 64 h 176"/>
                  <a:gd name="T28" fmla="*/ 65 w 223"/>
                  <a:gd name="T29" fmla="*/ 165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3" h="176">
                    <a:moveTo>
                      <a:pt x="202" y="26"/>
                    </a:moveTo>
                    <a:cubicBezTo>
                      <a:pt x="209" y="26"/>
                      <a:pt x="212" y="26"/>
                      <a:pt x="217" y="23"/>
                    </a:cubicBezTo>
                    <a:cubicBezTo>
                      <a:pt x="221" y="20"/>
                      <a:pt x="223" y="14"/>
                      <a:pt x="223" y="11"/>
                    </a:cubicBezTo>
                    <a:cubicBezTo>
                      <a:pt x="223" y="0"/>
                      <a:pt x="213" y="0"/>
                      <a:pt x="206" y="0"/>
                    </a:cubicBezTo>
                    <a:lnTo>
                      <a:pt x="108" y="0"/>
                    </a:lnTo>
                    <a:cubicBezTo>
                      <a:pt x="47" y="0"/>
                      <a:pt x="0" y="63"/>
                      <a:pt x="0" y="111"/>
                    </a:cubicBezTo>
                    <a:cubicBezTo>
                      <a:pt x="0" y="150"/>
                      <a:pt x="28" y="176"/>
                      <a:pt x="65" y="176"/>
                    </a:cubicBezTo>
                    <a:cubicBezTo>
                      <a:pt x="115" y="176"/>
                      <a:pt x="170" y="128"/>
                      <a:pt x="170" y="68"/>
                    </a:cubicBezTo>
                    <a:cubicBezTo>
                      <a:pt x="170" y="47"/>
                      <a:pt x="162" y="34"/>
                      <a:pt x="158" y="26"/>
                    </a:cubicBezTo>
                    <a:lnTo>
                      <a:pt x="202" y="26"/>
                    </a:lnTo>
                    <a:close/>
                    <a:moveTo>
                      <a:pt x="65" y="165"/>
                    </a:moveTo>
                    <a:cubicBezTo>
                      <a:pt x="45" y="165"/>
                      <a:pt x="28" y="151"/>
                      <a:pt x="28" y="122"/>
                    </a:cubicBezTo>
                    <a:cubicBezTo>
                      <a:pt x="28" y="106"/>
                      <a:pt x="38" y="26"/>
                      <a:pt x="102" y="26"/>
                    </a:cubicBezTo>
                    <a:cubicBezTo>
                      <a:pt x="140" y="26"/>
                      <a:pt x="140" y="56"/>
                      <a:pt x="140" y="64"/>
                    </a:cubicBezTo>
                    <a:cubicBezTo>
                      <a:pt x="140" y="105"/>
                      <a:pt x="112" y="165"/>
                      <a:pt x="65" y="165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84" name="Freeform 47">
                <a:extLst>
                  <a:ext uri="{FF2B5EF4-FFF2-40B4-BE49-F238E27FC236}">
                    <a16:creationId xmlns:a16="http://schemas.microsoft.com/office/drawing/2014/main" id="{430C86BF-703B-45C0-9DE3-34747F19A4FB}"/>
                  </a:ext>
                </a:extLst>
              </p:cNvPr>
              <p:cNvSpPr>
                <a:spLocks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095750" y="2574925"/>
                <a:ext cx="38100" cy="47625"/>
              </a:xfrm>
              <a:custGeom>
                <a:avLst/>
                <a:gdLst>
                  <a:gd name="T0" fmla="*/ 145 w 169"/>
                  <a:gd name="T1" fmla="*/ 117 h 207"/>
                  <a:gd name="T2" fmla="*/ 98 w 169"/>
                  <a:gd name="T3" fmla="*/ 75 h 207"/>
                  <a:gd name="T4" fmla="*/ 48 w 169"/>
                  <a:gd name="T5" fmla="*/ 102 h 207"/>
                  <a:gd name="T6" fmla="*/ 48 w 169"/>
                  <a:gd name="T7" fmla="*/ 0 h 207"/>
                  <a:gd name="T8" fmla="*/ 0 w 169"/>
                  <a:gd name="T9" fmla="*/ 3 h 207"/>
                  <a:gd name="T10" fmla="*/ 0 w 169"/>
                  <a:gd name="T11" fmla="*/ 15 h 207"/>
                  <a:gd name="T12" fmla="*/ 24 w 169"/>
                  <a:gd name="T13" fmla="*/ 31 h 207"/>
                  <a:gd name="T14" fmla="*/ 24 w 169"/>
                  <a:gd name="T15" fmla="*/ 183 h 207"/>
                  <a:gd name="T16" fmla="*/ 0 w 169"/>
                  <a:gd name="T17" fmla="*/ 195 h 207"/>
                  <a:gd name="T18" fmla="*/ 0 w 169"/>
                  <a:gd name="T19" fmla="*/ 207 h 207"/>
                  <a:gd name="T20" fmla="*/ 36 w 169"/>
                  <a:gd name="T21" fmla="*/ 206 h 207"/>
                  <a:gd name="T22" fmla="*/ 73 w 169"/>
                  <a:gd name="T23" fmla="*/ 207 h 207"/>
                  <a:gd name="T24" fmla="*/ 73 w 169"/>
                  <a:gd name="T25" fmla="*/ 195 h 207"/>
                  <a:gd name="T26" fmla="*/ 49 w 169"/>
                  <a:gd name="T27" fmla="*/ 183 h 207"/>
                  <a:gd name="T28" fmla="*/ 49 w 169"/>
                  <a:gd name="T29" fmla="*/ 130 h 207"/>
                  <a:gd name="T30" fmla="*/ 96 w 169"/>
                  <a:gd name="T31" fmla="*/ 85 h 207"/>
                  <a:gd name="T32" fmla="*/ 120 w 169"/>
                  <a:gd name="T33" fmla="*/ 116 h 207"/>
                  <a:gd name="T34" fmla="*/ 120 w 169"/>
                  <a:gd name="T35" fmla="*/ 183 h 207"/>
                  <a:gd name="T36" fmla="*/ 97 w 169"/>
                  <a:gd name="T37" fmla="*/ 195 h 207"/>
                  <a:gd name="T38" fmla="*/ 97 w 169"/>
                  <a:gd name="T39" fmla="*/ 207 h 207"/>
                  <a:gd name="T40" fmla="*/ 133 w 169"/>
                  <a:gd name="T41" fmla="*/ 206 h 207"/>
                  <a:gd name="T42" fmla="*/ 169 w 169"/>
                  <a:gd name="T43" fmla="*/ 207 h 207"/>
                  <a:gd name="T44" fmla="*/ 169 w 169"/>
                  <a:gd name="T45" fmla="*/ 195 h 207"/>
                  <a:gd name="T46" fmla="*/ 145 w 169"/>
                  <a:gd name="T47" fmla="*/ 183 h 207"/>
                  <a:gd name="T48" fmla="*/ 145 w 169"/>
                  <a:gd name="T49" fmla="*/ 11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9" h="207">
                    <a:moveTo>
                      <a:pt x="145" y="117"/>
                    </a:moveTo>
                    <a:cubicBezTo>
                      <a:pt x="145" y="88"/>
                      <a:pt x="128" y="75"/>
                      <a:pt x="98" y="75"/>
                    </a:cubicBezTo>
                    <a:cubicBezTo>
                      <a:pt x="67" y="75"/>
                      <a:pt x="52" y="95"/>
                      <a:pt x="48" y="102"/>
                    </a:cubicBezTo>
                    <a:lnTo>
                      <a:pt x="48" y="0"/>
                    </a:lnTo>
                    <a:lnTo>
                      <a:pt x="0" y="3"/>
                    </a:lnTo>
                    <a:lnTo>
                      <a:pt x="0" y="15"/>
                    </a:lnTo>
                    <a:cubicBezTo>
                      <a:pt x="21" y="15"/>
                      <a:pt x="24" y="17"/>
                      <a:pt x="24" y="31"/>
                    </a:cubicBezTo>
                    <a:lnTo>
                      <a:pt x="24" y="183"/>
                    </a:lnTo>
                    <a:cubicBezTo>
                      <a:pt x="24" y="195"/>
                      <a:pt x="21" y="195"/>
                      <a:pt x="0" y="195"/>
                    </a:cubicBezTo>
                    <a:lnTo>
                      <a:pt x="0" y="207"/>
                    </a:lnTo>
                    <a:cubicBezTo>
                      <a:pt x="3" y="207"/>
                      <a:pt x="23" y="206"/>
                      <a:pt x="36" y="206"/>
                    </a:cubicBezTo>
                    <a:cubicBezTo>
                      <a:pt x="50" y="206"/>
                      <a:pt x="70" y="207"/>
                      <a:pt x="73" y="207"/>
                    </a:cubicBezTo>
                    <a:lnTo>
                      <a:pt x="73" y="195"/>
                    </a:lnTo>
                    <a:cubicBezTo>
                      <a:pt x="52" y="195"/>
                      <a:pt x="49" y="195"/>
                      <a:pt x="49" y="183"/>
                    </a:cubicBezTo>
                    <a:lnTo>
                      <a:pt x="49" y="130"/>
                    </a:lnTo>
                    <a:cubicBezTo>
                      <a:pt x="49" y="97"/>
                      <a:pt x="77" y="85"/>
                      <a:pt x="96" y="85"/>
                    </a:cubicBezTo>
                    <a:cubicBezTo>
                      <a:pt x="116" y="85"/>
                      <a:pt x="120" y="97"/>
                      <a:pt x="120" y="116"/>
                    </a:cubicBezTo>
                    <a:lnTo>
                      <a:pt x="120" y="183"/>
                    </a:lnTo>
                    <a:cubicBezTo>
                      <a:pt x="120" y="195"/>
                      <a:pt x="117" y="195"/>
                      <a:pt x="97" y="195"/>
                    </a:cubicBezTo>
                    <a:lnTo>
                      <a:pt x="97" y="207"/>
                    </a:lnTo>
                    <a:cubicBezTo>
                      <a:pt x="99" y="207"/>
                      <a:pt x="119" y="206"/>
                      <a:pt x="133" y="206"/>
                    </a:cubicBezTo>
                    <a:cubicBezTo>
                      <a:pt x="146" y="206"/>
                      <a:pt x="166" y="207"/>
                      <a:pt x="169" y="207"/>
                    </a:cubicBezTo>
                    <a:lnTo>
                      <a:pt x="169" y="195"/>
                    </a:lnTo>
                    <a:cubicBezTo>
                      <a:pt x="148" y="195"/>
                      <a:pt x="145" y="195"/>
                      <a:pt x="145" y="183"/>
                    </a:cubicBezTo>
                    <a:lnTo>
                      <a:pt x="145" y="117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85" name="Freeform 48">
                <a:extLst>
                  <a:ext uri="{FF2B5EF4-FFF2-40B4-BE49-F238E27FC236}">
                    <a16:creationId xmlns:a16="http://schemas.microsoft.com/office/drawing/2014/main" id="{2C48DEA5-3A66-497A-936B-3E3852AD490F}"/>
                  </a:ext>
                </a:extLst>
              </p:cNvPr>
              <p:cNvSpPr>
                <a:spLocks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675188" y="2544763"/>
                <a:ext cx="50800" cy="63500"/>
              </a:xfrm>
              <a:custGeom>
                <a:avLst/>
                <a:gdLst>
                  <a:gd name="T0" fmla="*/ 198 w 226"/>
                  <a:gd name="T1" fmla="*/ 183 h 281"/>
                  <a:gd name="T2" fmla="*/ 198 w 226"/>
                  <a:gd name="T3" fmla="*/ 85 h 281"/>
                  <a:gd name="T4" fmla="*/ 188 w 226"/>
                  <a:gd name="T5" fmla="*/ 85 h 281"/>
                  <a:gd name="T6" fmla="*/ 142 w 226"/>
                  <a:gd name="T7" fmla="*/ 125 h 281"/>
                  <a:gd name="T8" fmla="*/ 80 w 226"/>
                  <a:gd name="T9" fmla="*/ 125 h 281"/>
                  <a:gd name="T10" fmla="*/ 80 w 226"/>
                  <a:gd name="T11" fmla="*/ 31 h 281"/>
                  <a:gd name="T12" fmla="*/ 94 w 226"/>
                  <a:gd name="T13" fmla="*/ 17 h 281"/>
                  <a:gd name="T14" fmla="*/ 151 w 226"/>
                  <a:gd name="T15" fmla="*/ 17 h 281"/>
                  <a:gd name="T16" fmla="*/ 216 w 226"/>
                  <a:gd name="T17" fmla="*/ 61 h 281"/>
                  <a:gd name="T18" fmla="*/ 226 w 226"/>
                  <a:gd name="T19" fmla="*/ 61 h 281"/>
                  <a:gd name="T20" fmla="*/ 225 w 226"/>
                  <a:gd name="T21" fmla="*/ 0 h 281"/>
                  <a:gd name="T22" fmla="*/ 0 w 226"/>
                  <a:gd name="T23" fmla="*/ 0 h 281"/>
                  <a:gd name="T24" fmla="*/ 0 w 226"/>
                  <a:gd name="T25" fmla="*/ 8 h 281"/>
                  <a:gd name="T26" fmla="*/ 37 w 226"/>
                  <a:gd name="T27" fmla="*/ 47 h 281"/>
                  <a:gd name="T28" fmla="*/ 37 w 226"/>
                  <a:gd name="T29" fmla="*/ 230 h 281"/>
                  <a:gd name="T30" fmla="*/ 0 w 226"/>
                  <a:gd name="T31" fmla="*/ 273 h 281"/>
                  <a:gd name="T32" fmla="*/ 0 w 226"/>
                  <a:gd name="T33" fmla="*/ 281 h 281"/>
                  <a:gd name="T34" fmla="*/ 119 w 226"/>
                  <a:gd name="T35" fmla="*/ 281 h 281"/>
                  <a:gd name="T36" fmla="*/ 119 w 226"/>
                  <a:gd name="T37" fmla="*/ 273 h 281"/>
                  <a:gd name="T38" fmla="*/ 80 w 226"/>
                  <a:gd name="T39" fmla="*/ 234 h 281"/>
                  <a:gd name="T40" fmla="*/ 80 w 226"/>
                  <a:gd name="T41" fmla="*/ 142 h 281"/>
                  <a:gd name="T42" fmla="*/ 142 w 226"/>
                  <a:gd name="T43" fmla="*/ 142 h 281"/>
                  <a:gd name="T44" fmla="*/ 188 w 226"/>
                  <a:gd name="T45" fmla="*/ 183 h 281"/>
                  <a:gd name="T46" fmla="*/ 198 w 226"/>
                  <a:gd name="T47" fmla="*/ 183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26" h="281">
                    <a:moveTo>
                      <a:pt x="198" y="183"/>
                    </a:moveTo>
                    <a:lnTo>
                      <a:pt x="198" y="85"/>
                    </a:lnTo>
                    <a:lnTo>
                      <a:pt x="188" y="85"/>
                    </a:lnTo>
                    <a:cubicBezTo>
                      <a:pt x="183" y="119"/>
                      <a:pt x="176" y="125"/>
                      <a:pt x="142" y="125"/>
                    </a:cubicBezTo>
                    <a:lnTo>
                      <a:pt x="80" y="125"/>
                    </a:lnTo>
                    <a:lnTo>
                      <a:pt x="80" y="31"/>
                    </a:lnTo>
                    <a:cubicBezTo>
                      <a:pt x="80" y="19"/>
                      <a:pt x="83" y="17"/>
                      <a:pt x="94" y="17"/>
                    </a:cubicBezTo>
                    <a:lnTo>
                      <a:pt x="151" y="17"/>
                    </a:lnTo>
                    <a:cubicBezTo>
                      <a:pt x="199" y="17"/>
                      <a:pt x="209" y="23"/>
                      <a:pt x="216" y="61"/>
                    </a:cubicBezTo>
                    <a:lnTo>
                      <a:pt x="226" y="61"/>
                    </a:lnTo>
                    <a:lnTo>
                      <a:pt x="225" y="0"/>
                    </a:lnTo>
                    <a:lnTo>
                      <a:pt x="0" y="0"/>
                    </a:lnTo>
                    <a:lnTo>
                      <a:pt x="0" y="8"/>
                    </a:lnTo>
                    <a:cubicBezTo>
                      <a:pt x="32" y="11"/>
                      <a:pt x="37" y="17"/>
                      <a:pt x="37" y="47"/>
                    </a:cubicBezTo>
                    <a:lnTo>
                      <a:pt x="37" y="230"/>
                    </a:lnTo>
                    <a:cubicBezTo>
                      <a:pt x="37" y="265"/>
                      <a:pt x="33" y="270"/>
                      <a:pt x="0" y="273"/>
                    </a:cubicBezTo>
                    <a:lnTo>
                      <a:pt x="0" y="281"/>
                    </a:lnTo>
                    <a:lnTo>
                      <a:pt x="119" y="281"/>
                    </a:lnTo>
                    <a:lnTo>
                      <a:pt x="119" y="273"/>
                    </a:lnTo>
                    <a:cubicBezTo>
                      <a:pt x="86" y="271"/>
                      <a:pt x="80" y="265"/>
                      <a:pt x="80" y="234"/>
                    </a:cubicBezTo>
                    <a:lnTo>
                      <a:pt x="80" y="142"/>
                    </a:lnTo>
                    <a:lnTo>
                      <a:pt x="142" y="142"/>
                    </a:lnTo>
                    <a:cubicBezTo>
                      <a:pt x="176" y="142"/>
                      <a:pt x="183" y="149"/>
                      <a:pt x="188" y="183"/>
                    </a:cubicBezTo>
                    <a:lnTo>
                      <a:pt x="198" y="183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86" name="Freeform 49">
                <a:extLst>
                  <a:ext uri="{FF2B5EF4-FFF2-40B4-BE49-F238E27FC236}">
                    <a16:creationId xmlns:a16="http://schemas.microsoft.com/office/drawing/2014/main" id="{2D7EBF1B-B49D-498F-A24E-429AAC653789}"/>
                  </a:ext>
                </a:extLst>
              </p:cNvPr>
              <p:cNvSpPr>
                <a:spLocks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4729163" y="2543175"/>
                <a:ext cx="23813" cy="65088"/>
              </a:xfrm>
              <a:custGeom>
                <a:avLst/>
                <a:gdLst>
                  <a:gd name="T0" fmla="*/ 0 w 101"/>
                  <a:gd name="T1" fmla="*/ 25 h 289"/>
                  <a:gd name="T2" fmla="*/ 2 w 101"/>
                  <a:gd name="T3" fmla="*/ 25 h 289"/>
                  <a:gd name="T4" fmla="*/ 15 w 101"/>
                  <a:gd name="T5" fmla="*/ 24 h 289"/>
                  <a:gd name="T6" fmla="*/ 33 w 101"/>
                  <a:gd name="T7" fmla="*/ 50 h 289"/>
                  <a:gd name="T8" fmla="*/ 33 w 101"/>
                  <a:gd name="T9" fmla="*/ 252 h 289"/>
                  <a:gd name="T10" fmla="*/ 1 w 101"/>
                  <a:gd name="T11" fmla="*/ 282 h 289"/>
                  <a:gd name="T12" fmla="*/ 1 w 101"/>
                  <a:gd name="T13" fmla="*/ 289 h 289"/>
                  <a:gd name="T14" fmla="*/ 101 w 101"/>
                  <a:gd name="T15" fmla="*/ 289 h 289"/>
                  <a:gd name="T16" fmla="*/ 101 w 101"/>
                  <a:gd name="T17" fmla="*/ 282 h 289"/>
                  <a:gd name="T18" fmla="*/ 69 w 101"/>
                  <a:gd name="T19" fmla="*/ 253 h 289"/>
                  <a:gd name="T20" fmla="*/ 69 w 101"/>
                  <a:gd name="T21" fmla="*/ 0 h 289"/>
                  <a:gd name="T22" fmla="*/ 67 w 101"/>
                  <a:gd name="T23" fmla="*/ 0 h 289"/>
                  <a:gd name="T24" fmla="*/ 0 w 101"/>
                  <a:gd name="T25" fmla="*/ 18 h 289"/>
                  <a:gd name="T26" fmla="*/ 0 w 101"/>
                  <a:gd name="T27" fmla="*/ 25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289">
                    <a:moveTo>
                      <a:pt x="0" y="25"/>
                    </a:moveTo>
                    <a:lnTo>
                      <a:pt x="2" y="25"/>
                    </a:lnTo>
                    <a:cubicBezTo>
                      <a:pt x="7" y="25"/>
                      <a:pt x="12" y="24"/>
                      <a:pt x="15" y="24"/>
                    </a:cubicBezTo>
                    <a:cubicBezTo>
                      <a:pt x="29" y="24"/>
                      <a:pt x="33" y="30"/>
                      <a:pt x="33" y="50"/>
                    </a:cubicBezTo>
                    <a:lnTo>
                      <a:pt x="33" y="252"/>
                    </a:lnTo>
                    <a:cubicBezTo>
                      <a:pt x="33" y="275"/>
                      <a:pt x="27" y="280"/>
                      <a:pt x="1" y="282"/>
                    </a:cubicBezTo>
                    <a:lnTo>
                      <a:pt x="1" y="289"/>
                    </a:lnTo>
                    <a:lnTo>
                      <a:pt x="101" y="289"/>
                    </a:lnTo>
                    <a:lnTo>
                      <a:pt x="101" y="282"/>
                    </a:lnTo>
                    <a:cubicBezTo>
                      <a:pt x="74" y="281"/>
                      <a:pt x="69" y="276"/>
                      <a:pt x="69" y="253"/>
                    </a:cubicBezTo>
                    <a:lnTo>
                      <a:pt x="69" y="0"/>
                    </a:lnTo>
                    <a:lnTo>
                      <a:pt x="67" y="0"/>
                    </a:lnTo>
                    <a:cubicBezTo>
                      <a:pt x="45" y="7"/>
                      <a:pt x="29" y="11"/>
                      <a:pt x="0" y="18"/>
                    </a:cubicBezTo>
                    <a:lnTo>
                      <a:pt x="0" y="25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87" name="Freeform 50">
                <a:extLst>
                  <a:ext uri="{FF2B5EF4-FFF2-40B4-BE49-F238E27FC236}">
                    <a16:creationId xmlns:a16="http://schemas.microsoft.com/office/drawing/2014/main" id="{1C2EA070-3AD1-4099-8D2D-A7A66864D21A}"/>
                  </a:ext>
                </a:extLst>
              </p:cNvPr>
              <p:cNvSpPr>
                <a:spLocks noEditPoint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4757738" y="2563813"/>
                <a:ext cx="41275" cy="46038"/>
              </a:xfrm>
              <a:custGeom>
                <a:avLst/>
                <a:gdLst>
                  <a:gd name="T0" fmla="*/ 93 w 186"/>
                  <a:gd name="T1" fmla="*/ 0 h 199"/>
                  <a:gd name="T2" fmla="*/ 0 w 186"/>
                  <a:gd name="T3" fmla="*/ 99 h 199"/>
                  <a:gd name="T4" fmla="*/ 93 w 186"/>
                  <a:gd name="T5" fmla="*/ 199 h 199"/>
                  <a:gd name="T6" fmla="*/ 186 w 186"/>
                  <a:gd name="T7" fmla="*/ 96 h 199"/>
                  <a:gd name="T8" fmla="*/ 93 w 186"/>
                  <a:gd name="T9" fmla="*/ 0 h 199"/>
                  <a:gd name="T10" fmla="*/ 88 w 186"/>
                  <a:gd name="T11" fmla="*/ 12 h 199"/>
                  <a:gd name="T12" fmla="*/ 148 w 186"/>
                  <a:gd name="T13" fmla="*/ 110 h 199"/>
                  <a:gd name="T14" fmla="*/ 98 w 186"/>
                  <a:gd name="T15" fmla="*/ 187 h 199"/>
                  <a:gd name="T16" fmla="*/ 57 w 186"/>
                  <a:gd name="T17" fmla="*/ 160 h 199"/>
                  <a:gd name="T18" fmla="*/ 38 w 186"/>
                  <a:gd name="T19" fmla="*/ 78 h 199"/>
                  <a:gd name="T20" fmla="*/ 88 w 186"/>
                  <a:gd name="T21" fmla="*/ 12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6" h="199">
                    <a:moveTo>
                      <a:pt x="93" y="0"/>
                    </a:moveTo>
                    <a:cubicBezTo>
                      <a:pt x="38" y="0"/>
                      <a:pt x="0" y="41"/>
                      <a:pt x="0" y="99"/>
                    </a:cubicBezTo>
                    <a:cubicBezTo>
                      <a:pt x="0" y="156"/>
                      <a:pt x="39" y="199"/>
                      <a:pt x="93" y="199"/>
                    </a:cubicBezTo>
                    <a:cubicBezTo>
                      <a:pt x="146" y="199"/>
                      <a:pt x="186" y="154"/>
                      <a:pt x="186" y="96"/>
                    </a:cubicBezTo>
                    <a:cubicBezTo>
                      <a:pt x="186" y="40"/>
                      <a:pt x="148" y="0"/>
                      <a:pt x="93" y="0"/>
                    </a:cubicBezTo>
                    <a:close/>
                    <a:moveTo>
                      <a:pt x="88" y="12"/>
                    </a:moveTo>
                    <a:cubicBezTo>
                      <a:pt x="123" y="12"/>
                      <a:pt x="148" y="52"/>
                      <a:pt x="148" y="110"/>
                    </a:cubicBezTo>
                    <a:cubicBezTo>
                      <a:pt x="148" y="158"/>
                      <a:pt x="129" y="187"/>
                      <a:pt x="98" y="187"/>
                    </a:cubicBezTo>
                    <a:cubicBezTo>
                      <a:pt x="81" y="187"/>
                      <a:pt x="65" y="177"/>
                      <a:pt x="57" y="160"/>
                    </a:cubicBezTo>
                    <a:cubicBezTo>
                      <a:pt x="45" y="138"/>
                      <a:pt x="38" y="108"/>
                      <a:pt x="38" y="78"/>
                    </a:cubicBezTo>
                    <a:cubicBezTo>
                      <a:pt x="38" y="38"/>
                      <a:pt x="58" y="12"/>
                      <a:pt x="88" y="12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88" name="Freeform 51">
                <a:extLst>
                  <a:ext uri="{FF2B5EF4-FFF2-40B4-BE49-F238E27FC236}">
                    <a16:creationId xmlns:a16="http://schemas.microsoft.com/office/drawing/2014/main" id="{135001B3-60E7-4D2E-B81F-F7B3DD4C8E90}"/>
                  </a:ext>
                </a:extLst>
              </p:cNvPr>
              <p:cNvSpPr>
                <a:spLocks noEditPoint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4805363" y="2563813"/>
                <a:ext cx="41275" cy="46038"/>
              </a:xfrm>
              <a:custGeom>
                <a:avLst/>
                <a:gdLst>
                  <a:gd name="T0" fmla="*/ 93 w 186"/>
                  <a:gd name="T1" fmla="*/ 0 h 199"/>
                  <a:gd name="T2" fmla="*/ 0 w 186"/>
                  <a:gd name="T3" fmla="*/ 99 h 199"/>
                  <a:gd name="T4" fmla="*/ 92 w 186"/>
                  <a:gd name="T5" fmla="*/ 199 h 199"/>
                  <a:gd name="T6" fmla="*/ 186 w 186"/>
                  <a:gd name="T7" fmla="*/ 96 h 199"/>
                  <a:gd name="T8" fmla="*/ 93 w 186"/>
                  <a:gd name="T9" fmla="*/ 0 h 199"/>
                  <a:gd name="T10" fmla="*/ 88 w 186"/>
                  <a:gd name="T11" fmla="*/ 12 h 199"/>
                  <a:gd name="T12" fmla="*/ 148 w 186"/>
                  <a:gd name="T13" fmla="*/ 110 h 199"/>
                  <a:gd name="T14" fmla="*/ 97 w 186"/>
                  <a:gd name="T15" fmla="*/ 187 h 199"/>
                  <a:gd name="T16" fmla="*/ 56 w 186"/>
                  <a:gd name="T17" fmla="*/ 160 h 199"/>
                  <a:gd name="T18" fmla="*/ 38 w 186"/>
                  <a:gd name="T19" fmla="*/ 78 h 199"/>
                  <a:gd name="T20" fmla="*/ 88 w 186"/>
                  <a:gd name="T21" fmla="*/ 12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6" h="199">
                    <a:moveTo>
                      <a:pt x="93" y="0"/>
                    </a:moveTo>
                    <a:cubicBezTo>
                      <a:pt x="38" y="0"/>
                      <a:pt x="0" y="41"/>
                      <a:pt x="0" y="99"/>
                    </a:cubicBezTo>
                    <a:cubicBezTo>
                      <a:pt x="0" y="156"/>
                      <a:pt x="39" y="199"/>
                      <a:pt x="92" y="199"/>
                    </a:cubicBezTo>
                    <a:cubicBezTo>
                      <a:pt x="146" y="199"/>
                      <a:pt x="186" y="154"/>
                      <a:pt x="186" y="96"/>
                    </a:cubicBezTo>
                    <a:cubicBezTo>
                      <a:pt x="186" y="40"/>
                      <a:pt x="147" y="0"/>
                      <a:pt x="93" y="0"/>
                    </a:cubicBezTo>
                    <a:close/>
                    <a:moveTo>
                      <a:pt x="88" y="12"/>
                    </a:moveTo>
                    <a:cubicBezTo>
                      <a:pt x="123" y="12"/>
                      <a:pt x="148" y="52"/>
                      <a:pt x="148" y="110"/>
                    </a:cubicBezTo>
                    <a:cubicBezTo>
                      <a:pt x="148" y="158"/>
                      <a:pt x="129" y="187"/>
                      <a:pt x="97" y="187"/>
                    </a:cubicBezTo>
                    <a:cubicBezTo>
                      <a:pt x="81" y="187"/>
                      <a:pt x="65" y="177"/>
                      <a:pt x="56" y="160"/>
                    </a:cubicBezTo>
                    <a:cubicBezTo>
                      <a:pt x="44" y="138"/>
                      <a:pt x="38" y="108"/>
                      <a:pt x="38" y="78"/>
                    </a:cubicBezTo>
                    <a:cubicBezTo>
                      <a:pt x="38" y="38"/>
                      <a:pt x="58" y="12"/>
                      <a:pt x="88" y="12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89" name="Freeform 52">
                <a:extLst>
                  <a:ext uri="{FF2B5EF4-FFF2-40B4-BE49-F238E27FC236}">
                    <a16:creationId xmlns:a16="http://schemas.microsoft.com/office/drawing/2014/main" id="{3FF86BEC-49DD-4715-A403-3B4843583917}"/>
                  </a:ext>
                </a:extLst>
              </p:cNvPr>
              <p:cNvSpPr>
                <a:spLocks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4849813" y="2563813"/>
                <a:ext cx="31750" cy="44450"/>
              </a:xfrm>
              <a:custGeom>
                <a:avLst/>
                <a:gdLst>
                  <a:gd name="T0" fmla="*/ 1 w 140"/>
                  <a:gd name="T1" fmla="*/ 30 h 195"/>
                  <a:gd name="T2" fmla="*/ 16 w 140"/>
                  <a:gd name="T3" fmla="*/ 28 h 195"/>
                  <a:gd name="T4" fmla="*/ 30 w 140"/>
                  <a:gd name="T5" fmla="*/ 53 h 195"/>
                  <a:gd name="T6" fmla="*/ 30 w 140"/>
                  <a:gd name="T7" fmla="*/ 159 h 195"/>
                  <a:gd name="T8" fmla="*/ 0 w 140"/>
                  <a:gd name="T9" fmla="*/ 188 h 195"/>
                  <a:gd name="T10" fmla="*/ 0 w 140"/>
                  <a:gd name="T11" fmla="*/ 195 h 195"/>
                  <a:gd name="T12" fmla="*/ 102 w 140"/>
                  <a:gd name="T13" fmla="*/ 195 h 195"/>
                  <a:gd name="T14" fmla="*/ 102 w 140"/>
                  <a:gd name="T15" fmla="*/ 188 h 195"/>
                  <a:gd name="T16" fmla="*/ 66 w 140"/>
                  <a:gd name="T17" fmla="*/ 157 h 195"/>
                  <a:gd name="T18" fmla="*/ 66 w 140"/>
                  <a:gd name="T19" fmla="*/ 61 h 195"/>
                  <a:gd name="T20" fmla="*/ 95 w 140"/>
                  <a:gd name="T21" fmla="*/ 27 h 195"/>
                  <a:gd name="T22" fmla="*/ 106 w 140"/>
                  <a:gd name="T23" fmla="*/ 33 h 195"/>
                  <a:gd name="T24" fmla="*/ 123 w 140"/>
                  <a:gd name="T25" fmla="*/ 41 h 195"/>
                  <a:gd name="T26" fmla="*/ 140 w 140"/>
                  <a:gd name="T27" fmla="*/ 22 h 195"/>
                  <a:gd name="T28" fmla="*/ 116 w 140"/>
                  <a:gd name="T29" fmla="*/ 0 h 195"/>
                  <a:gd name="T30" fmla="*/ 66 w 140"/>
                  <a:gd name="T31" fmla="*/ 40 h 195"/>
                  <a:gd name="T32" fmla="*/ 66 w 140"/>
                  <a:gd name="T33" fmla="*/ 1 h 195"/>
                  <a:gd name="T34" fmla="*/ 64 w 140"/>
                  <a:gd name="T35" fmla="*/ 0 h 195"/>
                  <a:gd name="T36" fmla="*/ 1 w 140"/>
                  <a:gd name="T37" fmla="*/ 23 h 195"/>
                  <a:gd name="T38" fmla="*/ 1 w 140"/>
                  <a:gd name="T39" fmla="*/ 3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0" h="195">
                    <a:moveTo>
                      <a:pt x="1" y="30"/>
                    </a:moveTo>
                    <a:cubicBezTo>
                      <a:pt x="7" y="28"/>
                      <a:pt x="11" y="28"/>
                      <a:pt x="16" y="28"/>
                    </a:cubicBezTo>
                    <a:cubicBezTo>
                      <a:pt x="26" y="28"/>
                      <a:pt x="30" y="35"/>
                      <a:pt x="30" y="53"/>
                    </a:cubicBezTo>
                    <a:lnTo>
                      <a:pt x="30" y="159"/>
                    </a:lnTo>
                    <a:cubicBezTo>
                      <a:pt x="30" y="180"/>
                      <a:pt x="27" y="183"/>
                      <a:pt x="0" y="188"/>
                    </a:cubicBezTo>
                    <a:lnTo>
                      <a:pt x="0" y="195"/>
                    </a:lnTo>
                    <a:lnTo>
                      <a:pt x="102" y="195"/>
                    </a:lnTo>
                    <a:lnTo>
                      <a:pt x="102" y="188"/>
                    </a:lnTo>
                    <a:cubicBezTo>
                      <a:pt x="73" y="187"/>
                      <a:pt x="66" y="181"/>
                      <a:pt x="66" y="157"/>
                    </a:cubicBezTo>
                    <a:lnTo>
                      <a:pt x="66" y="61"/>
                    </a:lnTo>
                    <a:cubicBezTo>
                      <a:pt x="66" y="48"/>
                      <a:pt x="84" y="27"/>
                      <a:pt x="95" y="27"/>
                    </a:cubicBezTo>
                    <a:cubicBezTo>
                      <a:pt x="98" y="27"/>
                      <a:pt x="102" y="29"/>
                      <a:pt x="106" y="33"/>
                    </a:cubicBezTo>
                    <a:cubicBezTo>
                      <a:pt x="113" y="39"/>
                      <a:pt x="118" y="41"/>
                      <a:pt x="123" y="41"/>
                    </a:cubicBezTo>
                    <a:cubicBezTo>
                      <a:pt x="133" y="41"/>
                      <a:pt x="140" y="34"/>
                      <a:pt x="140" y="22"/>
                    </a:cubicBezTo>
                    <a:cubicBezTo>
                      <a:pt x="140" y="8"/>
                      <a:pt x="131" y="0"/>
                      <a:pt x="116" y="0"/>
                    </a:cubicBezTo>
                    <a:cubicBezTo>
                      <a:pt x="99" y="0"/>
                      <a:pt x="86" y="10"/>
                      <a:pt x="66" y="40"/>
                    </a:cubicBezTo>
                    <a:lnTo>
                      <a:pt x="66" y="1"/>
                    </a:lnTo>
                    <a:lnTo>
                      <a:pt x="64" y="0"/>
                    </a:lnTo>
                    <a:cubicBezTo>
                      <a:pt x="41" y="9"/>
                      <a:pt x="26" y="15"/>
                      <a:pt x="1" y="23"/>
                    </a:cubicBezTo>
                    <a:lnTo>
                      <a:pt x="1" y="30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90" name="Freeform 53">
                <a:extLst>
                  <a:ext uri="{FF2B5EF4-FFF2-40B4-BE49-F238E27FC236}">
                    <a16:creationId xmlns:a16="http://schemas.microsoft.com/office/drawing/2014/main" id="{969D2B17-3FBE-4C05-A0CC-CC520A48CAFA}"/>
                  </a:ext>
                </a:extLst>
              </p:cNvPr>
              <p:cNvSpPr>
                <a:spLocks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4908550" y="2568575"/>
                <a:ext cx="61913" cy="41275"/>
              </a:xfrm>
              <a:custGeom>
                <a:avLst/>
                <a:gdLst>
                  <a:gd name="T0" fmla="*/ 183 w 280"/>
                  <a:gd name="T1" fmla="*/ 45 h 180"/>
                  <a:gd name="T2" fmla="*/ 190 w 280"/>
                  <a:gd name="T3" fmla="*/ 16 h 180"/>
                  <a:gd name="T4" fmla="*/ 177 w 280"/>
                  <a:gd name="T5" fmla="*/ 4 h 180"/>
                  <a:gd name="T6" fmla="*/ 156 w 280"/>
                  <a:gd name="T7" fmla="*/ 32 h 180"/>
                  <a:gd name="T8" fmla="*/ 143 w 280"/>
                  <a:gd name="T9" fmla="*/ 83 h 180"/>
                  <a:gd name="T10" fmla="*/ 135 w 280"/>
                  <a:gd name="T11" fmla="*/ 129 h 180"/>
                  <a:gd name="T12" fmla="*/ 135 w 280"/>
                  <a:gd name="T13" fmla="*/ 136 h 180"/>
                  <a:gd name="T14" fmla="*/ 98 w 280"/>
                  <a:gd name="T15" fmla="*/ 168 h 180"/>
                  <a:gd name="T16" fmla="*/ 64 w 280"/>
                  <a:gd name="T17" fmla="*/ 133 h 180"/>
                  <a:gd name="T18" fmla="*/ 86 w 280"/>
                  <a:gd name="T19" fmla="*/ 55 h 180"/>
                  <a:gd name="T20" fmla="*/ 91 w 280"/>
                  <a:gd name="T21" fmla="*/ 34 h 180"/>
                  <a:gd name="T22" fmla="*/ 55 w 280"/>
                  <a:gd name="T23" fmla="*/ 0 h 180"/>
                  <a:gd name="T24" fmla="*/ 0 w 280"/>
                  <a:gd name="T25" fmla="*/ 61 h 180"/>
                  <a:gd name="T26" fmla="*/ 6 w 280"/>
                  <a:gd name="T27" fmla="*/ 66 h 180"/>
                  <a:gd name="T28" fmla="*/ 12 w 280"/>
                  <a:gd name="T29" fmla="*/ 60 h 180"/>
                  <a:gd name="T30" fmla="*/ 54 w 280"/>
                  <a:gd name="T31" fmla="*/ 11 h 180"/>
                  <a:gd name="T32" fmla="*/ 64 w 280"/>
                  <a:gd name="T33" fmla="*/ 24 h 180"/>
                  <a:gd name="T34" fmla="*/ 58 w 280"/>
                  <a:gd name="T35" fmla="*/ 49 h 180"/>
                  <a:gd name="T36" fmla="*/ 35 w 280"/>
                  <a:gd name="T37" fmla="*/ 127 h 180"/>
                  <a:gd name="T38" fmla="*/ 97 w 280"/>
                  <a:gd name="T39" fmla="*/ 180 h 180"/>
                  <a:gd name="T40" fmla="*/ 140 w 280"/>
                  <a:gd name="T41" fmla="*/ 153 h 180"/>
                  <a:gd name="T42" fmla="*/ 193 w 280"/>
                  <a:gd name="T43" fmla="*/ 180 h 180"/>
                  <a:gd name="T44" fmla="*/ 253 w 280"/>
                  <a:gd name="T45" fmla="*/ 132 h 180"/>
                  <a:gd name="T46" fmla="*/ 280 w 280"/>
                  <a:gd name="T47" fmla="*/ 31 h 180"/>
                  <a:gd name="T48" fmla="*/ 260 w 280"/>
                  <a:gd name="T49" fmla="*/ 0 h 180"/>
                  <a:gd name="T50" fmla="*/ 239 w 280"/>
                  <a:gd name="T51" fmla="*/ 20 h 180"/>
                  <a:gd name="T52" fmla="*/ 245 w 280"/>
                  <a:gd name="T53" fmla="*/ 31 h 180"/>
                  <a:gd name="T54" fmla="*/ 261 w 280"/>
                  <a:gd name="T55" fmla="*/ 64 h 180"/>
                  <a:gd name="T56" fmla="*/ 239 w 280"/>
                  <a:gd name="T57" fmla="*/ 135 h 180"/>
                  <a:gd name="T58" fmla="*/ 194 w 280"/>
                  <a:gd name="T59" fmla="*/ 168 h 180"/>
                  <a:gd name="T60" fmla="*/ 163 w 280"/>
                  <a:gd name="T61" fmla="*/ 134 h 180"/>
                  <a:gd name="T62" fmla="*/ 172 w 280"/>
                  <a:gd name="T63" fmla="*/ 90 h 180"/>
                  <a:gd name="T64" fmla="*/ 183 w 280"/>
                  <a:gd name="T65" fmla="*/ 45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180">
                    <a:moveTo>
                      <a:pt x="183" y="45"/>
                    </a:moveTo>
                    <a:cubicBezTo>
                      <a:pt x="185" y="36"/>
                      <a:pt x="190" y="19"/>
                      <a:pt x="190" y="16"/>
                    </a:cubicBezTo>
                    <a:cubicBezTo>
                      <a:pt x="190" y="6"/>
                      <a:pt x="182" y="4"/>
                      <a:pt x="177" y="4"/>
                    </a:cubicBezTo>
                    <a:cubicBezTo>
                      <a:pt x="163" y="4"/>
                      <a:pt x="161" y="14"/>
                      <a:pt x="156" y="32"/>
                    </a:cubicBezTo>
                    <a:cubicBezTo>
                      <a:pt x="151" y="53"/>
                      <a:pt x="149" y="60"/>
                      <a:pt x="143" y="83"/>
                    </a:cubicBezTo>
                    <a:cubicBezTo>
                      <a:pt x="140" y="98"/>
                      <a:pt x="135" y="117"/>
                      <a:pt x="135" y="129"/>
                    </a:cubicBezTo>
                    <a:cubicBezTo>
                      <a:pt x="135" y="131"/>
                      <a:pt x="135" y="134"/>
                      <a:pt x="135" y="136"/>
                    </a:cubicBezTo>
                    <a:cubicBezTo>
                      <a:pt x="135" y="136"/>
                      <a:pt x="124" y="168"/>
                      <a:pt x="98" y="168"/>
                    </a:cubicBezTo>
                    <a:cubicBezTo>
                      <a:pt x="82" y="168"/>
                      <a:pt x="64" y="162"/>
                      <a:pt x="64" y="133"/>
                    </a:cubicBezTo>
                    <a:cubicBezTo>
                      <a:pt x="64" y="113"/>
                      <a:pt x="73" y="87"/>
                      <a:pt x="86" y="55"/>
                    </a:cubicBezTo>
                    <a:cubicBezTo>
                      <a:pt x="90" y="45"/>
                      <a:pt x="91" y="41"/>
                      <a:pt x="91" y="34"/>
                    </a:cubicBezTo>
                    <a:cubicBezTo>
                      <a:pt x="91" y="12"/>
                      <a:pt x="74" y="0"/>
                      <a:pt x="55" y="0"/>
                    </a:cubicBezTo>
                    <a:cubicBezTo>
                      <a:pt x="16" y="0"/>
                      <a:pt x="0" y="56"/>
                      <a:pt x="0" y="61"/>
                    </a:cubicBezTo>
                    <a:cubicBezTo>
                      <a:pt x="0" y="64"/>
                      <a:pt x="2" y="66"/>
                      <a:pt x="6" y="66"/>
                    </a:cubicBezTo>
                    <a:cubicBezTo>
                      <a:pt x="11" y="66"/>
                      <a:pt x="11" y="64"/>
                      <a:pt x="12" y="60"/>
                    </a:cubicBezTo>
                    <a:cubicBezTo>
                      <a:pt x="23" y="25"/>
                      <a:pt x="40" y="11"/>
                      <a:pt x="54" y="11"/>
                    </a:cubicBezTo>
                    <a:cubicBezTo>
                      <a:pt x="60" y="11"/>
                      <a:pt x="64" y="15"/>
                      <a:pt x="64" y="24"/>
                    </a:cubicBezTo>
                    <a:cubicBezTo>
                      <a:pt x="64" y="33"/>
                      <a:pt x="61" y="42"/>
                      <a:pt x="58" y="49"/>
                    </a:cubicBezTo>
                    <a:cubicBezTo>
                      <a:pt x="42" y="89"/>
                      <a:pt x="35" y="110"/>
                      <a:pt x="35" y="127"/>
                    </a:cubicBezTo>
                    <a:cubicBezTo>
                      <a:pt x="35" y="168"/>
                      <a:pt x="69" y="180"/>
                      <a:pt x="97" y="180"/>
                    </a:cubicBezTo>
                    <a:cubicBezTo>
                      <a:pt x="103" y="180"/>
                      <a:pt x="124" y="180"/>
                      <a:pt x="140" y="153"/>
                    </a:cubicBezTo>
                    <a:cubicBezTo>
                      <a:pt x="151" y="175"/>
                      <a:pt x="176" y="180"/>
                      <a:pt x="193" y="180"/>
                    </a:cubicBezTo>
                    <a:cubicBezTo>
                      <a:pt x="229" y="180"/>
                      <a:pt x="246" y="146"/>
                      <a:pt x="253" y="132"/>
                    </a:cubicBezTo>
                    <a:cubicBezTo>
                      <a:pt x="266" y="106"/>
                      <a:pt x="280" y="54"/>
                      <a:pt x="280" y="31"/>
                    </a:cubicBezTo>
                    <a:cubicBezTo>
                      <a:pt x="280" y="0"/>
                      <a:pt x="262" y="0"/>
                      <a:pt x="260" y="0"/>
                    </a:cubicBezTo>
                    <a:cubicBezTo>
                      <a:pt x="251" y="0"/>
                      <a:pt x="239" y="10"/>
                      <a:pt x="239" y="20"/>
                    </a:cubicBezTo>
                    <a:cubicBezTo>
                      <a:pt x="239" y="26"/>
                      <a:pt x="242" y="29"/>
                      <a:pt x="245" y="31"/>
                    </a:cubicBezTo>
                    <a:cubicBezTo>
                      <a:pt x="249" y="35"/>
                      <a:pt x="261" y="45"/>
                      <a:pt x="261" y="64"/>
                    </a:cubicBezTo>
                    <a:cubicBezTo>
                      <a:pt x="261" y="76"/>
                      <a:pt x="250" y="114"/>
                      <a:pt x="239" y="135"/>
                    </a:cubicBezTo>
                    <a:cubicBezTo>
                      <a:pt x="228" y="154"/>
                      <a:pt x="214" y="168"/>
                      <a:pt x="194" y="168"/>
                    </a:cubicBezTo>
                    <a:cubicBezTo>
                      <a:pt x="177" y="168"/>
                      <a:pt x="163" y="159"/>
                      <a:pt x="163" y="134"/>
                    </a:cubicBezTo>
                    <a:cubicBezTo>
                      <a:pt x="163" y="123"/>
                      <a:pt x="166" y="112"/>
                      <a:pt x="172" y="90"/>
                    </a:cubicBezTo>
                    <a:lnTo>
                      <a:pt x="183" y="45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91" name="Freeform 54">
                <a:extLst>
                  <a:ext uri="{FF2B5EF4-FFF2-40B4-BE49-F238E27FC236}">
                    <a16:creationId xmlns:a16="http://schemas.microsoft.com/office/drawing/2014/main" id="{51791513-DC1F-4507-85D7-AFF16775AF92}"/>
                  </a:ext>
                </a:extLst>
              </p:cNvPr>
              <p:cNvSpPr>
                <a:spLocks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4976813" y="2576513"/>
                <a:ext cx="25400" cy="47625"/>
              </a:xfrm>
              <a:custGeom>
                <a:avLst/>
                <a:gdLst>
                  <a:gd name="T0" fmla="*/ 51 w 111"/>
                  <a:gd name="T1" fmla="*/ 94 h 211"/>
                  <a:gd name="T2" fmla="*/ 90 w 111"/>
                  <a:gd name="T3" fmla="*/ 94 h 211"/>
                  <a:gd name="T4" fmla="*/ 90 w 111"/>
                  <a:gd name="T5" fmla="*/ 82 h 211"/>
                  <a:gd name="T6" fmla="*/ 50 w 111"/>
                  <a:gd name="T7" fmla="*/ 82 h 211"/>
                  <a:gd name="T8" fmla="*/ 50 w 111"/>
                  <a:gd name="T9" fmla="*/ 49 h 211"/>
                  <a:gd name="T10" fmla="*/ 80 w 111"/>
                  <a:gd name="T11" fmla="*/ 10 h 211"/>
                  <a:gd name="T12" fmla="*/ 88 w 111"/>
                  <a:gd name="T13" fmla="*/ 11 h 211"/>
                  <a:gd name="T14" fmla="*/ 83 w 111"/>
                  <a:gd name="T15" fmla="*/ 23 h 211"/>
                  <a:gd name="T16" fmla="*/ 97 w 111"/>
                  <a:gd name="T17" fmla="*/ 37 h 211"/>
                  <a:gd name="T18" fmla="*/ 111 w 111"/>
                  <a:gd name="T19" fmla="*/ 23 h 211"/>
                  <a:gd name="T20" fmla="*/ 80 w 111"/>
                  <a:gd name="T21" fmla="*/ 0 h 211"/>
                  <a:gd name="T22" fmla="*/ 28 w 111"/>
                  <a:gd name="T23" fmla="*/ 49 h 211"/>
                  <a:gd name="T24" fmla="*/ 28 w 111"/>
                  <a:gd name="T25" fmla="*/ 82 h 211"/>
                  <a:gd name="T26" fmla="*/ 0 w 111"/>
                  <a:gd name="T27" fmla="*/ 82 h 211"/>
                  <a:gd name="T28" fmla="*/ 0 w 111"/>
                  <a:gd name="T29" fmla="*/ 94 h 211"/>
                  <a:gd name="T30" fmla="*/ 28 w 111"/>
                  <a:gd name="T31" fmla="*/ 94 h 211"/>
                  <a:gd name="T32" fmla="*/ 28 w 111"/>
                  <a:gd name="T33" fmla="*/ 186 h 211"/>
                  <a:gd name="T34" fmla="*/ 4 w 111"/>
                  <a:gd name="T35" fmla="*/ 199 h 211"/>
                  <a:gd name="T36" fmla="*/ 4 w 111"/>
                  <a:gd name="T37" fmla="*/ 211 h 211"/>
                  <a:gd name="T38" fmla="*/ 40 w 111"/>
                  <a:gd name="T39" fmla="*/ 210 h 211"/>
                  <a:gd name="T40" fmla="*/ 81 w 111"/>
                  <a:gd name="T41" fmla="*/ 211 h 211"/>
                  <a:gd name="T42" fmla="*/ 81 w 111"/>
                  <a:gd name="T43" fmla="*/ 199 h 211"/>
                  <a:gd name="T44" fmla="*/ 74 w 111"/>
                  <a:gd name="T45" fmla="*/ 199 h 211"/>
                  <a:gd name="T46" fmla="*/ 51 w 111"/>
                  <a:gd name="T47" fmla="*/ 186 h 211"/>
                  <a:gd name="T48" fmla="*/ 51 w 111"/>
                  <a:gd name="T49" fmla="*/ 94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1" h="211">
                    <a:moveTo>
                      <a:pt x="51" y="94"/>
                    </a:moveTo>
                    <a:lnTo>
                      <a:pt x="90" y="94"/>
                    </a:lnTo>
                    <a:lnTo>
                      <a:pt x="90" y="82"/>
                    </a:lnTo>
                    <a:lnTo>
                      <a:pt x="50" y="82"/>
                    </a:lnTo>
                    <a:lnTo>
                      <a:pt x="50" y="49"/>
                    </a:lnTo>
                    <a:cubicBezTo>
                      <a:pt x="50" y="22"/>
                      <a:pt x="67" y="10"/>
                      <a:pt x="80" y="10"/>
                    </a:cubicBezTo>
                    <a:cubicBezTo>
                      <a:pt x="84" y="10"/>
                      <a:pt x="87" y="11"/>
                      <a:pt x="88" y="11"/>
                    </a:cubicBezTo>
                    <a:cubicBezTo>
                      <a:pt x="86" y="13"/>
                      <a:pt x="83" y="15"/>
                      <a:pt x="83" y="23"/>
                    </a:cubicBezTo>
                    <a:cubicBezTo>
                      <a:pt x="83" y="30"/>
                      <a:pt x="88" y="37"/>
                      <a:pt x="97" y="37"/>
                    </a:cubicBezTo>
                    <a:cubicBezTo>
                      <a:pt x="105" y="37"/>
                      <a:pt x="111" y="30"/>
                      <a:pt x="111" y="23"/>
                    </a:cubicBezTo>
                    <a:cubicBezTo>
                      <a:pt x="111" y="9"/>
                      <a:pt x="98" y="0"/>
                      <a:pt x="80" y="0"/>
                    </a:cubicBezTo>
                    <a:cubicBezTo>
                      <a:pt x="56" y="0"/>
                      <a:pt x="28" y="17"/>
                      <a:pt x="28" y="49"/>
                    </a:cubicBezTo>
                    <a:lnTo>
                      <a:pt x="28" y="82"/>
                    </a:lnTo>
                    <a:lnTo>
                      <a:pt x="0" y="82"/>
                    </a:lnTo>
                    <a:lnTo>
                      <a:pt x="0" y="94"/>
                    </a:lnTo>
                    <a:lnTo>
                      <a:pt x="28" y="94"/>
                    </a:lnTo>
                    <a:lnTo>
                      <a:pt x="28" y="186"/>
                    </a:lnTo>
                    <a:cubicBezTo>
                      <a:pt x="28" y="199"/>
                      <a:pt x="25" y="199"/>
                      <a:pt x="4" y="199"/>
                    </a:cubicBezTo>
                    <a:lnTo>
                      <a:pt x="4" y="211"/>
                    </a:lnTo>
                    <a:cubicBezTo>
                      <a:pt x="11" y="210"/>
                      <a:pt x="34" y="210"/>
                      <a:pt x="40" y="210"/>
                    </a:cubicBezTo>
                    <a:cubicBezTo>
                      <a:pt x="56" y="210"/>
                      <a:pt x="76" y="211"/>
                      <a:pt x="81" y="211"/>
                    </a:cubicBezTo>
                    <a:lnTo>
                      <a:pt x="81" y="199"/>
                    </a:lnTo>
                    <a:lnTo>
                      <a:pt x="74" y="199"/>
                    </a:lnTo>
                    <a:cubicBezTo>
                      <a:pt x="52" y="199"/>
                      <a:pt x="51" y="196"/>
                      <a:pt x="51" y="186"/>
                    </a:cubicBezTo>
                    <a:lnTo>
                      <a:pt x="51" y="94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92" name="Freeform 55">
                <a:extLst>
                  <a:ext uri="{FF2B5EF4-FFF2-40B4-BE49-F238E27FC236}">
                    <a16:creationId xmlns:a16="http://schemas.microsoft.com/office/drawing/2014/main" id="{E9857DDF-F750-4565-B053-749530BD54B9}"/>
                  </a:ext>
                </a:extLst>
              </p:cNvPr>
              <p:cNvSpPr>
                <a:spLocks noEditPoint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5014913" y="2570163"/>
                <a:ext cx="49213" cy="39688"/>
              </a:xfrm>
              <a:custGeom>
                <a:avLst/>
                <a:gdLst>
                  <a:gd name="T0" fmla="*/ 202 w 223"/>
                  <a:gd name="T1" fmla="*/ 26 h 176"/>
                  <a:gd name="T2" fmla="*/ 217 w 223"/>
                  <a:gd name="T3" fmla="*/ 23 h 176"/>
                  <a:gd name="T4" fmla="*/ 223 w 223"/>
                  <a:gd name="T5" fmla="*/ 11 h 176"/>
                  <a:gd name="T6" fmla="*/ 206 w 223"/>
                  <a:gd name="T7" fmla="*/ 0 h 176"/>
                  <a:gd name="T8" fmla="*/ 108 w 223"/>
                  <a:gd name="T9" fmla="*/ 0 h 176"/>
                  <a:gd name="T10" fmla="*/ 0 w 223"/>
                  <a:gd name="T11" fmla="*/ 111 h 176"/>
                  <a:gd name="T12" fmla="*/ 65 w 223"/>
                  <a:gd name="T13" fmla="*/ 176 h 176"/>
                  <a:gd name="T14" fmla="*/ 170 w 223"/>
                  <a:gd name="T15" fmla="*/ 68 h 176"/>
                  <a:gd name="T16" fmla="*/ 158 w 223"/>
                  <a:gd name="T17" fmla="*/ 26 h 176"/>
                  <a:gd name="T18" fmla="*/ 202 w 223"/>
                  <a:gd name="T19" fmla="*/ 26 h 176"/>
                  <a:gd name="T20" fmla="*/ 65 w 223"/>
                  <a:gd name="T21" fmla="*/ 164 h 176"/>
                  <a:gd name="T22" fmla="*/ 28 w 223"/>
                  <a:gd name="T23" fmla="*/ 122 h 176"/>
                  <a:gd name="T24" fmla="*/ 102 w 223"/>
                  <a:gd name="T25" fmla="*/ 26 h 176"/>
                  <a:gd name="T26" fmla="*/ 141 w 223"/>
                  <a:gd name="T27" fmla="*/ 64 h 176"/>
                  <a:gd name="T28" fmla="*/ 65 w 223"/>
                  <a:gd name="T29" fmla="*/ 164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3" h="176">
                    <a:moveTo>
                      <a:pt x="202" y="26"/>
                    </a:moveTo>
                    <a:cubicBezTo>
                      <a:pt x="209" y="26"/>
                      <a:pt x="212" y="26"/>
                      <a:pt x="217" y="23"/>
                    </a:cubicBezTo>
                    <a:cubicBezTo>
                      <a:pt x="221" y="19"/>
                      <a:pt x="223" y="14"/>
                      <a:pt x="223" y="11"/>
                    </a:cubicBezTo>
                    <a:cubicBezTo>
                      <a:pt x="223" y="0"/>
                      <a:pt x="213" y="0"/>
                      <a:pt x="206" y="0"/>
                    </a:cubicBezTo>
                    <a:lnTo>
                      <a:pt x="108" y="0"/>
                    </a:lnTo>
                    <a:cubicBezTo>
                      <a:pt x="47" y="0"/>
                      <a:pt x="0" y="63"/>
                      <a:pt x="0" y="111"/>
                    </a:cubicBezTo>
                    <a:cubicBezTo>
                      <a:pt x="0" y="150"/>
                      <a:pt x="28" y="176"/>
                      <a:pt x="65" y="176"/>
                    </a:cubicBezTo>
                    <a:cubicBezTo>
                      <a:pt x="115" y="176"/>
                      <a:pt x="170" y="127"/>
                      <a:pt x="170" y="68"/>
                    </a:cubicBezTo>
                    <a:cubicBezTo>
                      <a:pt x="170" y="47"/>
                      <a:pt x="162" y="34"/>
                      <a:pt x="158" y="26"/>
                    </a:cubicBezTo>
                    <a:lnTo>
                      <a:pt x="202" y="26"/>
                    </a:lnTo>
                    <a:close/>
                    <a:moveTo>
                      <a:pt x="65" y="164"/>
                    </a:moveTo>
                    <a:cubicBezTo>
                      <a:pt x="45" y="164"/>
                      <a:pt x="28" y="151"/>
                      <a:pt x="28" y="122"/>
                    </a:cubicBezTo>
                    <a:cubicBezTo>
                      <a:pt x="28" y="105"/>
                      <a:pt x="38" y="26"/>
                      <a:pt x="102" y="26"/>
                    </a:cubicBezTo>
                    <a:cubicBezTo>
                      <a:pt x="141" y="26"/>
                      <a:pt x="141" y="56"/>
                      <a:pt x="141" y="64"/>
                    </a:cubicBezTo>
                    <a:cubicBezTo>
                      <a:pt x="141" y="105"/>
                      <a:pt x="112" y="164"/>
                      <a:pt x="65" y="16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93" name="Freeform 56">
                <a:extLst>
                  <a:ext uri="{FF2B5EF4-FFF2-40B4-BE49-F238E27FC236}">
                    <a16:creationId xmlns:a16="http://schemas.microsoft.com/office/drawing/2014/main" id="{C4DC3FF9-E274-4CB7-96B9-E30A2FEB20E4}"/>
                  </a:ext>
                </a:extLst>
              </p:cNvPr>
              <p:cNvSpPr>
                <a:spLocks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5068888" y="2576513"/>
                <a:ext cx="25400" cy="47625"/>
              </a:xfrm>
              <a:custGeom>
                <a:avLst/>
                <a:gdLst>
                  <a:gd name="T0" fmla="*/ 51 w 111"/>
                  <a:gd name="T1" fmla="*/ 94 h 211"/>
                  <a:gd name="T2" fmla="*/ 90 w 111"/>
                  <a:gd name="T3" fmla="*/ 94 h 211"/>
                  <a:gd name="T4" fmla="*/ 90 w 111"/>
                  <a:gd name="T5" fmla="*/ 82 h 211"/>
                  <a:gd name="T6" fmla="*/ 50 w 111"/>
                  <a:gd name="T7" fmla="*/ 82 h 211"/>
                  <a:gd name="T8" fmla="*/ 50 w 111"/>
                  <a:gd name="T9" fmla="*/ 49 h 211"/>
                  <a:gd name="T10" fmla="*/ 80 w 111"/>
                  <a:gd name="T11" fmla="*/ 10 h 211"/>
                  <a:gd name="T12" fmla="*/ 88 w 111"/>
                  <a:gd name="T13" fmla="*/ 11 h 211"/>
                  <a:gd name="T14" fmla="*/ 83 w 111"/>
                  <a:gd name="T15" fmla="*/ 23 h 211"/>
                  <a:gd name="T16" fmla="*/ 97 w 111"/>
                  <a:gd name="T17" fmla="*/ 37 h 211"/>
                  <a:gd name="T18" fmla="*/ 111 w 111"/>
                  <a:gd name="T19" fmla="*/ 23 h 211"/>
                  <a:gd name="T20" fmla="*/ 80 w 111"/>
                  <a:gd name="T21" fmla="*/ 0 h 211"/>
                  <a:gd name="T22" fmla="*/ 28 w 111"/>
                  <a:gd name="T23" fmla="*/ 49 h 211"/>
                  <a:gd name="T24" fmla="*/ 28 w 111"/>
                  <a:gd name="T25" fmla="*/ 82 h 211"/>
                  <a:gd name="T26" fmla="*/ 0 w 111"/>
                  <a:gd name="T27" fmla="*/ 82 h 211"/>
                  <a:gd name="T28" fmla="*/ 0 w 111"/>
                  <a:gd name="T29" fmla="*/ 94 h 211"/>
                  <a:gd name="T30" fmla="*/ 28 w 111"/>
                  <a:gd name="T31" fmla="*/ 94 h 211"/>
                  <a:gd name="T32" fmla="*/ 28 w 111"/>
                  <a:gd name="T33" fmla="*/ 186 h 211"/>
                  <a:gd name="T34" fmla="*/ 4 w 111"/>
                  <a:gd name="T35" fmla="*/ 199 h 211"/>
                  <a:gd name="T36" fmla="*/ 4 w 111"/>
                  <a:gd name="T37" fmla="*/ 211 h 211"/>
                  <a:gd name="T38" fmla="*/ 40 w 111"/>
                  <a:gd name="T39" fmla="*/ 210 h 211"/>
                  <a:gd name="T40" fmla="*/ 80 w 111"/>
                  <a:gd name="T41" fmla="*/ 211 h 211"/>
                  <a:gd name="T42" fmla="*/ 80 w 111"/>
                  <a:gd name="T43" fmla="*/ 199 h 211"/>
                  <a:gd name="T44" fmla="*/ 74 w 111"/>
                  <a:gd name="T45" fmla="*/ 199 h 211"/>
                  <a:gd name="T46" fmla="*/ 51 w 111"/>
                  <a:gd name="T47" fmla="*/ 186 h 211"/>
                  <a:gd name="T48" fmla="*/ 51 w 111"/>
                  <a:gd name="T49" fmla="*/ 94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1" h="211">
                    <a:moveTo>
                      <a:pt x="51" y="94"/>
                    </a:moveTo>
                    <a:lnTo>
                      <a:pt x="90" y="94"/>
                    </a:lnTo>
                    <a:lnTo>
                      <a:pt x="90" y="82"/>
                    </a:lnTo>
                    <a:lnTo>
                      <a:pt x="50" y="82"/>
                    </a:lnTo>
                    <a:lnTo>
                      <a:pt x="50" y="49"/>
                    </a:lnTo>
                    <a:cubicBezTo>
                      <a:pt x="50" y="22"/>
                      <a:pt x="67" y="10"/>
                      <a:pt x="80" y="10"/>
                    </a:cubicBezTo>
                    <a:cubicBezTo>
                      <a:pt x="83" y="10"/>
                      <a:pt x="87" y="11"/>
                      <a:pt x="88" y="11"/>
                    </a:cubicBezTo>
                    <a:cubicBezTo>
                      <a:pt x="86" y="13"/>
                      <a:pt x="83" y="15"/>
                      <a:pt x="83" y="23"/>
                    </a:cubicBezTo>
                    <a:cubicBezTo>
                      <a:pt x="83" y="30"/>
                      <a:pt x="88" y="37"/>
                      <a:pt x="97" y="37"/>
                    </a:cubicBezTo>
                    <a:cubicBezTo>
                      <a:pt x="105" y="37"/>
                      <a:pt x="111" y="30"/>
                      <a:pt x="111" y="23"/>
                    </a:cubicBezTo>
                    <a:cubicBezTo>
                      <a:pt x="111" y="9"/>
                      <a:pt x="98" y="0"/>
                      <a:pt x="80" y="0"/>
                    </a:cubicBezTo>
                    <a:cubicBezTo>
                      <a:pt x="56" y="0"/>
                      <a:pt x="28" y="17"/>
                      <a:pt x="28" y="49"/>
                    </a:cubicBezTo>
                    <a:lnTo>
                      <a:pt x="28" y="82"/>
                    </a:lnTo>
                    <a:lnTo>
                      <a:pt x="0" y="82"/>
                    </a:lnTo>
                    <a:lnTo>
                      <a:pt x="0" y="94"/>
                    </a:lnTo>
                    <a:lnTo>
                      <a:pt x="28" y="94"/>
                    </a:lnTo>
                    <a:lnTo>
                      <a:pt x="28" y="186"/>
                    </a:lnTo>
                    <a:cubicBezTo>
                      <a:pt x="28" y="199"/>
                      <a:pt x="25" y="199"/>
                      <a:pt x="4" y="199"/>
                    </a:cubicBezTo>
                    <a:lnTo>
                      <a:pt x="4" y="211"/>
                    </a:lnTo>
                    <a:cubicBezTo>
                      <a:pt x="11" y="210"/>
                      <a:pt x="34" y="210"/>
                      <a:pt x="40" y="210"/>
                    </a:cubicBezTo>
                    <a:cubicBezTo>
                      <a:pt x="56" y="210"/>
                      <a:pt x="76" y="211"/>
                      <a:pt x="80" y="211"/>
                    </a:cubicBezTo>
                    <a:lnTo>
                      <a:pt x="80" y="199"/>
                    </a:lnTo>
                    <a:lnTo>
                      <a:pt x="74" y="199"/>
                    </a:lnTo>
                    <a:cubicBezTo>
                      <a:pt x="51" y="199"/>
                      <a:pt x="51" y="196"/>
                      <a:pt x="51" y="186"/>
                    </a:cubicBezTo>
                    <a:lnTo>
                      <a:pt x="51" y="94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94" name="Freeform 57">
                <a:extLst>
                  <a:ext uri="{FF2B5EF4-FFF2-40B4-BE49-F238E27FC236}">
                    <a16:creationId xmlns:a16="http://schemas.microsoft.com/office/drawing/2014/main" id="{A4E7BA73-C406-4E82-BB40-8AC6FDE2EB9D}"/>
                  </a:ext>
                </a:extLst>
              </p:cNvPr>
              <p:cNvSpPr>
                <a:spLocks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2617788" y="3543300"/>
                <a:ext cx="42863" cy="66675"/>
              </a:xfrm>
              <a:custGeom>
                <a:avLst/>
                <a:gdLst>
                  <a:gd name="T0" fmla="*/ 172 w 190"/>
                  <a:gd name="T1" fmla="*/ 0 h 292"/>
                  <a:gd name="T2" fmla="*/ 163 w 190"/>
                  <a:gd name="T3" fmla="*/ 0 h 292"/>
                  <a:gd name="T4" fmla="*/ 149 w 190"/>
                  <a:gd name="T5" fmla="*/ 14 h 292"/>
                  <a:gd name="T6" fmla="*/ 131 w 190"/>
                  <a:gd name="T7" fmla="*/ 9 h 292"/>
                  <a:gd name="T8" fmla="*/ 86 w 190"/>
                  <a:gd name="T9" fmla="*/ 0 h 292"/>
                  <a:gd name="T10" fmla="*/ 35 w 190"/>
                  <a:gd name="T11" fmla="*/ 20 h 292"/>
                  <a:gd name="T12" fmla="*/ 13 w 190"/>
                  <a:gd name="T13" fmla="*/ 72 h 292"/>
                  <a:gd name="T14" fmla="*/ 79 w 190"/>
                  <a:gd name="T15" fmla="*/ 155 h 292"/>
                  <a:gd name="T16" fmla="*/ 142 w 190"/>
                  <a:gd name="T17" fmla="*/ 205 h 292"/>
                  <a:gd name="T18" fmla="*/ 148 w 190"/>
                  <a:gd name="T19" fmla="*/ 229 h 292"/>
                  <a:gd name="T20" fmla="*/ 95 w 190"/>
                  <a:gd name="T21" fmla="*/ 277 h 292"/>
                  <a:gd name="T22" fmla="*/ 10 w 190"/>
                  <a:gd name="T23" fmla="*/ 202 h 292"/>
                  <a:gd name="T24" fmla="*/ 0 w 190"/>
                  <a:gd name="T25" fmla="*/ 202 h 292"/>
                  <a:gd name="T26" fmla="*/ 13 w 190"/>
                  <a:gd name="T27" fmla="*/ 292 h 292"/>
                  <a:gd name="T28" fmla="*/ 22 w 190"/>
                  <a:gd name="T29" fmla="*/ 292 h 292"/>
                  <a:gd name="T30" fmla="*/ 34 w 190"/>
                  <a:gd name="T31" fmla="*/ 278 h 292"/>
                  <a:gd name="T32" fmla="*/ 54 w 190"/>
                  <a:gd name="T33" fmla="*/ 282 h 292"/>
                  <a:gd name="T34" fmla="*/ 104 w 190"/>
                  <a:gd name="T35" fmla="*/ 292 h 292"/>
                  <a:gd name="T36" fmla="*/ 190 w 190"/>
                  <a:gd name="T37" fmla="*/ 215 h 292"/>
                  <a:gd name="T38" fmla="*/ 111 w 190"/>
                  <a:gd name="T39" fmla="*/ 123 h 292"/>
                  <a:gd name="T40" fmla="*/ 49 w 190"/>
                  <a:gd name="T41" fmla="*/ 57 h 292"/>
                  <a:gd name="T42" fmla="*/ 93 w 190"/>
                  <a:gd name="T43" fmla="*/ 17 h 292"/>
                  <a:gd name="T44" fmla="*/ 145 w 190"/>
                  <a:gd name="T45" fmla="*/ 41 h 292"/>
                  <a:gd name="T46" fmla="*/ 170 w 190"/>
                  <a:gd name="T47" fmla="*/ 90 h 292"/>
                  <a:gd name="T48" fmla="*/ 181 w 190"/>
                  <a:gd name="T49" fmla="*/ 90 h 292"/>
                  <a:gd name="T50" fmla="*/ 172 w 190"/>
                  <a:gd name="T51" fmla="*/ 0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90" h="292">
                    <a:moveTo>
                      <a:pt x="172" y="0"/>
                    </a:moveTo>
                    <a:lnTo>
                      <a:pt x="163" y="0"/>
                    </a:lnTo>
                    <a:cubicBezTo>
                      <a:pt x="161" y="10"/>
                      <a:pt x="156" y="14"/>
                      <a:pt x="149" y="14"/>
                    </a:cubicBezTo>
                    <a:cubicBezTo>
                      <a:pt x="145" y="14"/>
                      <a:pt x="138" y="13"/>
                      <a:pt x="131" y="9"/>
                    </a:cubicBezTo>
                    <a:cubicBezTo>
                      <a:pt x="115" y="3"/>
                      <a:pt x="99" y="0"/>
                      <a:pt x="86" y="0"/>
                    </a:cubicBezTo>
                    <a:cubicBezTo>
                      <a:pt x="68" y="0"/>
                      <a:pt x="49" y="7"/>
                      <a:pt x="35" y="20"/>
                    </a:cubicBezTo>
                    <a:cubicBezTo>
                      <a:pt x="20" y="33"/>
                      <a:pt x="13" y="50"/>
                      <a:pt x="13" y="72"/>
                    </a:cubicBezTo>
                    <a:cubicBezTo>
                      <a:pt x="13" y="106"/>
                      <a:pt x="31" y="130"/>
                      <a:pt x="79" y="155"/>
                    </a:cubicBezTo>
                    <a:cubicBezTo>
                      <a:pt x="109" y="171"/>
                      <a:pt x="131" y="188"/>
                      <a:pt x="142" y="205"/>
                    </a:cubicBezTo>
                    <a:cubicBezTo>
                      <a:pt x="145" y="210"/>
                      <a:pt x="148" y="219"/>
                      <a:pt x="148" y="229"/>
                    </a:cubicBezTo>
                    <a:cubicBezTo>
                      <a:pt x="148" y="257"/>
                      <a:pt x="126" y="277"/>
                      <a:pt x="95" y="277"/>
                    </a:cubicBezTo>
                    <a:cubicBezTo>
                      <a:pt x="58" y="277"/>
                      <a:pt x="31" y="254"/>
                      <a:pt x="10" y="202"/>
                    </a:cubicBezTo>
                    <a:lnTo>
                      <a:pt x="0" y="202"/>
                    </a:lnTo>
                    <a:lnTo>
                      <a:pt x="13" y="292"/>
                    </a:lnTo>
                    <a:lnTo>
                      <a:pt x="22" y="292"/>
                    </a:lnTo>
                    <a:cubicBezTo>
                      <a:pt x="23" y="284"/>
                      <a:pt x="28" y="278"/>
                      <a:pt x="34" y="278"/>
                    </a:cubicBezTo>
                    <a:cubicBezTo>
                      <a:pt x="39" y="278"/>
                      <a:pt x="46" y="279"/>
                      <a:pt x="54" y="282"/>
                    </a:cubicBezTo>
                    <a:cubicBezTo>
                      <a:pt x="70" y="289"/>
                      <a:pt x="87" y="292"/>
                      <a:pt x="104" y="292"/>
                    </a:cubicBezTo>
                    <a:cubicBezTo>
                      <a:pt x="153" y="292"/>
                      <a:pt x="190" y="259"/>
                      <a:pt x="190" y="215"/>
                    </a:cubicBezTo>
                    <a:cubicBezTo>
                      <a:pt x="190" y="180"/>
                      <a:pt x="167" y="153"/>
                      <a:pt x="111" y="123"/>
                    </a:cubicBezTo>
                    <a:cubicBezTo>
                      <a:pt x="67" y="98"/>
                      <a:pt x="49" y="80"/>
                      <a:pt x="49" y="57"/>
                    </a:cubicBezTo>
                    <a:cubicBezTo>
                      <a:pt x="49" y="34"/>
                      <a:pt x="67" y="17"/>
                      <a:pt x="93" y="17"/>
                    </a:cubicBezTo>
                    <a:cubicBezTo>
                      <a:pt x="112" y="17"/>
                      <a:pt x="130" y="25"/>
                      <a:pt x="145" y="41"/>
                    </a:cubicBezTo>
                    <a:cubicBezTo>
                      <a:pt x="158" y="54"/>
                      <a:pt x="164" y="65"/>
                      <a:pt x="170" y="90"/>
                    </a:cubicBezTo>
                    <a:lnTo>
                      <a:pt x="181" y="90"/>
                    </a:lnTo>
                    <a:lnTo>
                      <a:pt x="172" y="0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95" name="Freeform 58">
                <a:extLst>
                  <a:ext uri="{FF2B5EF4-FFF2-40B4-BE49-F238E27FC236}">
                    <a16:creationId xmlns:a16="http://schemas.microsoft.com/office/drawing/2014/main" id="{EED9BAD6-C85B-43B7-86D8-ECCBAC106680}"/>
                  </a:ext>
                </a:extLst>
              </p:cNvPr>
              <p:cNvSpPr>
                <a:spLocks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2668588" y="3563938"/>
                <a:ext cx="36513" cy="46038"/>
              </a:xfrm>
              <a:custGeom>
                <a:avLst/>
                <a:gdLst>
                  <a:gd name="T0" fmla="*/ 158 w 164"/>
                  <a:gd name="T1" fmla="*/ 128 h 198"/>
                  <a:gd name="T2" fmla="*/ 99 w 164"/>
                  <a:gd name="T3" fmla="*/ 168 h 198"/>
                  <a:gd name="T4" fmla="*/ 33 w 164"/>
                  <a:gd name="T5" fmla="*/ 85 h 198"/>
                  <a:gd name="T6" fmla="*/ 91 w 164"/>
                  <a:gd name="T7" fmla="*/ 12 h 198"/>
                  <a:gd name="T8" fmla="*/ 116 w 164"/>
                  <a:gd name="T9" fmla="*/ 32 h 198"/>
                  <a:gd name="T10" fmla="*/ 118 w 164"/>
                  <a:gd name="T11" fmla="*/ 41 h 198"/>
                  <a:gd name="T12" fmla="*/ 138 w 164"/>
                  <a:gd name="T13" fmla="*/ 61 h 198"/>
                  <a:gd name="T14" fmla="*/ 158 w 164"/>
                  <a:gd name="T15" fmla="*/ 43 h 198"/>
                  <a:gd name="T16" fmla="*/ 93 w 164"/>
                  <a:gd name="T17" fmla="*/ 0 h 198"/>
                  <a:gd name="T18" fmla="*/ 34 w 164"/>
                  <a:gd name="T19" fmla="*/ 23 h 198"/>
                  <a:gd name="T20" fmla="*/ 0 w 164"/>
                  <a:gd name="T21" fmla="*/ 104 h 198"/>
                  <a:gd name="T22" fmla="*/ 81 w 164"/>
                  <a:gd name="T23" fmla="*/ 198 h 198"/>
                  <a:gd name="T24" fmla="*/ 132 w 164"/>
                  <a:gd name="T25" fmla="*/ 179 h 198"/>
                  <a:gd name="T26" fmla="*/ 164 w 164"/>
                  <a:gd name="T27" fmla="*/ 132 h 198"/>
                  <a:gd name="T28" fmla="*/ 158 w 164"/>
                  <a:gd name="T29" fmla="*/ 128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4" h="198">
                    <a:moveTo>
                      <a:pt x="158" y="128"/>
                    </a:moveTo>
                    <a:cubicBezTo>
                      <a:pt x="138" y="158"/>
                      <a:pt x="123" y="168"/>
                      <a:pt x="99" y="168"/>
                    </a:cubicBezTo>
                    <a:cubicBezTo>
                      <a:pt x="60" y="168"/>
                      <a:pt x="33" y="134"/>
                      <a:pt x="33" y="85"/>
                    </a:cubicBezTo>
                    <a:cubicBezTo>
                      <a:pt x="33" y="42"/>
                      <a:pt x="56" y="12"/>
                      <a:pt x="91" y="12"/>
                    </a:cubicBezTo>
                    <a:cubicBezTo>
                      <a:pt x="106" y="12"/>
                      <a:pt x="111" y="16"/>
                      <a:pt x="116" y="32"/>
                    </a:cubicBezTo>
                    <a:lnTo>
                      <a:pt x="118" y="41"/>
                    </a:lnTo>
                    <a:cubicBezTo>
                      <a:pt x="122" y="53"/>
                      <a:pt x="129" y="61"/>
                      <a:pt x="138" y="61"/>
                    </a:cubicBezTo>
                    <a:cubicBezTo>
                      <a:pt x="149" y="61"/>
                      <a:pt x="158" y="53"/>
                      <a:pt x="158" y="43"/>
                    </a:cubicBezTo>
                    <a:cubicBezTo>
                      <a:pt x="158" y="19"/>
                      <a:pt x="129" y="0"/>
                      <a:pt x="93" y="0"/>
                    </a:cubicBezTo>
                    <a:cubicBezTo>
                      <a:pt x="72" y="0"/>
                      <a:pt x="51" y="8"/>
                      <a:pt x="34" y="23"/>
                    </a:cubicBezTo>
                    <a:cubicBezTo>
                      <a:pt x="12" y="42"/>
                      <a:pt x="0" y="71"/>
                      <a:pt x="0" y="104"/>
                    </a:cubicBezTo>
                    <a:cubicBezTo>
                      <a:pt x="0" y="159"/>
                      <a:pt x="34" y="198"/>
                      <a:pt x="81" y="198"/>
                    </a:cubicBezTo>
                    <a:cubicBezTo>
                      <a:pt x="100" y="198"/>
                      <a:pt x="117" y="192"/>
                      <a:pt x="132" y="179"/>
                    </a:cubicBezTo>
                    <a:cubicBezTo>
                      <a:pt x="144" y="168"/>
                      <a:pt x="152" y="157"/>
                      <a:pt x="164" y="132"/>
                    </a:cubicBezTo>
                    <a:lnTo>
                      <a:pt x="158" y="128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96" name="Freeform 59">
                <a:extLst>
                  <a:ext uri="{FF2B5EF4-FFF2-40B4-BE49-F238E27FC236}">
                    <a16:creationId xmlns:a16="http://schemas.microsoft.com/office/drawing/2014/main" id="{B9461E18-FE96-465A-9727-A0831FDDD251}"/>
                  </a:ext>
                </a:extLst>
              </p:cNvPr>
              <p:cNvSpPr>
                <a:spLocks noEditPoint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2711450" y="3563938"/>
                <a:ext cx="41275" cy="46038"/>
              </a:xfrm>
              <a:custGeom>
                <a:avLst/>
                <a:gdLst>
                  <a:gd name="T0" fmla="*/ 94 w 187"/>
                  <a:gd name="T1" fmla="*/ 0 h 198"/>
                  <a:gd name="T2" fmla="*/ 0 w 187"/>
                  <a:gd name="T3" fmla="*/ 99 h 198"/>
                  <a:gd name="T4" fmla="*/ 93 w 187"/>
                  <a:gd name="T5" fmla="*/ 198 h 198"/>
                  <a:gd name="T6" fmla="*/ 187 w 187"/>
                  <a:gd name="T7" fmla="*/ 95 h 198"/>
                  <a:gd name="T8" fmla="*/ 94 w 187"/>
                  <a:gd name="T9" fmla="*/ 0 h 198"/>
                  <a:gd name="T10" fmla="*/ 88 w 187"/>
                  <a:gd name="T11" fmla="*/ 11 h 198"/>
                  <a:gd name="T12" fmla="*/ 149 w 187"/>
                  <a:gd name="T13" fmla="*/ 110 h 198"/>
                  <a:gd name="T14" fmla="*/ 98 w 187"/>
                  <a:gd name="T15" fmla="*/ 187 h 198"/>
                  <a:gd name="T16" fmla="*/ 57 w 187"/>
                  <a:gd name="T17" fmla="*/ 159 h 198"/>
                  <a:gd name="T18" fmla="*/ 38 w 187"/>
                  <a:gd name="T19" fmla="*/ 78 h 198"/>
                  <a:gd name="T20" fmla="*/ 88 w 187"/>
                  <a:gd name="T21" fmla="*/ 11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7" h="198">
                    <a:moveTo>
                      <a:pt x="94" y="0"/>
                    </a:moveTo>
                    <a:cubicBezTo>
                      <a:pt x="39" y="0"/>
                      <a:pt x="0" y="40"/>
                      <a:pt x="0" y="99"/>
                    </a:cubicBezTo>
                    <a:cubicBezTo>
                      <a:pt x="0" y="156"/>
                      <a:pt x="40" y="198"/>
                      <a:pt x="93" y="198"/>
                    </a:cubicBezTo>
                    <a:cubicBezTo>
                      <a:pt x="146" y="198"/>
                      <a:pt x="187" y="154"/>
                      <a:pt x="187" y="95"/>
                    </a:cubicBezTo>
                    <a:cubicBezTo>
                      <a:pt x="187" y="40"/>
                      <a:pt x="148" y="0"/>
                      <a:pt x="94" y="0"/>
                    </a:cubicBezTo>
                    <a:close/>
                    <a:moveTo>
                      <a:pt x="88" y="11"/>
                    </a:moveTo>
                    <a:cubicBezTo>
                      <a:pt x="124" y="11"/>
                      <a:pt x="149" y="52"/>
                      <a:pt x="149" y="110"/>
                    </a:cubicBezTo>
                    <a:cubicBezTo>
                      <a:pt x="149" y="158"/>
                      <a:pt x="130" y="187"/>
                      <a:pt x="98" y="187"/>
                    </a:cubicBezTo>
                    <a:cubicBezTo>
                      <a:pt x="81" y="187"/>
                      <a:pt x="66" y="176"/>
                      <a:pt x="57" y="159"/>
                    </a:cubicBezTo>
                    <a:cubicBezTo>
                      <a:pt x="45" y="137"/>
                      <a:pt x="38" y="108"/>
                      <a:pt x="38" y="78"/>
                    </a:cubicBezTo>
                    <a:cubicBezTo>
                      <a:pt x="38" y="38"/>
                      <a:pt x="58" y="11"/>
                      <a:pt x="88" y="11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97" name="Freeform 60">
                <a:extLst>
                  <a:ext uri="{FF2B5EF4-FFF2-40B4-BE49-F238E27FC236}">
                    <a16:creationId xmlns:a16="http://schemas.microsoft.com/office/drawing/2014/main" id="{8870551B-EBDC-4DD5-8AA9-6D98F54F6F44}"/>
                  </a:ext>
                </a:extLst>
              </p:cNvPr>
              <p:cNvSpPr>
                <a:spLocks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2757488" y="3563938"/>
                <a:ext cx="30163" cy="44450"/>
              </a:xfrm>
              <a:custGeom>
                <a:avLst/>
                <a:gdLst>
                  <a:gd name="T0" fmla="*/ 1 w 139"/>
                  <a:gd name="T1" fmla="*/ 29 h 194"/>
                  <a:gd name="T2" fmla="*/ 15 w 139"/>
                  <a:gd name="T3" fmla="*/ 27 h 194"/>
                  <a:gd name="T4" fmla="*/ 30 w 139"/>
                  <a:gd name="T5" fmla="*/ 53 h 194"/>
                  <a:gd name="T6" fmla="*/ 30 w 139"/>
                  <a:gd name="T7" fmla="*/ 159 h 194"/>
                  <a:gd name="T8" fmla="*/ 0 w 139"/>
                  <a:gd name="T9" fmla="*/ 188 h 194"/>
                  <a:gd name="T10" fmla="*/ 0 w 139"/>
                  <a:gd name="T11" fmla="*/ 194 h 194"/>
                  <a:gd name="T12" fmla="*/ 101 w 139"/>
                  <a:gd name="T13" fmla="*/ 194 h 194"/>
                  <a:gd name="T14" fmla="*/ 101 w 139"/>
                  <a:gd name="T15" fmla="*/ 188 h 194"/>
                  <a:gd name="T16" fmla="*/ 65 w 139"/>
                  <a:gd name="T17" fmla="*/ 156 h 194"/>
                  <a:gd name="T18" fmla="*/ 65 w 139"/>
                  <a:gd name="T19" fmla="*/ 61 h 194"/>
                  <a:gd name="T20" fmla="*/ 95 w 139"/>
                  <a:gd name="T21" fmla="*/ 26 h 194"/>
                  <a:gd name="T22" fmla="*/ 106 w 139"/>
                  <a:gd name="T23" fmla="*/ 33 h 194"/>
                  <a:gd name="T24" fmla="*/ 123 w 139"/>
                  <a:gd name="T25" fmla="*/ 41 h 194"/>
                  <a:gd name="T26" fmla="*/ 139 w 139"/>
                  <a:gd name="T27" fmla="*/ 22 h 194"/>
                  <a:gd name="T28" fmla="*/ 116 w 139"/>
                  <a:gd name="T29" fmla="*/ 0 h 194"/>
                  <a:gd name="T30" fmla="*/ 65 w 139"/>
                  <a:gd name="T31" fmla="*/ 39 h 194"/>
                  <a:gd name="T32" fmla="*/ 65 w 139"/>
                  <a:gd name="T33" fmla="*/ 0 h 194"/>
                  <a:gd name="T34" fmla="*/ 63 w 139"/>
                  <a:gd name="T35" fmla="*/ 0 h 194"/>
                  <a:gd name="T36" fmla="*/ 1 w 139"/>
                  <a:gd name="T37" fmla="*/ 22 h 194"/>
                  <a:gd name="T38" fmla="*/ 1 w 139"/>
                  <a:gd name="T39" fmla="*/ 29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39" h="194">
                    <a:moveTo>
                      <a:pt x="1" y="29"/>
                    </a:moveTo>
                    <a:cubicBezTo>
                      <a:pt x="6" y="28"/>
                      <a:pt x="10" y="27"/>
                      <a:pt x="15" y="27"/>
                    </a:cubicBezTo>
                    <a:cubicBezTo>
                      <a:pt x="26" y="27"/>
                      <a:pt x="30" y="34"/>
                      <a:pt x="30" y="53"/>
                    </a:cubicBezTo>
                    <a:lnTo>
                      <a:pt x="30" y="159"/>
                    </a:lnTo>
                    <a:cubicBezTo>
                      <a:pt x="30" y="180"/>
                      <a:pt x="27" y="183"/>
                      <a:pt x="0" y="188"/>
                    </a:cubicBezTo>
                    <a:lnTo>
                      <a:pt x="0" y="194"/>
                    </a:lnTo>
                    <a:lnTo>
                      <a:pt x="101" y="194"/>
                    </a:lnTo>
                    <a:lnTo>
                      <a:pt x="101" y="188"/>
                    </a:lnTo>
                    <a:cubicBezTo>
                      <a:pt x="72" y="187"/>
                      <a:pt x="65" y="180"/>
                      <a:pt x="65" y="156"/>
                    </a:cubicBezTo>
                    <a:lnTo>
                      <a:pt x="65" y="61"/>
                    </a:lnTo>
                    <a:cubicBezTo>
                      <a:pt x="65" y="47"/>
                      <a:pt x="83" y="26"/>
                      <a:pt x="95" y="26"/>
                    </a:cubicBezTo>
                    <a:cubicBezTo>
                      <a:pt x="97" y="26"/>
                      <a:pt x="101" y="28"/>
                      <a:pt x="106" y="33"/>
                    </a:cubicBezTo>
                    <a:cubicBezTo>
                      <a:pt x="113" y="38"/>
                      <a:pt x="117" y="41"/>
                      <a:pt x="123" y="41"/>
                    </a:cubicBezTo>
                    <a:cubicBezTo>
                      <a:pt x="133" y="41"/>
                      <a:pt x="139" y="34"/>
                      <a:pt x="139" y="22"/>
                    </a:cubicBezTo>
                    <a:cubicBezTo>
                      <a:pt x="139" y="8"/>
                      <a:pt x="130" y="0"/>
                      <a:pt x="116" y="0"/>
                    </a:cubicBezTo>
                    <a:cubicBezTo>
                      <a:pt x="98" y="0"/>
                      <a:pt x="86" y="9"/>
                      <a:pt x="65" y="39"/>
                    </a:cubicBezTo>
                    <a:lnTo>
                      <a:pt x="65" y="0"/>
                    </a:lnTo>
                    <a:lnTo>
                      <a:pt x="63" y="0"/>
                    </a:lnTo>
                    <a:cubicBezTo>
                      <a:pt x="41" y="9"/>
                      <a:pt x="26" y="14"/>
                      <a:pt x="1" y="22"/>
                    </a:cubicBezTo>
                    <a:lnTo>
                      <a:pt x="1" y="29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98" name="Freeform 61">
                <a:extLst>
                  <a:ext uri="{FF2B5EF4-FFF2-40B4-BE49-F238E27FC236}">
                    <a16:creationId xmlns:a16="http://schemas.microsoft.com/office/drawing/2014/main" id="{2AD2CA63-9EA0-4470-861C-43F046B33C25}"/>
                  </a:ext>
                </a:extLst>
              </p:cNvPr>
              <p:cNvSpPr>
                <a:spLocks noEditPoint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2790825" y="3563938"/>
                <a:ext cx="38100" cy="46038"/>
              </a:xfrm>
              <a:custGeom>
                <a:avLst/>
                <a:gdLst>
                  <a:gd name="T0" fmla="*/ 162 w 169"/>
                  <a:gd name="T1" fmla="*/ 125 h 198"/>
                  <a:gd name="T2" fmla="*/ 97 w 169"/>
                  <a:gd name="T3" fmla="*/ 169 h 198"/>
                  <a:gd name="T4" fmla="*/ 42 w 169"/>
                  <a:gd name="T5" fmla="*/ 133 h 198"/>
                  <a:gd name="T6" fmla="*/ 31 w 169"/>
                  <a:gd name="T7" fmla="*/ 77 h 198"/>
                  <a:gd name="T8" fmla="*/ 161 w 169"/>
                  <a:gd name="T9" fmla="*/ 77 h 198"/>
                  <a:gd name="T10" fmla="*/ 143 w 169"/>
                  <a:gd name="T11" fmla="*/ 24 h 198"/>
                  <a:gd name="T12" fmla="*/ 89 w 169"/>
                  <a:gd name="T13" fmla="*/ 0 h 198"/>
                  <a:gd name="T14" fmla="*/ 31 w 169"/>
                  <a:gd name="T15" fmla="*/ 22 h 198"/>
                  <a:gd name="T16" fmla="*/ 0 w 169"/>
                  <a:gd name="T17" fmla="*/ 104 h 198"/>
                  <a:gd name="T18" fmla="*/ 79 w 169"/>
                  <a:gd name="T19" fmla="*/ 198 h 198"/>
                  <a:gd name="T20" fmla="*/ 169 w 169"/>
                  <a:gd name="T21" fmla="*/ 128 h 198"/>
                  <a:gd name="T22" fmla="*/ 162 w 169"/>
                  <a:gd name="T23" fmla="*/ 125 h 198"/>
                  <a:gd name="T24" fmla="*/ 31 w 169"/>
                  <a:gd name="T25" fmla="*/ 63 h 198"/>
                  <a:gd name="T26" fmla="*/ 76 w 169"/>
                  <a:gd name="T27" fmla="*/ 15 h 198"/>
                  <a:gd name="T28" fmla="*/ 118 w 169"/>
                  <a:gd name="T29" fmla="*/ 63 h 198"/>
                  <a:gd name="T30" fmla="*/ 31 w 169"/>
                  <a:gd name="T31" fmla="*/ 63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69" h="198">
                    <a:moveTo>
                      <a:pt x="162" y="125"/>
                    </a:moveTo>
                    <a:cubicBezTo>
                      <a:pt x="142" y="157"/>
                      <a:pt x="124" y="169"/>
                      <a:pt x="97" y="169"/>
                    </a:cubicBezTo>
                    <a:cubicBezTo>
                      <a:pt x="73" y="169"/>
                      <a:pt x="54" y="157"/>
                      <a:pt x="42" y="133"/>
                    </a:cubicBezTo>
                    <a:cubicBezTo>
                      <a:pt x="34" y="117"/>
                      <a:pt x="31" y="103"/>
                      <a:pt x="31" y="77"/>
                    </a:cubicBezTo>
                    <a:lnTo>
                      <a:pt x="161" y="77"/>
                    </a:lnTo>
                    <a:cubicBezTo>
                      <a:pt x="158" y="49"/>
                      <a:pt x="153" y="37"/>
                      <a:pt x="143" y="24"/>
                    </a:cubicBezTo>
                    <a:cubicBezTo>
                      <a:pt x="130" y="8"/>
                      <a:pt x="111" y="0"/>
                      <a:pt x="89" y="0"/>
                    </a:cubicBezTo>
                    <a:cubicBezTo>
                      <a:pt x="67" y="0"/>
                      <a:pt x="48" y="7"/>
                      <a:pt x="31" y="22"/>
                    </a:cubicBezTo>
                    <a:cubicBezTo>
                      <a:pt x="12" y="39"/>
                      <a:pt x="0" y="69"/>
                      <a:pt x="0" y="104"/>
                    </a:cubicBezTo>
                    <a:cubicBezTo>
                      <a:pt x="0" y="162"/>
                      <a:pt x="31" y="198"/>
                      <a:pt x="79" y="198"/>
                    </a:cubicBezTo>
                    <a:cubicBezTo>
                      <a:pt x="120" y="198"/>
                      <a:pt x="151" y="173"/>
                      <a:pt x="169" y="128"/>
                    </a:cubicBezTo>
                    <a:lnTo>
                      <a:pt x="162" y="125"/>
                    </a:lnTo>
                    <a:close/>
                    <a:moveTo>
                      <a:pt x="31" y="63"/>
                    </a:moveTo>
                    <a:cubicBezTo>
                      <a:pt x="36" y="30"/>
                      <a:pt x="51" y="15"/>
                      <a:pt x="76" y="15"/>
                    </a:cubicBezTo>
                    <a:cubicBezTo>
                      <a:pt x="102" y="15"/>
                      <a:pt x="112" y="27"/>
                      <a:pt x="118" y="63"/>
                    </a:cubicBezTo>
                    <a:lnTo>
                      <a:pt x="31" y="63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99" name="Freeform 62">
                <a:extLst>
                  <a:ext uri="{FF2B5EF4-FFF2-40B4-BE49-F238E27FC236}">
                    <a16:creationId xmlns:a16="http://schemas.microsoft.com/office/drawing/2014/main" id="{DBB9803E-0DDC-4218-8595-215DEB6CF3E8}"/>
                  </a:ext>
                </a:extLst>
              </p:cNvPr>
              <p:cNvSpPr>
                <a:spLocks noEditPoint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2857500" y="3570288"/>
                <a:ext cx="50800" cy="39688"/>
              </a:xfrm>
              <a:custGeom>
                <a:avLst/>
                <a:gdLst>
                  <a:gd name="T0" fmla="*/ 202 w 223"/>
                  <a:gd name="T1" fmla="*/ 27 h 176"/>
                  <a:gd name="T2" fmla="*/ 217 w 223"/>
                  <a:gd name="T3" fmla="*/ 24 h 176"/>
                  <a:gd name="T4" fmla="*/ 223 w 223"/>
                  <a:gd name="T5" fmla="*/ 12 h 176"/>
                  <a:gd name="T6" fmla="*/ 206 w 223"/>
                  <a:gd name="T7" fmla="*/ 0 h 176"/>
                  <a:gd name="T8" fmla="*/ 108 w 223"/>
                  <a:gd name="T9" fmla="*/ 0 h 176"/>
                  <a:gd name="T10" fmla="*/ 0 w 223"/>
                  <a:gd name="T11" fmla="*/ 112 h 176"/>
                  <a:gd name="T12" fmla="*/ 65 w 223"/>
                  <a:gd name="T13" fmla="*/ 176 h 176"/>
                  <a:gd name="T14" fmla="*/ 169 w 223"/>
                  <a:gd name="T15" fmla="*/ 69 h 176"/>
                  <a:gd name="T16" fmla="*/ 158 w 223"/>
                  <a:gd name="T17" fmla="*/ 27 h 176"/>
                  <a:gd name="T18" fmla="*/ 202 w 223"/>
                  <a:gd name="T19" fmla="*/ 27 h 176"/>
                  <a:gd name="T20" fmla="*/ 65 w 223"/>
                  <a:gd name="T21" fmla="*/ 165 h 176"/>
                  <a:gd name="T22" fmla="*/ 28 w 223"/>
                  <a:gd name="T23" fmla="*/ 123 h 176"/>
                  <a:gd name="T24" fmla="*/ 102 w 223"/>
                  <a:gd name="T25" fmla="*/ 27 h 176"/>
                  <a:gd name="T26" fmla="*/ 140 w 223"/>
                  <a:gd name="T27" fmla="*/ 65 h 176"/>
                  <a:gd name="T28" fmla="*/ 65 w 223"/>
                  <a:gd name="T29" fmla="*/ 165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3" h="176">
                    <a:moveTo>
                      <a:pt x="202" y="27"/>
                    </a:moveTo>
                    <a:cubicBezTo>
                      <a:pt x="209" y="27"/>
                      <a:pt x="212" y="27"/>
                      <a:pt x="217" y="24"/>
                    </a:cubicBezTo>
                    <a:cubicBezTo>
                      <a:pt x="221" y="20"/>
                      <a:pt x="223" y="14"/>
                      <a:pt x="223" y="12"/>
                    </a:cubicBezTo>
                    <a:cubicBezTo>
                      <a:pt x="223" y="0"/>
                      <a:pt x="213" y="0"/>
                      <a:pt x="206" y="0"/>
                    </a:cubicBezTo>
                    <a:lnTo>
                      <a:pt x="108" y="0"/>
                    </a:lnTo>
                    <a:cubicBezTo>
                      <a:pt x="47" y="0"/>
                      <a:pt x="0" y="63"/>
                      <a:pt x="0" y="112"/>
                    </a:cubicBezTo>
                    <a:cubicBezTo>
                      <a:pt x="0" y="151"/>
                      <a:pt x="28" y="176"/>
                      <a:pt x="65" y="176"/>
                    </a:cubicBezTo>
                    <a:cubicBezTo>
                      <a:pt x="115" y="176"/>
                      <a:pt x="169" y="128"/>
                      <a:pt x="169" y="69"/>
                    </a:cubicBezTo>
                    <a:cubicBezTo>
                      <a:pt x="169" y="47"/>
                      <a:pt x="162" y="34"/>
                      <a:pt x="158" y="27"/>
                    </a:cubicBezTo>
                    <a:lnTo>
                      <a:pt x="202" y="27"/>
                    </a:lnTo>
                    <a:close/>
                    <a:moveTo>
                      <a:pt x="65" y="165"/>
                    </a:moveTo>
                    <a:cubicBezTo>
                      <a:pt x="45" y="165"/>
                      <a:pt x="28" y="152"/>
                      <a:pt x="28" y="123"/>
                    </a:cubicBezTo>
                    <a:cubicBezTo>
                      <a:pt x="28" y="106"/>
                      <a:pt x="38" y="27"/>
                      <a:pt x="102" y="27"/>
                    </a:cubicBezTo>
                    <a:cubicBezTo>
                      <a:pt x="140" y="27"/>
                      <a:pt x="140" y="56"/>
                      <a:pt x="140" y="65"/>
                    </a:cubicBezTo>
                    <a:cubicBezTo>
                      <a:pt x="140" y="106"/>
                      <a:pt x="112" y="165"/>
                      <a:pt x="65" y="165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0" name="Freeform 63">
                <a:extLst>
                  <a:ext uri="{FF2B5EF4-FFF2-40B4-BE49-F238E27FC236}">
                    <a16:creationId xmlns:a16="http://schemas.microsoft.com/office/drawing/2014/main" id="{3CECD517-2A89-4B70-B168-50882FC0D129}"/>
                  </a:ext>
                </a:extLst>
              </p:cNvPr>
              <p:cNvSpPr>
                <a:spLocks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3592513" y="3533775"/>
                <a:ext cx="42863" cy="66675"/>
              </a:xfrm>
              <a:custGeom>
                <a:avLst/>
                <a:gdLst>
                  <a:gd name="T0" fmla="*/ 171 w 190"/>
                  <a:gd name="T1" fmla="*/ 0 h 292"/>
                  <a:gd name="T2" fmla="*/ 162 w 190"/>
                  <a:gd name="T3" fmla="*/ 0 h 292"/>
                  <a:gd name="T4" fmla="*/ 149 w 190"/>
                  <a:gd name="T5" fmla="*/ 15 h 292"/>
                  <a:gd name="T6" fmla="*/ 130 w 190"/>
                  <a:gd name="T7" fmla="*/ 10 h 292"/>
                  <a:gd name="T8" fmla="*/ 85 w 190"/>
                  <a:gd name="T9" fmla="*/ 0 h 292"/>
                  <a:gd name="T10" fmla="*/ 34 w 190"/>
                  <a:gd name="T11" fmla="*/ 20 h 292"/>
                  <a:gd name="T12" fmla="*/ 12 w 190"/>
                  <a:gd name="T13" fmla="*/ 73 h 292"/>
                  <a:gd name="T14" fmla="*/ 78 w 190"/>
                  <a:gd name="T15" fmla="*/ 155 h 292"/>
                  <a:gd name="T16" fmla="*/ 141 w 190"/>
                  <a:gd name="T17" fmla="*/ 205 h 292"/>
                  <a:gd name="T18" fmla="*/ 147 w 190"/>
                  <a:gd name="T19" fmla="*/ 229 h 292"/>
                  <a:gd name="T20" fmla="*/ 95 w 190"/>
                  <a:gd name="T21" fmla="*/ 277 h 292"/>
                  <a:gd name="T22" fmla="*/ 9 w 190"/>
                  <a:gd name="T23" fmla="*/ 202 h 292"/>
                  <a:gd name="T24" fmla="*/ 0 w 190"/>
                  <a:gd name="T25" fmla="*/ 202 h 292"/>
                  <a:gd name="T26" fmla="*/ 12 w 190"/>
                  <a:gd name="T27" fmla="*/ 292 h 292"/>
                  <a:gd name="T28" fmla="*/ 22 w 190"/>
                  <a:gd name="T29" fmla="*/ 292 h 292"/>
                  <a:gd name="T30" fmla="*/ 33 w 190"/>
                  <a:gd name="T31" fmla="*/ 278 h 292"/>
                  <a:gd name="T32" fmla="*/ 53 w 190"/>
                  <a:gd name="T33" fmla="*/ 283 h 292"/>
                  <a:gd name="T34" fmla="*/ 103 w 190"/>
                  <a:gd name="T35" fmla="*/ 292 h 292"/>
                  <a:gd name="T36" fmla="*/ 190 w 190"/>
                  <a:gd name="T37" fmla="*/ 215 h 292"/>
                  <a:gd name="T38" fmla="*/ 110 w 190"/>
                  <a:gd name="T39" fmla="*/ 123 h 292"/>
                  <a:gd name="T40" fmla="*/ 48 w 190"/>
                  <a:gd name="T41" fmla="*/ 57 h 292"/>
                  <a:gd name="T42" fmla="*/ 92 w 190"/>
                  <a:gd name="T43" fmla="*/ 18 h 292"/>
                  <a:gd name="T44" fmla="*/ 144 w 190"/>
                  <a:gd name="T45" fmla="*/ 41 h 292"/>
                  <a:gd name="T46" fmla="*/ 170 w 190"/>
                  <a:gd name="T47" fmla="*/ 90 h 292"/>
                  <a:gd name="T48" fmla="*/ 180 w 190"/>
                  <a:gd name="T49" fmla="*/ 90 h 292"/>
                  <a:gd name="T50" fmla="*/ 171 w 190"/>
                  <a:gd name="T51" fmla="*/ 0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90" h="292">
                    <a:moveTo>
                      <a:pt x="171" y="0"/>
                    </a:moveTo>
                    <a:lnTo>
                      <a:pt x="162" y="0"/>
                    </a:lnTo>
                    <a:cubicBezTo>
                      <a:pt x="160" y="10"/>
                      <a:pt x="156" y="15"/>
                      <a:pt x="149" y="15"/>
                    </a:cubicBezTo>
                    <a:cubicBezTo>
                      <a:pt x="144" y="15"/>
                      <a:pt x="137" y="13"/>
                      <a:pt x="130" y="10"/>
                    </a:cubicBezTo>
                    <a:cubicBezTo>
                      <a:pt x="114" y="4"/>
                      <a:pt x="99" y="0"/>
                      <a:pt x="85" y="0"/>
                    </a:cubicBezTo>
                    <a:cubicBezTo>
                      <a:pt x="67" y="0"/>
                      <a:pt x="48" y="7"/>
                      <a:pt x="34" y="20"/>
                    </a:cubicBezTo>
                    <a:cubicBezTo>
                      <a:pt x="19" y="33"/>
                      <a:pt x="12" y="51"/>
                      <a:pt x="12" y="73"/>
                    </a:cubicBezTo>
                    <a:cubicBezTo>
                      <a:pt x="12" y="107"/>
                      <a:pt x="30" y="130"/>
                      <a:pt x="78" y="155"/>
                    </a:cubicBezTo>
                    <a:cubicBezTo>
                      <a:pt x="108" y="171"/>
                      <a:pt x="130" y="189"/>
                      <a:pt x="141" y="205"/>
                    </a:cubicBezTo>
                    <a:cubicBezTo>
                      <a:pt x="145" y="210"/>
                      <a:pt x="147" y="219"/>
                      <a:pt x="147" y="229"/>
                    </a:cubicBezTo>
                    <a:cubicBezTo>
                      <a:pt x="147" y="258"/>
                      <a:pt x="126" y="277"/>
                      <a:pt x="95" y="277"/>
                    </a:cubicBezTo>
                    <a:cubicBezTo>
                      <a:pt x="57" y="277"/>
                      <a:pt x="30" y="254"/>
                      <a:pt x="9" y="202"/>
                    </a:cubicBezTo>
                    <a:lnTo>
                      <a:pt x="0" y="202"/>
                    </a:lnTo>
                    <a:lnTo>
                      <a:pt x="12" y="292"/>
                    </a:lnTo>
                    <a:lnTo>
                      <a:pt x="22" y="292"/>
                    </a:lnTo>
                    <a:cubicBezTo>
                      <a:pt x="22" y="284"/>
                      <a:pt x="27" y="278"/>
                      <a:pt x="33" y="278"/>
                    </a:cubicBezTo>
                    <a:cubicBezTo>
                      <a:pt x="38" y="278"/>
                      <a:pt x="45" y="280"/>
                      <a:pt x="53" y="283"/>
                    </a:cubicBezTo>
                    <a:cubicBezTo>
                      <a:pt x="69" y="289"/>
                      <a:pt x="86" y="292"/>
                      <a:pt x="103" y="292"/>
                    </a:cubicBezTo>
                    <a:cubicBezTo>
                      <a:pt x="152" y="292"/>
                      <a:pt x="190" y="259"/>
                      <a:pt x="190" y="215"/>
                    </a:cubicBezTo>
                    <a:cubicBezTo>
                      <a:pt x="190" y="181"/>
                      <a:pt x="166" y="153"/>
                      <a:pt x="110" y="123"/>
                    </a:cubicBezTo>
                    <a:cubicBezTo>
                      <a:pt x="66" y="98"/>
                      <a:pt x="48" y="80"/>
                      <a:pt x="48" y="57"/>
                    </a:cubicBezTo>
                    <a:cubicBezTo>
                      <a:pt x="48" y="34"/>
                      <a:pt x="66" y="18"/>
                      <a:pt x="92" y="18"/>
                    </a:cubicBezTo>
                    <a:cubicBezTo>
                      <a:pt x="111" y="18"/>
                      <a:pt x="129" y="26"/>
                      <a:pt x="144" y="41"/>
                    </a:cubicBezTo>
                    <a:cubicBezTo>
                      <a:pt x="157" y="54"/>
                      <a:pt x="163" y="65"/>
                      <a:pt x="170" y="90"/>
                    </a:cubicBezTo>
                    <a:lnTo>
                      <a:pt x="180" y="90"/>
                    </a:lnTo>
                    <a:lnTo>
                      <a:pt x="171" y="0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1" name="Freeform 64">
                <a:extLst>
                  <a:ext uri="{FF2B5EF4-FFF2-40B4-BE49-F238E27FC236}">
                    <a16:creationId xmlns:a16="http://schemas.microsoft.com/office/drawing/2014/main" id="{FD222CC3-EAA8-4561-AB8E-0ABAA83F1689}"/>
                  </a:ext>
                </a:extLst>
              </p:cNvPr>
              <p:cNvSpPr>
                <a:spLocks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3643313" y="3556000"/>
                <a:ext cx="44450" cy="44450"/>
              </a:xfrm>
              <a:custGeom>
                <a:avLst/>
                <a:gdLst>
                  <a:gd name="T0" fmla="*/ 199 w 199"/>
                  <a:gd name="T1" fmla="*/ 169 h 195"/>
                  <a:gd name="T2" fmla="*/ 197 w 199"/>
                  <a:gd name="T3" fmla="*/ 169 h 195"/>
                  <a:gd name="T4" fmla="*/ 173 w 199"/>
                  <a:gd name="T5" fmla="*/ 145 h 195"/>
                  <a:gd name="T6" fmla="*/ 173 w 199"/>
                  <a:gd name="T7" fmla="*/ 0 h 195"/>
                  <a:gd name="T8" fmla="*/ 106 w 199"/>
                  <a:gd name="T9" fmla="*/ 0 h 195"/>
                  <a:gd name="T10" fmla="*/ 106 w 199"/>
                  <a:gd name="T11" fmla="*/ 7 h 195"/>
                  <a:gd name="T12" fmla="*/ 137 w 199"/>
                  <a:gd name="T13" fmla="*/ 34 h 195"/>
                  <a:gd name="T14" fmla="*/ 137 w 199"/>
                  <a:gd name="T15" fmla="*/ 133 h 195"/>
                  <a:gd name="T16" fmla="*/ 129 w 199"/>
                  <a:gd name="T17" fmla="*/ 156 h 195"/>
                  <a:gd name="T18" fmla="*/ 92 w 199"/>
                  <a:gd name="T19" fmla="*/ 170 h 195"/>
                  <a:gd name="T20" fmla="*/ 62 w 199"/>
                  <a:gd name="T21" fmla="*/ 138 h 195"/>
                  <a:gd name="T22" fmla="*/ 62 w 199"/>
                  <a:gd name="T23" fmla="*/ 0 h 195"/>
                  <a:gd name="T24" fmla="*/ 0 w 199"/>
                  <a:gd name="T25" fmla="*/ 0 h 195"/>
                  <a:gd name="T26" fmla="*/ 0 w 199"/>
                  <a:gd name="T27" fmla="*/ 6 h 195"/>
                  <a:gd name="T28" fmla="*/ 26 w 199"/>
                  <a:gd name="T29" fmla="*/ 33 h 195"/>
                  <a:gd name="T30" fmla="*/ 26 w 199"/>
                  <a:gd name="T31" fmla="*/ 140 h 195"/>
                  <a:gd name="T32" fmla="*/ 77 w 199"/>
                  <a:gd name="T33" fmla="*/ 195 h 195"/>
                  <a:gd name="T34" fmla="*/ 121 w 199"/>
                  <a:gd name="T35" fmla="*/ 176 h 195"/>
                  <a:gd name="T36" fmla="*/ 139 w 199"/>
                  <a:gd name="T37" fmla="*/ 158 h 195"/>
                  <a:gd name="T38" fmla="*/ 139 w 199"/>
                  <a:gd name="T39" fmla="*/ 193 h 195"/>
                  <a:gd name="T40" fmla="*/ 141 w 199"/>
                  <a:gd name="T41" fmla="*/ 194 h 195"/>
                  <a:gd name="T42" fmla="*/ 199 w 199"/>
                  <a:gd name="T43" fmla="*/ 175 h 195"/>
                  <a:gd name="T44" fmla="*/ 199 w 199"/>
                  <a:gd name="T45" fmla="*/ 169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9" h="195">
                    <a:moveTo>
                      <a:pt x="199" y="169"/>
                    </a:moveTo>
                    <a:lnTo>
                      <a:pt x="197" y="169"/>
                    </a:lnTo>
                    <a:cubicBezTo>
                      <a:pt x="177" y="169"/>
                      <a:pt x="173" y="165"/>
                      <a:pt x="173" y="145"/>
                    </a:cubicBezTo>
                    <a:lnTo>
                      <a:pt x="173" y="0"/>
                    </a:lnTo>
                    <a:lnTo>
                      <a:pt x="106" y="0"/>
                    </a:lnTo>
                    <a:lnTo>
                      <a:pt x="106" y="7"/>
                    </a:lnTo>
                    <a:cubicBezTo>
                      <a:pt x="132" y="8"/>
                      <a:pt x="137" y="13"/>
                      <a:pt x="137" y="34"/>
                    </a:cubicBezTo>
                    <a:lnTo>
                      <a:pt x="137" y="133"/>
                    </a:lnTo>
                    <a:cubicBezTo>
                      <a:pt x="137" y="145"/>
                      <a:pt x="135" y="151"/>
                      <a:pt x="129" y="156"/>
                    </a:cubicBezTo>
                    <a:cubicBezTo>
                      <a:pt x="117" y="165"/>
                      <a:pt x="104" y="170"/>
                      <a:pt x="92" y="170"/>
                    </a:cubicBezTo>
                    <a:cubicBezTo>
                      <a:pt x="75" y="170"/>
                      <a:pt x="62" y="156"/>
                      <a:pt x="62" y="138"/>
                    </a:cubicBezTo>
                    <a:lnTo>
                      <a:pt x="62" y="0"/>
                    </a:lnTo>
                    <a:lnTo>
                      <a:pt x="0" y="0"/>
                    </a:lnTo>
                    <a:lnTo>
                      <a:pt x="0" y="6"/>
                    </a:lnTo>
                    <a:cubicBezTo>
                      <a:pt x="20" y="7"/>
                      <a:pt x="26" y="13"/>
                      <a:pt x="26" y="33"/>
                    </a:cubicBezTo>
                    <a:lnTo>
                      <a:pt x="26" y="140"/>
                    </a:lnTo>
                    <a:cubicBezTo>
                      <a:pt x="26" y="173"/>
                      <a:pt x="46" y="195"/>
                      <a:pt x="77" y="195"/>
                    </a:cubicBezTo>
                    <a:cubicBezTo>
                      <a:pt x="93" y="195"/>
                      <a:pt x="109" y="188"/>
                      <a:pt x="121" y="176"/>
                    </a:cubicBezTo>
                    <a:lnTo>
                      <a:pt x="139" y="158"/>
                    </a:lnTo>
                    <a:lnTo>
                      <a:pt x="139" y="193"/>
                    </a:lnTo>
                    <a:lnTo>
                      <a:pt x="141" y="194"/>
                    </a:lnTo>
                    <a:cubicBezTo>
                      <a:pt x="162" y="186"/>
                      <a:pt x="177" y="181"/>
                      <a:pt x="199" y="175"/>
                    </a:cubicBezTo>
                    <a:lnTo>
                      <a:pt x="199" y="169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2" name="Freeform 65">
                <a:extLst>
                  <a:ext uri="{FF2B5EF4-FFF2-40B4-BE49-F238E27FC236}">
                    <a16:creationId xmlns:a16="http://schemas.microsoft.com/office/drawing/2014/main" id="{5D0B7D9A-5441-44F9-B0EE-5181FFDF9A91}"/>
                  </a:ext>
                </a:extLst>
              </p:cNvPr>
              <p:cNvSpPr>
                <a:spLocks noEditPoint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3690938" y="3554413"/>
                <a:ext cx="44450" cy="65088"/>
              </a:xfrm>
              <a:custGeom>
                <a:avLst/>
                <a:gdLst>
                  <a:gd name="T0" fmla="*/ 2 w 197"/>
                  <a:gd name="T1" fmla="*/ 28 h 286"/>
                  <a:gd name="T2" fmla="*/ 12 w 197"/>
                  <a:gd name="T3" fmla="*/ 28 h 286"/>
                  <a:gd name="T4" fmla="*/ 30 w 197"/>
                  <a:gd name="T5" fmla="*/ 52 h 286"/>
                  <a:gd name="T6" fmla="*/ 30 w 197"/>
                  <a:gd name="T7" fmla="*/ 250 h 286"/>
                  <a:gd name="T8" fmla="*/ 0 w 197"/>
                  <a:gd name="T9" fmla="*/ 279 h 286"/>
                  <a:gd name="T10" fmla="*/ 0 w 197"/>
                  <a:gd name="T11" fmla="*/ 286 h 286"/>
                  <a:gd name="T12" fmla="*/ 102 w 197"/>
                  <a:gd name="T13" fmla="*/ 286 h 286"/>
                  <a:gd name="T14" fmla="*/ 102 w 197"/>
                  <a:gd name="T15" fmla="*/ 279 h 286"/>
                  <a:gd name="T16" fmla="*/ 65 w 197"/>
                  <a:gd name="T17" fmla="*/ 247 h 286"/>
                  <a:gd name="T18" fmla="*/ 65 w 197"/>
                  <a:gd name="T19" fmla="*/ 180 h 286"/>
                  <a:gd name="T20" fmla="*/ 108 w 197"/>
                  <a:gd name="T21" fmla="*/ 199 h 286"/>
                  <a:gd name="T22" fmla="*/ 197 w 197"/>
                  <a:gd name="T23" fmla="*/ 90 h 286"/>
                  <a:gd name="T24" fmla="*/ 126 w 197"/>
                  <a:gd name="T25" fmla="*/ 0 h 286"/>
                  <a:gd name="T26" fmla="*/ 65 w 197"/>
                  <a:gd name="T27" fmla="*/ 33 h 286"/>
                  <a:gd name="T28" fmla="*/ 65 w 197"/>
                  <a:gd name="T29" fmla="*/ 1 h 286"/>
                  <a:gd name="T30" fmla="*/ 63 w 197"/>
                  <a:gd name="T31" fmla="*/ 0 h 286"/>
                  <a:gd name="T32" fmla="*/ 2 w 197"/>
                  <a:gd name="T33" fmla="*/ 21 h 286"/>
                  <a:gd name="T34" fmla="*/ 2 w 197"/>
                  <a:gd name="T35" fmla="*/ 28 h 286"/>
                  <a:gd name="T36" fmla="*/ 65 w 197"/>
                  <a:gd name="T37" fmla="*/ 53 h 286"/>
                  <a:gd name="T38" fmla="*/ 108 w 197"/>
                  <a:gd name="T39" fmla="*/ 25 h 286"/>
                  <a:gd name="T40" fmla="*/ 160 w 197"/>
                  <a:gd name="T41" fmla="*/ 106 h 286"/>
                  <a:gd name="T42" fmla="*/ 109 w 197"/>
                  <a:gd name="T43" fmla="*/ 185 h 286"/>
                  <a:gd name="T44" fmla="*/ 65 w 197"/>
                  <a:gd name="T45" fmla="*/ 157 h 286"/>
                  <a:gd name="T46" fmla="*/ 65 w 197"/>
                  <a:gd name="T47" fmla="*/ 53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97" h="286">
                    <a:moveTo>
                      <a:pt x="2" y="28"/>
                    </a:moveTo>
                    <a:cubicBezTo>
                      <a:pt x="6" y="28"/>
                      <a:pt x="8" y="28"/>
                      <a:pt x="12" y="28"/>
                    </a:cubicBezTo>
                    <a:cubicBezTo>
                      <a:pt x="27" y="28"/>
                      <a:pt x="30" y="32"/>
                      <a:pt x="30" y="52"/>
                    </a:cubicBezTo>
                    <a:lnTo>
                      <a:pt x="30" y="250"/>
                    </a:lnTo>
                    <a:cubicBezTo>
                      <a:pt x="30" y="272"/>
                      <a:pt x="25" y="276"/>
                      <a:pt x="0" y="279"/>
                    </a:cubicBezTo>
                    <a:lnTo>
                      <a:pt x="0" y="286"/>
                    </a:lnTo>
                    <a:lnTo>
                      <a:pt x="102" y="286"/>
                    </a:lnTo>
                    <a:lnTo>
                      <a:pt x="102" y="279"/>
                    </a:lnTo>
                    <a:cubicBezTo>
                      <a:pt x="71" y="278"/>
                      <a:pt x="65" y="274"/>
                      <a:pt x="65" y="247"/>
                    </a:cubicBezTo>
                    <a:lnTo>
                      <a:pt x="65" y="180"/>
                    </a:lnTo>
                    <a:cubicBezTo>
                      <a:pt x="80" y="194"/>
                      <a:pt x="90" y="199"/>
                      <a:pt x="108" y="199"/>
                    </a:cubicBezTo>
                    <a:cubicBezTo>
                      <a:pt x="158" y="199"/>
                      <a:pt x="197" y="151"/>
                      <a:pt x="197" y="90"/>
                    </a:cubicBezTo>
                    <a:cubicBezTo>
                      <a:pt x="197" y="37"/>
                      <a:pt x="167" y="0"/>
                      <a:pt x="126" y="0"/>
                    </a:cubicBezTo>
                    <a:cubicBezTo>
                      <a:pt x="102" y="0"/>
                      <a:pt x="84" y="10"/>
                      <a:pt x="65" y="33"/>
                    </a:cubicBezTo>
                    <a:lnTo>
                      <a:pt x="65" y="1"/>
                    </a:lnTo>
                    <a:lnTo>
                      <a:pt x="63" y="0"/>
                    </a:lnTo>
                    <a:cubicBezTo>
                      <a:pt x="40" y="9"/>
                      <a:pt x="25" y="14"/>
                      <a:pt x="2" y="21"/>
                    </a:cubicBezTo>
                    <a:lnTo>
                      <a:pt x="2" y="28"/>
                    </a:lnTo>
                    <a:close/>
                    <a:moveTo>
                      <a:pt x="65" y="53"/>
                    </a:moveTo>
                    <a:cubicBezTo>
                      <a:pt x="65" y="40"/>
                      <a:pt x="89" y="25"/>
                      <a:pt x="108" y="25"/>
                    </a:cubicBezTo>
                    <a:cubicBezTo>
                      <a:pt x="140" y="25"/>
                      <a:pt x="160" y="57"/>
                      <a:pt x="160" y="106"/>
                    </a:cubicBezTo>
                    <a:cubicBezTo>
                      <a:pt x="160" y="153"/>
                      <a:pt x="140" y="185"/>
                      <a:pt x="109" y="185"/>
                    </a:cubicBezTo>
                    <a:cubicBezTo>
                      <a:pt x="89" y="185"/>
                      <a:pt x="65" y="170"/>
                      <a:pt x="65" y="157"/>
                    </a:cubicBezTo>
                    <a:lnTo>
                      <a:pt x="65" y="53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3" name="Freeform 66">
                <a:extLst>
                  <a:ext uri="{FF2B5EF4-FFF2-40B4-BE49-F238E27FC236}">
                    <a16:creationId xmlns:a16="http://schemas.microsoft.com/office/drawing/2014/main" id="{7DD0F109-2A28-433E-869A-72EDDC8DDD09}"/>
                  </a:ext>
                </a:extLst>
              </p:cNvPr>
              <p:cNvSpPr>
                <a:spLocks noEditPoint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3738563" y="3554413"/>
                <a:ext cx="42863" cy="65088"/>
              </a:xfrm>
              <a:custGeom>
                <a:avLst/>
                <a:gdLst>
                  <a:gd name="T0" fmla="*/ 1 w 196"/>
                  <a:gd name="T1" fmla="*/ 28 h 286"/>
                  <a:gd name="T2" fmla="*/ 12 w 196"/>
                  <a:gd name="T3" fmla="*/ 28 h 286"/>
                  <a:gd name="T4" fmla="*/ 29 w 196"/>
                  <a:gd name="T5" fmla="*/ 52 h 286"/>
                  <a:gd name="T6" fmla="*/ 29 w 196"/>
                  <a:gd name="T7" fmla="*/ 250 h 286"/>
                  <a:gd name="T8" fmla="*/ 0 w 196"/>
                  <a:gd name="T9" fmla="*/ 279 h 286"/>
                  <a:gd name="T10" fmla="*/ 0 w 196"/>
                  <a:gd name="T11" fmla="*/ 286 h 286"/>
                  <a:gd name="T12" fmla="*/ 102 w 196"/>
                  <a:gd name="T13" fmla="*/ 286 h 286"/>
                  <a:gd name="T14" fmla="*/ 102 w 196"/>
                  <a:gd name="T15" fmla="*/ 279 h 286"/>
                  <a:gd name="T16" fmla="*/ 65 w 196"/>
                  <a:gd name="T17" fmla="*/ 247 h 286"/>
                  <a:gd name="T18" fmla="*/ 65 w 196"/>
                  <a:gd name="T19" fmla="*/ 180 h 286"/>
                  <a:gd name="T20" fmla="*/ 108 w 196"/>
                  <a:gd name="T21" fmla="*/ 199 h 286"/>
                  <a:gd name="T22" fmla="*/ 196 w 196"/>
                  <a:gd name="T23" fmla="*/ 90 h 286"/>
                  <a:gd name="T24" fmla="*/ 126 w 196"/>
                  <a:gd name="T25" fmla="*/ 0 h 286"/>
                  <a:gd name="T26" fmla="*/ 65 w 196"/>
                  <a:gd name="T27" fmla="*/ 33 h 286"/>
                  <a:gd name="T28" fmla="*/ 65 w 196"/>
                  <a:gd name="T29" fmla="*/ 1 h 286"/>
                  <a:gd name="T30" fmla="*/ 62 w 196"/>
                  <a:gd name="T31" fmla="*/ 0 h 286"/>
                  <a:gd name="T32" fmla="*/ 1 w 196"/>
                  <a:gd name="T33" fmla="*/ 21 h 286"/>
                  <a:gd name="T34" fmla="*/ 1 w 196"/>
                  <a:gd name="T35" fmla="*/ 28 h 286"/>
                  <a:gd name="T36" fmla="*/ 65 w 196"/>
                  <a:gd name="T37" fmla="*/ 53 h 286"/>
                  <a:gd name="T38" fmla="*/ 108 w 196"/>
                  <a:gd name="T39" fmla="*/ 25 h 286"/>
                  <a:gd name="T40" fmla="*/ 160 w 196"/>
                  <a:gd name="T41" fmla="*/ 106 h 286"/>
                  <a:gd name="T42" fmla="*/ 109 w 196"/>
                  <a:gd name="T43" fmla="*/ 185 h 286"/>
                  <a:gd name="T44" fmla="*/ 65 w 196"/>
                  <a:gd name="T45" fmla="*/ 157 h 286"/>
                  <a:gd name="T46" fmla="*/ 65 w 196"/>
                  <a:gd name="T47" fmla="*/ 53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96" h="286">
                    <a:moveTo>
                      <a:pt x="1" y="28"/>
                    </a:moveTo>
                    <a:cubicBezTo>
                      <a:pt x="5" y="28"/>
                      <a:pt x="8" y="28"/>
                      <a:pt x="12" y="28"/>
                    </a:cubicBezTo>
                    <a:cubicBezTo>
                      <a:pt x="26" y="28"/>
                      <a:pt x="29" y="32"/>
                      <a:pt x="29" y="52"/>
                    </a:cubicBezTo>
                    <a:lnTo>
                      <a:pt x="29" y="250"/>
                    </a:lnTo>
                    <a:cubicBezTo>
                      <a:pt x="29" y="272"/>
                      <a:pt x="25" y="276"/>
                      <a:pt x="0" y="279"/>
                    </a:cubicBezTo>
                    <a:lnTo>
                      <a:pt x="0" y="286"/>
                    </a:lnTo>
                    <a:lnTo>
                      <a:pt x="102" y="286"/>
                    </a:lnTo>
                    <a:lnTo>
                      <a:pt x="102" y="279"/>
                    </a:lnTo>
                    <a:cubicBezTo>
                      <a:pt x="70" y="278"/>
                      <a:pt x="65" y="274"/>
                      <a:pt x="65" y="247"/>
                    </a:cubicBezTo>
                    <a:lnTo>
                      <a:pt x="65" y="180"/>
                    </a:lnTo>
                    <a:cubicBezTo>
                      <a:pt x="80" y="194"/>
                      <a:pt x="90" y="199"/>
                      <a:pt x="108" y="199"/>
                    </a:cubicBezTo>
                    <a:cubicBezTo>
                      <a:pt x="158" y="199"/>
                      <a:pt x="196" y="151"/>
                      <a:pt x="196" y="90"/>
                    </a:cubicBezTo>
                    <a:cubicBezTo>
                      <a:pt x="196" y="37"/>
                      <a:pt x="167" y="0"/>
                      <a:pt x="126" y="0"/>
                    </a:cubicBezTo>
                    <a:cubicBezTo>
                      <a:pt x="102" y="0"/>
                      <a:pt x="84" y="10"/>
                      <a:pt x="65" y="33"/>
                    </a:cubicBezTo>
                    <a:lnTo>
                      <a:pt x="65" y="1"/>
                    </a:lnTo>
                    <a:lnTo>
                      <a:pt x="62" y="0"/>
                    </a:lnTo>
                    <a:cubicBezTo>
                      <a:pt x="39" y="9"/>
                      <a:pt x="25" y="14"/>
                      <a:pt x="1" y="21"/>
                    </a:cubicBezTo>
                    <a:lnTo>
                      <a:pt x="1" y="28"/>
                    </a:lnTo>
                    <a:close/>
                    <a:moveTo>
                      <a:pt x="65" y="53"/>
                    </a:moveTo>
                    <a:cubicBezTo>
                      <a:pt x="65" y="40"/>
                      <a:pt x="89" y="25"/>
                      <a:pt x="108" y="25"/>
                    </a:cubicBezTo>
                    <a:cubicBezTo>
                      <a:pt x="139" y="25"/>
                      <a:pt x="160" y="57"/>
                      <a:pt x="160" y="106"/>
                    </a:cubicBezTo>
                    <a:cubicBezTo>
                      <a:pt x="160" y="153"/>
                      <a:pt x="139" y="185"/>
                      <a:pt x="109" y="185"/>
                    </a:cubicBezTo>
                    <a:cubicBezTo>
                      <a:pt x="89" y="185"/>
                      <a:pt x="65" y="170"/>
                      <a:pt x="65" y="157"/>
                    </a:cubicBezTo>
                    <a:lnTo>
                      <a:pt x="65" y="53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4" name="Freeform 67">
                <a:extLst>
                  <a:ext uri="{FF2B5EF4-FFF2-40B4-BE49-F238E27FC236}">
                    <a16:creationId xmlns:a16="http://schemas.microsoft.com/office/drawing/2014/main" id="{816203D0-0AE9-4FD3-911A-14D7D2793578}"/>
                  </a:ext>
                </a:extLst>
              </p:cNvPr>
              <p:cNvSpPr>
                <a:spLocks noEditPoint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3787775" y="3554413"/>
                <a:ext cx="42863" cy="46038"/>
              </a:xfrm>
              <a:custGeom>
                <a:avLst/>
                <a:gdLst>
                  <a:gd name="T0" fmla="*/ 93 w 186"/>
                  <a:gd name="T1" fmla="*/ 0 h 199"/>
                  <a:gd name="T2" fmla="*/ 0 w 186"/>
                  <a:gd name="T3" fmla="*/ 99 h 199"/>
                  <a:gd name="T4" fmla="*/ 92 w 186"/>
                  <a:gd name="T5" fmla="*/ 199 h 199"/>
                  <a:gd name="T6" fmla="*/ 186 w 186"/>
                  <a:gd name="T7" fmla="*/ 95 h 199"/>
                  <a:gd name="T8" fmla="*/ 93 w 186"/>
                  <a:gd name="T9" fmla="*/ 0 h 199"/>
                  <a:gd name="T10" fmla="*/ 88 w 186"/>
                  <a:gd name="T11" fmla="*/ 12 h 199"/>
                  <a:gd name="T12" fmla="*/ 148 w 186"/>
                  <a:gd name="T13" fmla="*/ 110 h 199"/>
                  <a:gd name="T14" fmla="*/ 97 w 186"/>
                  <a:gd name="T15" fmla="*/ 187 h 199"/>
                  <a:gd name="T16" fmla="*/ 56 w 186"/>
                  <a:gd name="T17" fmla="*/ 160 h 199"/>
                  <a:gd name="T18" fmla="*/ 38 w 186"/>
                  <a:gd name="T19" fmla="*/ 78 h 199"/>
                  <a:gd name="T20" fmla="*/ 88 w 186"/>
                  <a:gd name="T21" fmla="*/ 12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6" h="199">
                    <a:moveTo>
                      <a:pt x="93" y="0"/>
                    </a:moveTo>
                    <a:cubicBezTo>
                      <a:pt x="38" y="0"/>
                      <a:pt x="0" y="40"/>
                      <a:pt x="0" y="99"/>
                    </a:cubicBezTo>
                    <a:cubicBezTo>
                      <a:pt x="0" y="156"/>
                      <a:pt x="39" y="199"/>
                      <a:pt x="92" y="199"/>
                    </a:cubicBezTo>
                    <a:cubicBezTo>
                      <a:pt x="146" y="199"/>
                      <a:pt x="186" y="154"/>
                      <a:pt x="186" y="95"/>
                    </a:cubicBezTo>
                    <a:cubicBezTo>
                      <a:pt x="186" y="40"/>
                      <a:pt x="147" y="0"/>
                      <a:pt x="93" y="0"/>
                    </a:cubicBezTo>
                    <a:close/>
                    <a:moveTo>
                      <a:pt x="88" y="12"/>
                    </a:moveTo>
                    <a:cubicBezTo>
                      <a:pt x="123" y="12"/>
                      <a:pt x="148" y="52"/>
                      <a:pt x="148" y="110"/>
                    </a:cubicBezTo>
                    <a:cubicBezTo>
                      <a:pt x="148" y="158"/>
                      <a:pt x="129" y="187"/>
                      <a:pt x="97" y="187"/>
                    </a:cubicBezTo>
                    <a:cubicBezTo>
                      <a:pt x="81" y="187"/>
                      <a:pt x="65" y="177"/>
                      <a:pt x="56" y="160"/>
                    </a:cubicBezTo>
                    <a:cubicBezTo>
                      <a:pt x="44" y="138"/>
                      <a:pt x="38" y="108"/>
                      <a:pt x="38" y="78"/>
                    </a:cubicBezTo>
                    <a:cubicBezTo>
                      <a:pt x="38" y="38"/>
                      <a:pt x="58" y="12"/>
                      <a:pt x="88" y="12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5" name="Freeform 68">
                <a:extLst>
                  <a:ext uri="{FF2B5EF4-FFF2-40B4-BE49-F238E27FC236}">
                    <a16:creationId xmlns:a16="http://schemas.microsoft.com/office/drawing/2014/main" id="{B106AC9B-284E-49C4-A0FE-3746C3000D6F}"/>
                  </a:ext>
                </a:extLst>
              </p:cNvPr>
              <p:cNvSpPr>
                <a:spLocks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3833813" y="3554413"/>
                <a:ext cx="31750" cy="44450"/>
              </a:xfrm>
              <a:custGeom>
                <a:avLst/>
                <a:gdLst>
                  <a:gd name="T0" fmla="*/ 1 w 140"/>
                  <a:gd name="T1" fmla="*/ 29 h 194"/>
                  <a:gd name="T2" fmla="*/ 16 w 140"/>
                  <a:gd name="T3" fmla="*/ 28 h 194"/>
                  <a:gd name="T4" fmla="*/ 30 w 140"/>
                  <a:gd name="T5" fmla="*/ 53 h 194"/>
                  <a:gd name="T6" fmla="*/ 30 w 140"/>
                  <a:gd name="T7" fmla="*/ 159 h 194"/>
                  <a:gd name="T8" fmla="*/ 0 w 140"/>
                  <a:gd name="T9" fmla="*/ 188 h 194"/>
                  <a:gd name="T10" fmla="*/ 0 w 140"/>
                  <a:gd name="T11" fmla="*/ 194 h 194"/>
                  <a:gd name="T12" fmla="*/ 102 w 140"/>
                  <a:gd name="T13" fmla="*/ 194 h 194"/>
                  <a:gd name="T14" fmla="*/ 102 w 140"/>
                  <a:gd name="T15" fmla="*/ 188 h 194"/>
                  <a:gd name="T16" fmla="*/ 66 w 140"/>
                  <a:gd name="T17" fmla="*/ 156 h 194"/>
                  <a:gd name="T18" fmla="*/ 66 w 140"/>
                  <a:gd name="T19" fmla="*/ 61 h 194"/>
                  <a:gd name="T20" fmla="*/ 95 w 140"/>
                  <a:gd name="T21" fmla="*/ 26 h 194"/>
                  <a:gd name="T22" fmla="*/ 106 w 140"/>
                  <a:gd name="T23" fmla="*/ 33 h 194"/>
                  <a:gd name="T24" fmla="*/ 123 w 140"/>
                  <a:gd name="T25" fmla="*/ 41 h 194"/>
                  <a:gd name="T26" fmla="*/ 140 w 140"/>
                  <a:gd name="T27" fmla="*/ 22 h 194"/>
                  <a:gd name="T28" fmla="*/ 116 w 140"/>
                  <a:gd name="T29" fmla="*/ 0 h 194"/>
                  <a:gd name="T30" fmla="*/ 66 w 140"/>
                  <a:gd name="T31" fmla="*/ 39 h 194"/>
                  <a:gd name="T32" fmla="*/ 66 w 140"/>
                  <a:gd name="T33" fmla="*/ 1 h 194"/>
                  <a:gd name="T34" fmla="*/ 64 w 140"/>
                  <a:gd name="T35" fmla="*/ 0 h 194"/>
                  <a:gd name="T36" fmla="*/ 1 w 140"/>
                  <a:gd name="T37" fmla="*/ 23 h 194"/>
                  <a:gd name="T38" fmla="*/ 1 w 140"/>
                  <a:gd name="T39" fmla="*/ 29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0" h="194">
                    <a:moveTo>
                      <a:pt x="1" y="29"/>
                    </a:moveTo>
                    <a:cubicBezTo>
                      <a:pt x="7" y="28"/>
                      <a:pt x="11" y="28"/>
                      <a:pt x="16" y="28"/>
                    </a:cubicBezTo>
                    <a:cubicBezTo>
                      <a:pt x="26" y="28"/>
                      <a:pt x="30" y="34"/>
                      <a:pt x="30" y="53"/>
                    </a:cubicBezTo>
                    <a:lnTo>
                      <a:pt x="30" y="159"/>
                    </a:lnTo>
                    <a:cubicBezTo>
                      <a:pt x="30" y="180"/>
                      <a:pt x="27" y="183"/>
                      <a:pt x="0" y="188"/>
                    </a:cubicBezTo>
                    <a:lnTo>
                      <a:pt x="0" y="194"/>
                    </a:lnTo>
                    <a:lnTo>
                      <a:pt x="102" y="194"/>
                    </a:lnTo>
                    <a:lnTo>
                      <a:pt x="102" y="188"/>
                    </a:lnTo>
                    <a:cubicBezTo>
                      <a:pt x="73" y="187"/>
                      <a:pt x="66" y="180"/>
                      <a:pt x="66" y="156"/>
                    </a:cubicBezTo>
                    <a:lnTo>
                      <a:pt x="66" y="61"/>
                    </a:lnTo>
                    <a:cubicBezTo>
                      <a:pt x="66" y="48"/>
                      <a:pt x="84" y="26"/>
                      <a:pt x="95" y="26"/>
                    </a:cubicBezTo>
                    <a:cubicBezTo>
                      <a:pt x="98" y="26"/>
                      <a:pt x="102" y="28"/>
                      <a:pt x="106" y="33"/>
                    </a:cubicBezTo>
                    <a:cubicBezTo>
                      <a:pt x="113" y="39"/>
                      <a:pt x="118" y="41"/>
                      <a:pt x="123" y="41"/>
                    </a:cubicBezTo>
                    <a:cubicBezTo>
                      <a:pt x="133" y="41"/>
                      <a:pt x="140" y="34"/>
                      <a:pt x="140" y="22"/>
                    </a:cubicBezTo>
                    <a:cubicBezTo>
                      <a:pt x="140" y="8"/>
                      <a:pt x="131" y="0"/>
                      <a:pt x="116" y="0"/>
                    </a:cubicBezTo>
                    <a:cubicBezTo>
                      <a:pt x="99" y="0"/>
                      <a:pt x="86" y="9"/>
                      <a:pt x="66" y="39"/>
                    </a:cubicBezTo>
                    <a:lnTo>
                      <a:pt x="66" y="1"/>
                    </a:lnTo>
                    <a:lnTo>
                      <a:pt x="64" y="0"/>
                    </a:lnTo>
                    <a:cubicBezTo>
                      <a:pt x="41" y="9"/>
                      <a:pt x="26" y="15"/>
                      <a:pt x="1" y="23"/>
                    </a:cubicBezTo>
                    <a:lnTo>
                      <a:pt x="1" y="29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6" name="Freeform 69">
                <a:extLst>
                  <a:ext uri="{FF2B5EF4-FFF2-40B4-BE49-F238E27FC236}">
                    <a16:creationId xmlns:a16="http://schemas.microsoft.com/office/drawing/2014/main" id="{F3E9B0FD-F873-4B86-AEFC-72637196F8CE}"/>
                  </a:ext>
                </a:extLst>
              </p:cNvPr>
              <p:cNvSpPr>
                <a:spLocks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3865563" y="3543300"/>
                <a:ext cx="25400" cy="57150"/>
              </a:xfrm>
              <a:custGeom>
                <a:avLst/>
                <a:gdLst>
                  <a:gd name="T0" fmla="*/ 102 w 112"/>
                  <a:gd name="T1" fmla="*/ 55 h 250"/>
                  <a:gd name="T2" fmla="*/ 59 w 112"/>
                  <a:gd name="T3" fmla="*/ 55 h 250"/>
                  <a:gd name="T4" fmla="*/ 59 w 112"/>
                  <a:gd name="T5" fmla="*/ 6 h 250"/>
                  <a:gd name="T6" fmla="*/ 56 w 112"/>
                  <a:gd name="T7" fmla="*/ 0 h 250"/>
                  <a:gd name="T8" fmla="*/ 48 w 112"/>
                  <a:gd name="T9" fmla="*/ 12 h 250"/>
                  <a:gd name="T10" fmla="*/ 7 w 112"/>
                  <a:gd name="T11" fmla="*/ 57 h 250"/>
                  <a:gd name="T12" fmla="*/ 0 w 112"/>
                  <a:gd name="T13" fmla="*/ 66 h 250"/>
                  <a:gd name="T14" fmla="*/ 1 w 112"/>
                  <a:gd name="T15" fmla="*/ 68 h 250"/>
                  <a:gd name="T16" fmla="*/ 24 w 112"/>
                  <a:gd name="T17" fmla="*/ 68 h 250"/>
                  <a:gd name="T18" fmla="*/ 24 w 112"/>
                  <a:gd name="T19" fmla="*/ 196 h 250"/>
                  <a:gd name="T20" fmla="*/ 61 w 112"/>
                  <a:gd name="T21" fmla="*/ 250 h 250"/>
                  <a:gd name="T22" fmla="*/ 112 w 112"/>
                  <a:gd name="T23" fmla="*/ 217 h 250"/>
                  <a:gd name="T24" fmla="*/ 107 w 112"/>
                  <a:gd name="T25" fmla="*/ 213 h 250"/>
                  <a:gd name="T26" fmla="*/ 81 w 112"/>
                  <a:gd name="T27" fmla="*/ 228 h 250"/>
                  <a:gd name="T28" fmla="*/ 59 w 112"/>
                  <a:gd name="T29" fmla="*/ 190 h 250"/>
                  <a:gd name="T30" fmla="*/ 59 w 112"/>
                  <a:gd name="T31" fmla="*/ 68 h 250"/>
                  <a:gd name="T32" fmla="*/ 102 w 112"/>
                  <a:gd name="T33" fmla="*/ 68 h 250"/>
                  <a:gd name="T34" fmla="*/ 102 w 112"/>
                  <a:gd name="T35" fmla="*/ 55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2" h="250">
                    <a:moveTo>
                      <a:pt x="102" y="55"/>
                    </a:moveTo>
                    <a:lnTo>
                      <a:pt x="59" y="55"/>
                    </a:lnTo>
                    <a:lnTo>
                      <a:pt x="59" y="6"/>
                    </a:lnTo>
                    <a:cubicBezTo>
                      <a:pt x="59" y="2"/>
                      <a:pt x="59" y="0"/>
                      <a:pt x="56" y="0"/>
                    </a:cubicBezTo>
                    <a:cubicBezTo>
                      <a:pt x="53" y="4"/>
                      <a:pt x="51" y="8"/>
                      <a:pt x="48" y="12"/>
                    </a:cubicBezTo>
                    <a:cubicBezTo>
                      <a:pt x="32" y="35"/>
                      <a:pt x="14" y="56"/>
                      <a:pt x="7" y="57"/>
                    </a:cubicBezTo>
                    <a:cubicBezTo>
                      <a:pt x="2" y="60"/>
                      <a:pt x="0" y="63"/>
                      <a:pt x="0" y="66"/>
                    </a:cubicBezTo>
                    <a:cubicBezTo>
                      <a:pt x="0" y="67"/>
                      <a:pt x="0" y="68"/>
                      <a:pt x="1" y="68"/>
                    </a:cubicBezTo>
                    <a:lnTo>
                      <a:pt x="24" y="68"/>
                    </a:lnTo>
                    <a:lnTo>
                      <a:pt x="24" y="196"/>
                    </a:lnTo>
                    <a:cubicBezTo>
                      <a:pt x="24" y="231"/>
                      <a:pt x="36" y="250"/>
                      <a:pt x="61" y="250"/>
                    </a:cubicBezTo>
                    <a:cubicBezTo>
                      <a:pt x="82" y="250"/>
                      <a:pt x="98" y="239"/>
                      <a:pt x="112" y="217"/>
                    </a:cubicBezTo>
                    <a:lnTo>
                      <a:pt x="107" y="213"/>
                    </a:lnTo>
                    <a:cubicBezTo>
                      <a:pt x="98" y="223"/>
                      <a:pt x="91" y="228"/>
                      <a:pt x="81" y="228"/>
                    </a:cubicBezTo>
                    <a:cubicBezTo>
                      <a:pt x="66" y="228"/>
                      <a:pt x="59" y="216"/>
                      <a:pt x="59" y="190"/>
                    </a:cubicBezTo>
                    <a:lnTo>
                      <a:pt x="59" y="68"/>
                    </a:lnTo>
                    <a:lnTo>
                      <a:pt x="102" y="68"/>
                    </a:lnTo>
                    <a:lnTo>
                      <a:pt x="102" y="55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7" name="Freeform 70">
                <a:extLst>
                  <a:ext uri="{FF2B5EF4-FFF2-40B4-BE49-F238E27FC236}">
                    <a16:creationId xmlns:a16="http://schemas.microsoft.com/office/drawing/2014/main" id="{9D5045F1-5FC7-4177-9AEC-3377C94BF6EF}"/>
                  </a:ext>
                </a:extLst>
              </p:cNvPr>
              <p:cNvSpPr>
                <a:spLocks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3917950" y="3559175"/>
                <a:ext cx="63500" cy="41275"/>
              </a:xfrm>
              <a:custGeom>
                <a:avLst/>
                <a:gdLst>
                  <a:gd name="T0" fmla="*/ 183 w 280"/>
                  <a:gd name="T1" fmla="*/ 46 h 180"/>
                  <a:gd name="T2" fmla="*/ 190 w 280"/>
                  <a:gd name="T3" fmla="*/ 17 h 180"/>
                  <a:gd name="T4" fmla="*/ 177 w 280"/>
                  <a:gd name="T5" fmla="*/ 5 h 180"/>
                  <a:gd name="T6" fmla="*/ 156 w 280"/>
                  <a:gd name="T7" fmla="*/ 33 h 180"/>
                  <a:gd name="T8" fmla="*/ 143 w 280"/>
                  <a:gd name="T9" fmla="*/ 84 h 180"/>
                  <a:gd name="T10" fmla="*/ 135 w 280"/>
                  <a:gd name="T11" fmla="*/ 129 h 180"/>
                  <a:gd name="T12" fmla="*/ 135 w 280"/>
                  <a:gd name="T13" fmla="*/ 137 h 180"/>
                  <a:gd name="T14" fmla="*/ 98 w 280"/>
                  <a:gd name="T15" fmla="*/ 169 h 180"/>
                  <a:gd name="T16" fmla="*/ 64 w 280"/>
                  <a:gd name="T17" fmla="*/ 133 h 180"/>
                  <a:gd name="T18" fmla="*/ 86 w 280"/>
                  <a:gd name="T19" fmla="*/ 56 h 180"/>
                  <a:gd name="T20" fmla="*/ 91 w 280"/>
                  <a:gd name="T21" fmla="*/ 35 h 180"/>
                  <a:gd name="T22" fmla="*/ 55 w 280"/>
                  <a:gd name="T23" fmla="*/ 1 h 180"/>
                  <a:gd name="T24" fmla="*/ 0 w 280"/>
                  <a:gd name="T25" fmla="*/ 62 h 180"/>
                  <a:gd name="T26" fmla="*/ 6 w 280"/>
                  <a:gd name="T27" fmla="*/ 67 h 180"/>
                  <a:gd name="T28" fmla="*/ 12 w 280"/>
                  <a:gd name="T29" fmla="*/ 60 h 180"/>
                  <a:gd name="T30" fmla="*/ 54 w 280"/>
                  <a:gd name="T31" fmla="*/ 12 h 180"/>
                  <a:gd name="T32" fmla="*/ 64 w 280"/>
                  <a:gd name="T33" fmla="*/ 25 h 180"/>
                  <a:gd name="T34" fmla="*/ 58 w 280"/>
                  <a:gd name="T35" fmla="*/ 50 h 180"/>
                  <a:gd name="T36" fmla="*/ 35 w 280"/>
                  <a:gd name="T37" fmla="*/ 128 h 180"/>
                  <a:gd name="T38" fmla="*/ 96 w 280"/>
                  <a:gd name="T39" fmla="*/ 180 h 180"/>
                  <a:gd name="T40" fmla="*/ 140 w 280"/>
                  <a:gd name="T41" fmla="*/ 154 h 180"/>
                  <a:gd name="T42" fmla="*/ 193 w 280"/>
                  <a:gd name="T43" fmla="*/ 180 h 180"/>
                  <a:gd name="T44" fmla="*/ 253 w 280"/>
                  <a:gd name="T45" fmla="*/ 133 h 180"/>
                  <a:gd name="T46" fmla="*/ 280 w 280"/>
                  <a:gd name="T47" fmla="*/ 31 h 180"/>
                  <a:gd name="T48" fmla="*/ 260 w 280"/>
                  <a:gd name="T49" fmla="*/ 0 h 180"/>
                  <a:gd name="T50" fmla="*/ 239 w 280"/>
                  <a:gd name="T51" fmla="*/ 21 h 180"/>
                  <a:gd name="T52" fmla="*/ 245 w 280"/>
                  <a:gd name="T53" fmla="*/ 32 h 180"/>
                  <a:gd name="T54" fmla="*/ 261 w 280"/>
                  <a:gd name="T55" fmla="*/ 65 h 180"/>
                  <a:gd name="T56" fmla="*/ 239 w 280"/>
                  <a:gd name="T57" fmla="*/ 135 h 180"/>
                  <a:gd name="T58" fmla="*/ 194 w 280"/>
                  <a:gd name="T59" fmla="*/ 169 h 180"/>
                  <a:gd name="T60" fmla="*/ 163 w 280"/>
                  <a:gd name="T61" fmla="*/ 135 h 180"/>
                  <a:gd name="T62" fmla="*/ 172 w 280"/>
                  <a:gd name="T63" fmla="*/ 91 h 180"/>
                  <a:gd name="T64" fmla="*/ 183 w 280"/>
                  <a:gd name="T65" fmla="*/ 46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180">
                    <a:moveTo>
                      <a:pt x="183" y="46"/>
                    </a:moveTo>
                    <a:cubicBezTo>
                      <a:pt x="185" y="37"/>
                      <a:pt x="190" y="19"/>
                      <a:pt x="190" y="17"/>
                    </a:cubicBezTo>
                    <a:cubicBezTo>
                      <a:pt x="190" y="7"/>
                      <a:pt x="182" y="5"/>
                      <a:pt x="177" y="5"/>
                    </a:cubicBezTo>
                    <a:cubicBezTo>
                      <a:pt x="163" y="5"/>
                      <a:pt x="160" y="15"/>
                      <a:pt x="156" y="33"/>
                    </a:cubicBezTo>
                    <a:cubicBezTo>
                      <a:pt x="151" y="54"/>
                      <a:pt x="149" y="61"/>
                      <a:pt x="143" y="84"/>
                    </a:cubicBezTo>
                    <a:cubicBezTo>
                      <a:pt x="139" y="99"/>
                      <a:pt x="135" y="118"/>
                      <a:pt x="135" y="129"/>
                    </a:cubicBezTo>
                    <a:cubicBezTo>
                      <a:pt x="135" y="131"/>
                      <a:pt x="135" y="135"/>
                      <a:pt x="135" y="137"/>
                    </a:cubicBezTo>
                    <a:cubicBezTo>
                      <a:pt x="135" y="137"/>
                      <a:pt x="124" y="169"/>
                      <a:pt x="98" y="169"/>
                    </a:cubicBezTo>
                    <a:cubicBezTo>
                      <a:pt x="82" y="169"/>
                      <a:pt x="64" y="163"/>
                      <a:pt x="64" y="133"/>
                    </a:cubicBezTo>
                    <a:cubicBezTo>
                      <a:pt x="64" y="114"/>
                      <a:pt x="73" y="88"/>
                      <a:pt x="86" y="56"/>
                    </a:cubicBezTo>
                    <a:cubicBezTo>
                      <a:pt x="90" y="45"/>
                      <a:pt x="91" y="42"/>
                      <a:pt x="91" y="35"/>
                    </a:cubicBezTo>
                    <a:cubicBezTo>
                      <a:pt x="91" y="13"/>
                      <a:pt x="74" y="1"/>
                      <a:pt x="55" y="1"/>
                    </a:cubicBezTo>
                    <a:cubicBezTo>
                      <a:pt x="16" y="1"/>
                      <a:pt x="0" y="57"/>
                      <a:pt x="0" y="62"/>
                    </a:cubicBezTo>
                    <a:cubicBezTo>
                      <a:pt x="0" y="65"/>
                      <a:pt x="2" y="67"/>
                      <a:pt x="6" y="67"/>
                    </a:cubicBezTo>
                    <a:cubicBezTo>
                      <a:pt x="11" y="67"/>
                      <a:pt x="11" y="64"/>
                      <a:pt x="12" y="60"/>
                    </a:cubicBezTo>
                    <a:cubicBezTo>
                      <a:pt x="23" y="26"/>
                      <a:pt x="40" y="12"/>
                      <a:pt x="54" y="12"/>
                    </a:cubicBezTo>
                    <a:cubicBezTo>
                      <a:pt x="60" y="12"/>
                      <a:pt x="64" y="16"/>
                      <a:pt x="64" y="25"/>
                    </a:cubicBezTo>
                    <a:cubicBezTo>
                      <a:pt x="64" y="33"/>
                      <a:pt x="61" y="43"/>
                      <a:pt x="58" y="50"/>
                    </a:cubicBezTo>
                    <a:cubicBezTo>
                      <a:pt x="42" y="90"/>
                      <a:pt x="35" y="111"/>
                      <a:pt x="35" y="128"/>
                    </a:cubicBezTo>
                    <a:cubicBezTo>
                      <a:pt x="35" y="169"/>
                      <a:pt x="68" y="180"/>
                      <a:pt x="96" y="180"/>
                    </a:cubicBezTo>
                    <a:cubicBezTo>
                      <a:pt x="103" y="180"/>
                      <a:pt x="123" y="180"/>
                      <a:pt x="140" y="154"/>
                    </a:cubicBezTo>
                    <a:cubicBezTo>
                      <a:pt x="151" y="176"/>
                      <a:pt x="176" y="180"/>
                      <a:pt x="193" y="180"/>
                    </a:cubicBezTo>
                    <a:cubicBezTo>
                      <a:pt x="229" y="180"/>
                      <a:pt x="246" y="147"/>
                      <a:pt x="253" y="133"/>
                    </a:cubicBezTo>
                    <a:cubicBezTo>
                      <a:pt x="266" y="107"/>
                      <a:pt x="280" y="55"/>
                      <a:pt x="280" y="31"/>
                    </a:cubicBezTo>
                    <a:cubicBezTo>
                      <a:pt x="280" y="0"/>
                      <a:pt x="262" y="0"/>
                      <a:pt x="260" y="0"/>
                    </a:cubicBezTo>
                    <a:cubicBezTo>
                      <a:pt x="250" y="0"/>
                      <a:pt x="239" y="11"/>
                      <a:pt x="239" y="21"/>
                    </a:cubicBezTo>
                    <a:cubicBezTo>
                      <a:pt x="239" y="27"/>
                      <a:pt x="242" y="30"/>
                      <a:pt x="245" y="32"/>
                    </a:cubicBezTo>
                    <a:cubicBezTo>
                      <a:pt x="249" y="36"/>
                      <a:pt x="261" y="46"/>
                      <a:pt x="261" y="65"/>
                    </a:cubicBezTo>
                    <a:cubicBezTo>
                      <a:pt x="261" y="77"/>
                      <a:pt x="250" y="115"/>
                      <a:pt x="239" y="135"/>
                    </a:cubicBezTo>
                    <a:cubicBezTo>
                      <a:pt x="227" y="155"/>
                      <a:pt x="214" y="169"/>
                      <a:pt x="194" y="169"/>
                    </a:cubicBezTo>
                    <a:cubicBezTo>
                      <a:pt x="177" y="169"/>
                      <a:pt x="163" y="160"/>
                      <a:pt x="163" y="135"/>
                    </a:cubicBezTo>
                    <a:cubicBezTo>
                      <a:pt x="163" y="124"/>
                      <a:pt x="166" y="113"/>
                      <a:pt x="172" y="91"/>
                    </a:cubicBezTo>
                    <a:lnTo>
                      <a:pt x="183" y="46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8" name="Freeform 71">
                <a:extLst>
                  <a:ext uri="{FF2B5EF4-FFF2-40B4-BE49-F238E27FC236}">
                    <a16:creationId xmlns:a16="http://schemas.microsoft.com/office/drawing/2014/main" id="{56D2C7F5-11BB-4FF4-9A78-29DAE5F74366}"/>
                  </a:ext>
                </a:extLst>
              </p:cNvPr>
              <p:cNvSpPr>
                <a:spLocks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3987800" y="3579813"/>
                <a:ext cx="25400" cy="31750"/>
              </a:xfrm>
              <a:custGeom>
                <a:avLst/>
                <a:gdLst>
                  <a:gd name="T0" fmla="*/ 105 w 114"/>
                  <a:gd name="T1" fmla="*/ 8 h 136"/>
                  <a:gd name="T2" fmla="*/ 101 w 114"/>
                  <a:gd name="T3" fmla="*/ 0 h 136"/>
                  <a:gd name="T4" fmla="*/ 94 w 114"/>
                  <a:gd name="T5" fmla="*/ 3 h 136"/>
                  <a:gd name="T6" fmla="*/ 89 w 114"/>
                  <a:gd name="T7" fmla="*/ 8 h 136"/>
                  <a:gd name="T8" fmla="*/ 56 w 114"/>
                  <a:gd name="T9" fmla="*/ 0 h 136"/>
                  <a:gd name="T10" fmla="*/ 0 w 114"/>
                  <a:gd name="T11" fmla="*/ 37 h 136"/>
                  <a:gd name="T12" fmla="*/ 58 w 114"/>
                  <a:gd name="T13" fmla="*/ 75 h 136"/>
                  <a:gd name="T14" fmla="*/ 98 w 114"/>
                  <a:gd name="T15" fmla="*/ 101 h 136"/>
                  <a:gd name="T16" fmla="*/ 58 w 114"/>
                  <a:gd name="T17" fmla="*/ 126 h 136"/>
                  <a:gd name="T18" fmla="*/ 12 w 114"/>
                  <a:gd name="T19" fmla="*/ 87 h 136"/>
                  <a:gd name="T20" fmla="*/ 6 w 114"/>
                  <a:gd name="T21" fmla="*/ 83 h 136"/>
                  <a:gd name="T22" fmla="*/ 0 w 114"/>
                  <a:gd name="T23" fmla="*/ 91 h 136"/>
                  <a:gd name="T24" fmla="*/ 0 w 114"/>
                  <a:gd name="T25" fmla="*/ 128 h 136"/>
                  <a:gd name="T26" fmla="*/ 5 w 114"/>
                  <a:gd name="T27" fmla="*/ 136 h 136"/>
                  <a:gd name="T28" fmla="*/ 13 w 114"/>
                  <a:gd name="T29" fmla="*/ 130 h 136"/>
                  <a:gd name="T30" fmla="*/ 20 w 114"/>
                  <a:gd name="T31" fmla="*/ 123 h 136"/>
                  <a:gd name="T32" fmla="*/ 58 w 114"/>
                  <a:gd name="T33" fmla="*/ 136 h 136"/>
                  <a:gd name="T34" fmla="*/ 114 w 114"/>
                  <a:gd name="T35" fmla="*/ 94 h 136"/>
                  <a:gd name="T36" fmla="*/ 102 w 114"/>
                  <a:gd name="T37" fmla="*/ 68 h 136"/>
                  <a:gd name="T38" fmla="*/ 59 w 114"/>
                  <a:gd name="T39" fmla="*/ 52 h 136"/>
                  <a:gd name="T40" fmla="*/ 17 w 114"/>
                  <a:gd name="T41" fmla="*/ 29 h 136"/>
                  <a:gd name="T42" fmla="*/ 56 w 114"/>
                  <a:gd name="T43" fmla="*/ 8 h 136"/>
                  <a:gd name="T44" fmla="*/ 94 w 114"/>
                  <a:gd name="T45" fmla="*/ 37 h 136"/>
                  <a:gd name="T46" fmla="*/ 100 w 114"/>
                  <a:gd name="T47" fmla="*/ 44 h 136"/>
                  <a:gd name="T48" fmla="*/ 105 w 114"/>
                  <a:gd name="T49" fmla="*/ 35 h 136"/>
                  <a:gd name="T50" fmla="*/ 105 w 114"/>
                  <a:gd name="T51" fmla="*/ 8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4" h="136">
                    <a:moveTo>
                      <a:pt x="105" y="8"/>
                    </a:moveTo>
                    <a:cubicBezTo>
                      <a:pt x="105" y="3"/>
                      <a:pt x="105" y="0"/>
                      <a:pt x="101" y="0"/>
                    </a:cubicBezTo>
                    <a:cubicBezTo>
                      <a:pt x="99" y="0"/>
                      <a:pt x="99" y="0"/>
                      <a:pt x="94" y="3"/>
                    </a:cubicBezTo>
                    <a:cubicBezTo>
                      <a:pt x="94" y="4"/>
                      <a:pt x="93" y="4"/>
                      <a:pt x="89" y="8"/>
                    </a:cubicBezTo>
                    <a:cubicBezTo>
                      <a:pt x="77" y="0"/>
                      <a:pt x="62" y="0"/>
                      <a:pt x="56" y="0"/>
                    </a:cubicBezTo>
                    <a:cubicBezTo>
                      <a:pt x="9" y="0"/>
                      <a:pt x="0" y="23"/>
                      <a:pt x="0" y="37"/>
                    </a:cubicBezTo>
                    <a:cubicBezTo>
                      <a:pt x="0" y="66"/>
                      <a:pt x="36" y="72"/>
                      <a:pt x="58" y="75"/>
                    </a:cubicBezTo>
                    <a:cubicBezTo>
                      <a:pt x="72" y="77"/>
                      <a:pt x="98" y="82"/>
                      <a:pt x="98" y="101"/>
                    </a:cubicBezTo>
                    <a:cubicBezTo>
                      <a:pt x="98" y="113"/>
                      <a:pt x="89" y="126"/>
                      <a:pt x="58" y="126"/>
                    </a:cubicBezTo>
                    <a:cubicBezTo>
                      <a:pt x="30" y="126"/>
                      <a:pt x="18" y="110"/>
                      <a:pt x="12" y="87"/>
                    </a:cubicBezTo>
                    <a:cubicBezTo>
                      <a:pt x="11" y="85"/>
                      <a:pt x="10" y="83"/>
                      <a:pt x="6" y="83"/>
                    </a:cubicBezTo>
                    <a:cubicBezTo>
                      <a:pt x="0" y="83"/>
                      <a:pt x="0" y="85"/>
                      <a:pt x="0" y="91"/>
                    </a:cubicBezTo>
                    <a:lnTo>
                      <a:pt x="0" y="128"/>
                    </a:lnTo>
                    <a:cubicBezTo>
                      <a:pt x="0" y="133"/>
                      <a:pt x="0" y="136"/>
                      <a:pt x="5" y="136"/>
                    </a:cubicBezTo>
                    <a:cubicBezTo>
                      <a:pt x="7" y="136"/>
                      <a:pt x="7" y="136"/>
                      <a:pt x="13" y="130"/>
                    </a:cubicBezTo>
                    <a:lnTo>
                      <a:pt x="20" y="123"/>
                    </a:lnTo>
                    <a:cubicBezTo>
                      <a:pt x="34" y="136"/>
                      <a:pt x="52" y="136"/>
                      <a:pt x="58" y="136"/>
                    </a:cubicBezTo>
                    <a:cubicBezTo>
                      <a:pt x="102" y="136"/>
                      <a:pt x="114" y="112"/>
                      <a:pt x="114" y="94"/>
                    </a:cubicBezTo>
                    <a:cubicBezTo>
                      <a:pt x="114" y="82"/>
                      <a:pt x="108" y="74"/>
                      <a:pt x="102" y="68"/>
                    </a:cubicBezTo>
                    <a:cubicBezTo>
                      <a:pt x="89" y="57"/>
                      <a:pt x="77" y="55"/>
                      <a:pt x="59" y="52"/>
                    </a:cubicBezTo>
                    <a:cubicBezTo>
                      <a:pt x="37" y="48"/>
                      <a:pt x="17" y="45"/>
                      <a:pt x="17" y="29"/>
                    </a:cubicBezTo>
                    <a:cubicBezTo>
                      <a:pt x="17" y="21"/>
                      <a:pt x="25" y="8"/>
                      <a:pt x="56" y="8"/>
                    </a:cubicBezTo>
                    <a:cubicBezTo>
                      <a:pt x="77" y="8"/>
                      <a:pt x="93" y="16"/>
                      <a:pt x="94" y="37"/>
                    </a:cubicBezTo>
                    <a:cubicBezTo>
                      <a:pt x="95" y="41"/>
                      <a:pt x="95" y="44"/>
                      <a:pt x="100" y="44"/>
                    </a:cubicBezTo>
                    <a:cubicBezTo>
                      <a:pt x="105" y="44"/>
                      <a:pt x="105" y="41"/>
                      <a:pt x="105" y="35"/>
                    </a:cubicBezTo>
                    <a:lnTo>
                      <a:pt x="105" y="8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9" name="Freeform 72">
                <a:extLst>
                  <a:ext uri="{FF2B5EF4-FFF2-40B4-BE49-F238E27FC236}">
                    <a16:creationId xmlns:a16="http://schemas.microsoft.com/office/drawing/2014/main" id="{F3B97323-6306-4808-9BF8-03C7824E30B3}"/>
                  </a:ext>
                </a:extLst>
              </p:cNvPr>
              <p:cNvSpPr>
                <a:spLocks noEditPoint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4025900" y="3560763"/>
                <a:ext cx="50800" cy="39688"/>
              </a:xfrm>
              <a:custGeom>
                <a:avLst/>
                <a:gdLst>
                  <a:gd name="T0" fmla="*/ 202 w 223"/>
                  <a:gd name="T1" fmla="*/ 26 h 175"/>
                  <a:gd name="T2" fmla="*/ 217 w 223"/>
                  <a:gd name="T3" fmla="*/ 23 h 175"/>
                  <a:gd name="T4" fmla="*/ 223 w 223"/>
                  <a:gd name="T5" fmla="*/ 11 h 175"/>
                  <a:gd name="T6" fmla="*/ 206 w 223"/>
                  <a:gd name="T7" fmla="*/ 0 h 175"/>
                  <a:gd name="T8" fmla="*/ 108 w 223"/>
                  <a:gd name="T9" fmla="*/ 0 h 175"/>
                  <a:gd name="T10" fmla="*/ 0 w 223"/>
                  <a:gd name="T11" fmla="*/ 111 h 175"/>
                  <a:gd name="T12" fmla="*/ 65 w 223"/>
                  <a:gd name="T13" fmla="*/ 175 h 175"/>
                  <a:gd name="T14" fmla="*/ 169 w 223"/>
                  <a:gd name="T15" fmla="*/ 68 h 175"/>
                  <a:gd name="T16" fmla="*/ 157 w 223"/>
                  <a:gd name="T17" fmla="*/ 26 h 175"/>
                  <a:gd name="T18" fmla="*/ 202 w 223"/>
                  <a:gd name="T19" fmla="*/ 26 h 175"/>
                  <a:gd name="T20" fmla="*/ 65 w 223"/>
                  <a:gd name="T21" fmla="*/ 164 h 175"/>
                  <a:gd name="T22" fmla="*/ 27 w 223"/>
                  <a:gd name="T23" fmla="*/ 122 h 175"/>
                  <a:gd name="T24" fmla="*/ 102 w 223"/>
                  <a:gd name="T25" fmla="*/ 26 h 175"/>
                  <a:gd name="T26" fmla="*/ 140 w 223"/>
                  <a:gd name="T27" fmla="*/ 64 h 175"/>
                  <a:gd name="T28" fmla="*/ 65 w 223"/>
                  <a:gd name="T29" fmla="*/ 164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3" h="175">
                    <a:moveTo>
                      <a:pt x="202" y="26"/>
                    </a:moveTo>
                    <a:cubicBezTo>
                      <a:pt x="209" y="26"/>
                      <a:pt x="212" y="26"/>
                      <a:pt x="217" y="23"/>
                    </a:cubicBezTo>
                    <a:cubicBezTo>
                      <a:pt x="221" y="19"/>
                      <a:pt x="223" y="14"/>
                      <a:pt x="223" y="11"/>
                    </a:cubicBezTo>
                    <a:cubicBezTo>
                      <a:pt x="223" y="0"/>
                      <a:pt x="213" y="0"/>
                      <a:pt x="206" y="0"/>
                    </a:cubicBezTo>
                    <a:lnTo>
                      <a:pt x="108" y="0"/>
                    </a:lnTo>
                    <a:cubicBezTo>
                      <a:pt x="47" y="0"/>
                      <a:pt x="0" y="63"/>
                      <a:pt x="0" y="111"/>
                    </a:cubicBezTo>
                    <a:cubicBezTo>
                      <a:pt x="0" y="150"/>
                      <a:pt x="27" y="175"/>
                      <a:pt x="65" y="175"/>
                    </a:cubicBezTo>
                    <a:cubicBezTo>
                      <a:pt x="115" y="175"/>
                      <a:pt x="169" y="127"/>
                      <a:pt x="169" y="68"/>
                    </a:cubicBezTo>
                    <a:cubicBezTo>
                      <a:pt x="169" y="46"/>
                      <a:pt x="162" y="34"/>
                      <a:pt x="157" y="26"/>
                    </a:cubicBezTo>
                    <a:lnTo>
                      <a:pt x="202" y="26"/>
                    </a:lnTo>
                    <a:close/>
                    <a:moveTo>
                      <a:pt x="65" y="164"/>
                    </a:moveTo>
                    <a:cubicBezTo>
                      <a:pt x="45" y="164"/>
                      <a:pt x="27" y="151"/>
                      <a:pt x="27" y="122"/>
                    </a:cubicBezTo>
                    <a:cubicBezTo>
                      <a:pt x="27" y="105"/>
                      <a:pt x="37" y="26"/>
                      <a:pt x="102" y="26"/>
                    </a:cubicBezTo>
                    <a:cubicBezTo>
                      <a:pt x="140" y="26"/>
                      <a:pt x="140" y="55"/>
                      <a:pt x="140" y="64"/>
                    </a:cubicBezTo>
                    <a:cubicBezTo>
                      <a:pt x="140" y="105"/>
                      <a:pt x="112" y="164"/>
                      <a:pt x="65" y="16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10" name="Freeform 73">
                <a:extLst>
                  <a:ext uri="{FF2B5EF4-FFF2-40B4-BE49-F238E27FC236}">
                    <a16:creationId xmlns:a16="http://schemas.microsoft.com/office/drawing/2014/main" id="{E795FC5A-A4F4-479F-8572-3434E01B1C63}"/>
                  </a:ext>
                </a:extLst>
              </p:cNvPr>
              <p:cNvSpPr>
                <a:spLocks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4079875" y="3579813"/>
                <a:ext cx="25400" cy="31750"/>
              </a:xfrm>
              <a:custGeom>
                <a:avLst/>
                <a:gdLst>
                  <a:gd name="T0" fmla="*/ 105 w 114"/>
                  <a:gd name="T1" fmla="*/ 8 h 136"/>
                  <a:gd name="T2" fmla="*/ 100 w 114"/>
                  <a:gd name="T3" fmla="*/ 0 h 136"/>
                  <a:gd name="T4" fmla="*/ 94 w 114"/>
                  <a:gd name="T5" fmla="*/ 3 h 136"/>
                  <a:gd name="T6" fmla="*/ 88 w 114"/>
                  <a:gd name="T7" fmla="*/ 8 h 136"/>
                  <a:gd name="T8" fmla="*/ 56 w 114"/>
                  <a:gd name="T9" fmla="*/ 0 h 136"/>
                  <a:gd name="T10" fmla="*/ 0 w 114"/>
                  <a:gd name="T11" fmla="*/ 37 h 136"/>
                  <a:gd name="T12" fmla="*/ 58 w 114"/>
                  <a:gd name="T13" fmla="*/ 75 h 136"/>
                  <a:gd name="T14" fmla="*/ 97 w 114"/>
                  <a:gd name="T15" fmla="*/ 101 h 136"/>
                  <a:gd name="T16" fmla="*/ 58 w 114"/>
                  <a:gd name="T17" fmla="*/ 126 h 136"/>
                  <a:gd name="T18" fmla="*/ 11 w 114"/>
                  <a:gd name="T19" fmla="*/ 87 h 136"/>
                  <a:gd name="T20" fmla="*/ 6 w 114"/>
                  <a:gd name="T21" fmla="*/ 83 h 136"/>
                  <a:gd name="T22" fmla="*/ 0 w 114"/>
                  <a:gd name="T23" fmla="*/ 91 h 136"/>
                  <a:gd name="T24" fmla="*/ 0 w 114"/>
                  <a:gd name="T25" fmla="*/ 128 h 136"/>
                  <a:gd name="T26" fmla="*/ 5 w 114"/>
                  <a:gd name="T27" fmla="*/ 136 h 136"/>
                  <a:gd name="T28" fmla="*/ 13 w 114"/>
                  <a:gd name="T29" fmla="*/ 130 h 136"/>
                  <a:gd name="T30" fmla="*/ 19 w 114"/>
                  <a:gd name="T31" fmla="*/ 123 h 136"/>
                  <a:gd name="T32" fmla="*/ 58 w 114"/>
                  <a:gd name="T33" fmla="*/ 136 h 136"/>
                  <a:gd name="T34" fmla="*/ 114 w 114"/>
                  <a:gd name="T35" fmla="*/ 94 h 136"/>
                  <a:gd name="T36" fmla="*/ 101 w 114"/>
                  <a:gd name="T37" fmla="*/ 68 h 136"/>
                  <a:gd name="T38" fmla="*/ 59 w 114"/>
                  <a:gd name="T39" fmla="*/ 52 h 136"/>
                  <a:gd name="T40" fmla="*/ 16 w 114"/>
                  <a:gd name="T41" fmla="*/ 29 h 136"/>
                  <a:gd name="T42" fmla="*/ 56 w 114"/>
                  <a:gd name="T43" fmla="*/ 8 h 136"/>
                  <a:gd name="T44" fmla="*/ 94 w 114"/>
                  <a:gd name="T45" fmla="*/ 37 h 136"/>
                  <a:gd name="T46" fmla="*/ 100 w 114"/>
                  <a:gd name="T47" fmla="*/ 44 h 136"/>
                  <a:gd name="T48" fmla="*/ 105 w 114"/>
                  <a:gd name="T49" fmla="*/ 35 h 136"/>
                  <a:gd name="T50" fmla="*/ 105 w 114"/>
                  <a:gd name="T51" fmla="*/ 8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4" h="136">
                    <a:moveTo>
                      <a:pt x="105" y="8"/>
                    </a:moveTo>
                    <a:cubicBezTo>
                      <a:pt x="105" y="3"/>
                      <a:pt x="105" y="0"/>
                      <a:pt x="100" y="0"/>
                    </a:cubicBezTo>
                    <a:cubicBezTo>
                      <a:pt x="99" y="0"/>
                      <a:pt x="98" y="0"/>
                      <a:pt x="94" y="3"/>
                    </a:cubicBezTo>
                    <a:cubicBezTo>
                      <a:pt x="93" y="4"/>
                      <a:pt x="93" y="4"/>
                      <a:pt x="88" y="8"/>
                    </a:cubicBezTo>
                    <a:cubicBezTo>
                      <a:pt x="77" y="0"/>
                      <a:pt x="62" y="0"/>
                      <a:pt x="56" y="0"/>
                    </a:cubicBezTo>
                    <a:cubicBezTo>
                      <a:pt x="9" y="0"/>
                      <a:pt x="0" y="23"/>
                      <a:pt x="0" y="37"/>
                    </a:cubicBezTo>
                    <a:cubicBezTo>
                      <a:pt x="0" y="66"/>
                      <a:pt x="35" y="72"/>
                      <a:pt x="58" y="75"/>
                    </a:cubicBezTo>
                    <a:cubicBezTo>
                      <a:pt x="71" y="77"/>
                      <a:pt x="97" y="82"/>
                      <a:pt x="97" y="101"/>
                    </a:cubicBezTo>
                    <a:cubicBezTo>
                      <a:pt x="97" y="113"/>
                      <a:pt x="88" y="126"/>
                      <a:pt x="58" y="126"/>
                    </a:cubicBezTo>
                    <a:cubicBezTo>
                      <a:pt x="29" y="126"/>
                      <a:pt x="17" y="110"/>
                      <a:pt x="11" y="87"/>
                    </a:cubicBezTo>
                    <a:cubicBezTo>
                      <a:pt x="10" y="85"/>
                      <a:pt x="10" y="83"/>
                      <a:pt x="6" y="83"/>
                    </a:cubicBezTo>
                    <a:cubicBezTo>
                      <a:pt x="0" y="83"/>
                      <a:pt x="0" y="85"/>
                      <a:pt x="0" y="91"/>
                    </a:cubicBezTo>
                    <a:lnTo>
                      <a:pt x="0" y="128"/>
                    </a:lnTo>
                    <a:cubicBezTo>
                      <a:pt x="0" y="133"/>
                      <a:pt x="0" y="136"/>
                      <a:pt x="5" y="136"/>
                    </a:cubicBezTo>
                    <a:cubicBezTo>
                      <a:pt x="7" y="136"/>
                      <a:pt x="7" y="136"/>
                      <a:pt x="13" y="130"/>
                    </a:cubicBezTo>
                    <a:lnTo>
                      <a:pt x="19" y="123"/>
                    </a:lnTo>
                    <a:cubicBezTo>
                      <a:pt x="34" y="136"/>
                      <a:pt x="52" y="136"/>
                      <a:pt x="58" y="136"/>
                    </a:cubicBezTo>
                    <a:cubicBezTo>
                      <a:pt x="102" y="136"/>
                      <a:pt x="114" y="112"/>
                      <a:pt x="114" y="94"/>
                    </a:cubicBezTo>
                    <a:cubicBezTo>
                      <a:pt x="114" y="82"/>
                      <a:pt x="108" y="74"/>
                      <a:pt x="101" y="68"/>
                    </a:cubicBezTo>
                    <a:cubicBezTo>
                      <a:pt x="89" y="57"/>
                      <a:pt x="77" y="55"/>
                      <a:pt x="59" y="52"/>
                    </a:cubicBezTo>
                    <a:cubicBezTo>
                      <a:pt x="36" y="48"/>
                      <a:pt x="16" y="45"/>
                      <a:pt x="16" y="29"/>
                    </a:cubicBezTo>
                    <a:cubicBezTo>
                      <a:pt x="16" y="21"/>
                      <a:pt x="25" y="8"/>
                      <a:pt x="56" y="8"/>
                    </a:cubicBezTo>
                    <a:cubicBezTo>
                      <a:pt x="77" y="8"/>
                      <a:pt x="92" y="16"/>
                      <a:pt x="94" y="37"/>
                    </a:cubicBezTo>
                    <a:cubicBezTo>
                      <a:pt x="94" y="41"/>
                      <a:pt x="95" y="44"/>
                      <a:pt x="100" y="44"/>
                    </a:cubicBezTo>
                    <a:cubicBezTo>
                      <a:pt x="105" y="44"/>
                      <a:pt x="105" y="41"/>
                      <a:pt x="105" y="35"/>
                    </a:cubicBezTo>
                    <a:lnTo>
                      <a:pt x="105" y="8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11" name="Freeform 74">
                <a:extLst>
                  <a:ext uri="{FF2B5EF4-FFF2-40B4-BE49-F238E27FC236}">
                    <a16:creationId xmlns:a16="http://schemas.microsoft.com/office/drawing/2014/main" id="{3072BCBB-70EE-47DB-B5F5-E52215431903}"/>
                  </a:ext>
                </a:extLst>
              </p:cNvPr>
              <p:cNvSpPr>
                <a:spLocks noEditPoint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4576763" y="3535363"/>
                <a:ext cx="55563" cy="63500"/>
              </a:xfrm>
              <a:custGeom>
                <a:avLst/>
                <a:gdLst>
                  <a:gd name="T0" fmla="*/ 0 w 244"/>
                  <a:gd name="T1" fmla="*/ 0 h 280"/>
                  <a:gd name="T2" fmla="*/ 0 w 244"/>
                  <a:gd name="T3" fmla="*/ 8 h 280"/>
                  <a:gd name="T4" fmla="*/ 41 w 244"/>
                  <a:gd name="T5" fmla="*/ 46 h 280"/>
                  <a:gd name="T6" fmla="*/ 41 w 244"/>
                  <a:gd name="T7" fmla="*/ 234 h 280"/>
                  <a:gd name="T8" fmla="*/ 0 w 244"/>
                  <a:gd name="T9" fmla="*/ 272 h 280"/>
                  <a:gd name="T10" fmla="*/ 0 w 244"/>
                  <a:gd name="T11" fmla="*/ 280 h 280"/>
                  <a:gd name="T12" fmla="*/ 142 w 244"/>
                  <a:gd name="T13" fmla="*/ 280 h 280"/>
                  <a:gd name="T14" fmla="*/ 220 w 244"/>
                  <a:gd name="T15" fmla="*/ 257 h 280"/>
                  <a:gd name="T16" fmla="*/ 244 w 244"/>
                  <a:gd name="T17" fmla="*/ 204 h 280"/>
                  <a:gd name="T18" fmla="*/ 223 w 244"/>
                  <a:gd name="T19" fmla="*/ 156 h 280"/>
                  <a:gd name="T20" fmla="*/ 172 w 244"/>
                  <a:gd name="T21" fmla="*/ 133 h 280"/>
                  <a:gd name="T22" fmla="*/ 213 w 244"/>
                  <a:gd name="T23" fmla="*/ 114 h 280"/>
                  <a:gd name="T24" fmla="*/ 230 w 244"/>
                  <a:gd name="T25" fmla="*/ 72 h 280"/>
                  <a:gd name="T26" fmla="*/ 119 w 244"/>
                  <a:gd name="T27" fmla="*/ 0 h 280"/>
                  <a:gd name="T28" fmla="*/ 0 w 244"/>
                  <a:gd name="T29" fmla="*/ 0 h 280"/>
                  <a:gd name="T30" fmla="*/ 84 w 244"/>
                  <a:gd name="T31" fmla="*/ 142 h 280"/>
                  <a:gd name="T32" fmla="*/ 160 w 244"/>
                  <a:gd name="T33" fmla="*/ 151 h 280"/>
                  <a:gd name="T34" fmla="*/ 195 w 244"/>
                  <a:gd name="T35" fmla="*/ 205 h 280"/>
                  <a:gd name="T36" fmla="*/ 170 w 244"/>
                  <a:gd name="T37" fmla="*/ 254 h 280"/>
                  <a:gd name="T38" fmla="*/ 111 w 244"/>
                  <a:gd name="T39" fmla="*/ 265 h 280"/>
                  <a:gd name="T40" fmla="*/ 84 w 244"/>
                  <a:gd name="T41" fmla="*/ 247 h 280"/>
                  <a:gd name="T42" fmla="*/ 84 w 244"/>
                  <a:gd name="T43" fmla="*/ 142 h 280"/>
                  <a:gd name="T44" fmla="*/ 84 w 244"/>
                  <a:gd name="T45" fmla="*/ 125 h 280"/>
                  <a:gd name="T46" fmla="*/ 84 w 244"/>
                  <a:gd name="T47" fmla="*/ 29 h 280"/>
                  <a:gd name="T48" fmla="*/ 93 w 244"/>
                  <a:gd name="T49" fmla="*/ 16 h 280"/>
                  <a:gd name="T50" fmla="*/ 112 w 244"/>
                  <a:gd name="T51" fmla="*/ 16 h 280"/>
                  <a:gd name="T52" fmla="*/ 186 w 244"/>
                  <a:gd name="T53" fmla="*/ 74 h 280"/>
                  <a:gd name="T54" fmla="*/ 124 w 244"/>
                  <a:gd name="T55" fmla="*/ 125 h 280"/>
                  <a:gd name="T56" fmla="*/ 84 w 244"/>
                  <a:gd name="T57" fmla="*/ 125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44" h="280">
                    <a:moveTo>
                      <a:pt x="0" y="0"/>
                    </a:moveTo>
                    <a:lnTo>
                      <a:pt x="0" y="8"/>
                    </a:lnTo>
                    <a:cubicBezTo>
                      <a:pt x="36" y="10"/>
                      <a:pt x="41" y="15"/>
                      <a:pt x="41" y="46"/>
                    </a:cubicBezTo>
                    <a:lnTo>
                      <a:pt x="41" y="234"/>
                    </a:lnTo>
                    <a:cubicBezTo>
                      <a:pt x="41" y="266"/>
                      <a:pt x="35" y="271"/>
                      <a:pt x="0" y="272"/>
                    </a:cubicBezTo>
                    <a:lnTo>
                      <a:pt x="0" y="280"/>
                    </a:lnTo>
                    <a:lnTo>
                      <a:pt x="142" y="280"/>
                    </a:lnTo>
                    <a:cubicBezTo>
                      <a:pt x="175" y="280"/>
                      <a:pt x="205" y="271"/>
                      <a:pt x="220" y="257"/>
                    </a:cubicBezTo>
                    <a:cubicBezTo>
                      <a:pt x="236" y="244"/>
                      <a:pt x="244" y="225"/>
                      <a:pt x="244" y="204"/>
                    </a:cubicBezTo>
                    <a:cubicBezTo>
                      <a:pt x="244" y="186"/>
                      <a:pt x="236" y="169"/>
                      <a:pt x="223" y="156"/>
                    </a:cubicBezTo>
                    <a:cubicBezTo>
                      <a:pt x="211" y="145"/>
                      <a:pt x="199" y="140"/>
                      <a:pt x="172" y="133"/>
                    </a:cubicBezTo>
                    <a:cubicBezTo>
                      <a:pt x="194" y="128"/>
                      <a:pt x="203" y="123"/>
                      <a:pt x="213" y="114"/>
                    </a:cubicBezTo>
                    <a:cubicBezTo>
                      <a:pt x="223" y="105"/>
                      <a:pt x="230" y="90"/>
                      <a:pt x="230" y="72"/>
                    </a:cubicBezTo>
                    <a:cubicBezTo>
                      <a:pt x="230" y="25"/>
                      <a:pt x="192" y="0"/>
                      <a:pt x="119" y="0"/>
                    </a:cubicBezTo>
                    <a:lnTo>
                      <a:pt x="0" y="0"/>
                    </a:lnTo>
                    <a:close/>
                    <a:moveTo>
                      <a:pt x="84" y="142"/>
                    </a:moveTo>
                    <a:cubicBezTo>
                      <a:pt x="125" y="142"/>
                      <a:pt x="145" y="145"/>
                      <a:pt x="160" y="151"/>
                    </a:cubicBezTo>
                    <a:cubicBezTo>
                      <a:pt x="184" y="161"/>
                      <a:pt x="195" y="178"/>
                      <a:pt x="195" y="205"/>
                    </a:cubicBezTo>
                    <a:cubicBezTo>
                      <a:pt x="195" y="227"/>
                      <a:pt x="186" y="244"/>
                      <a:pt x="170" y="254"/>
                    </a:cubicBezTo>
                    <a:cubicBezTo>
                      <a:pt x="156" y="261"/>
                      <a:pt x="139" y="265"/>
                      <a:pt x="111" y="265"/>
                    </a:cubicBezTo>
                    <a:cubicBezTo>
                      <a:pt x="90" y="265"/>
                      <a:pt x="84" y="261"/>
                      <a:pt x="84" y="247"/>
                    </a:cubicBezTo>
                    <a:lnTo>
                      <a:pt x="84" y="142"/>
                    </a:lnTo>
                    <a:close/>
                    <a:moveTo>
                      <a:pt x="84" y="125"/>
                    </a:moveTo>
                    <a:lnTo>
                      <a:pt x="84" y="29"/>
                    </a:lnTo>
                    <a:cubicBezTo>
                      <a:pt x="84" y="20"/>
                      <a:pt x="87" y="16"/>
                      <a:pt x="93" y="16"/>
                    </a:cubicBezTo>
                    <a:lnTo>
                      <a:pt x="112" y="16"/>
                    </a:lnTo>
                    <a:cubicBezTo>
                      <a:pt x="161" y="16"/>
                      <a:pt x="186" y="36"/>
                      <a:pt x="186" y="74"/>
                    </a:cubicBezTo>
                    <a:cubicBezTo>
                      <a:pt x="186" y="107"/>
                      <a:pt x="164" y="125"/>
                      <a:pt x="124" y="125"/>
                    </a:cubicBezTo>
                    <a:lnTo>
                      <a:pt x="84" y="125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4" name="Freeform 75">
                <a:extLst>
                  <a:ext uri="{FF2B5EF4-FFF2-40B4-BE49-F238E27FC236}">
                    <a16:creationId xmlns:a16="http://schemas.microsoft.com/office/drawing/2014/main" id="{28D8C9A8-D8D9-4DE3-A100-ED004F9319DC}"/>
                  </a:ext>
                </a:extLst>
              </p:cNvPr>
              <p:cNvSpPr>
                <a:spLocks noEditPoint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4641850" y="3554413"/>
                <a:ext cx="42863" cy="46038"/>
              </a:xfrm>
              <a:custGeom>
                <a:avLst/>
                <a:gdLst>
                  <a:gd name="T0" fmla="*/ 93 w 186"/>
                  <a:gd name="T1" fmla="*/ 0 h 199"/>
                  <a:gd name="T2" fmla="*/ 0 w 186"/>
                  <a:gd name="T3" fmla="*/ 99 h 199"/>
                  <a:gd name="T4" fmla="*/ 92 w 186"/>
                  <a:gd name="T5" fmla="*/ 199 h 199"/>
                  <a:gd name="T6" fmla="*/ 186 w 186"/>
                  <a:gd name="T7" fmla="*/ 95 h 199"/>
                  <a:gd name="T8" fmla="*/ 93 w 186"/>
                  <a:gd name="T9" fmla="*/ 0 h 199"/>
                  <a:gd name="T10" fmla="*/ 88 w 186"/>
                  <a:gd name="T11" fmla="*/ 12 h 199"/>
                  <a:gd name="T12" fmla="*/ 148 w 186"/>
                  <a:gd name="T13" fmla="*/ 110 h 199"/>
                  <a:gd name="T14" fmla="*/ 98 w 186"/>
                  <a:gd name="T15" fmla="*/ 187 h 199"/>
                  <a:gd name="T16" fmla="*/ 56 w 186"/>
                  <a:gd name="T17" fmla="*/ 160 h 199"/>
                  <a:gd name="T18" fmla="*/ 38 w 186"/>
                  <a:gd name="T19" fmla="*/ 78 h 199"/>
                  <a:gd name="T20" fmla="*/ 88 w 186"/>
                  <a:gd name="T21" fmla="*/ 12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6" h="199">
                    <a:moveTo>
                      <a:pt x="93" y="0"/>
                    </a:moveTo>
                    <a:cubicBezTo>
                      <a:pt x="38" y="0"/>
                      <a:pt x="0" y="40"/>
                      <a:pt x="0" y="99"/>
                    </a:cubicBezTo>
                    <a:cubicBezTo>
                      <a:pt x="0" y="156"/>
                      <a:pt x="39" y="199"/>
                      <a:pt x="92" y="199"/>
                    </a:cubicBezTo>
                    <a:cubicBezTo>
                      <a:pt x="146" y="199"/>
                      <a:pt x="186" y="154"/>
                      <a:pt x="186" y="95"/>
                    </a:cubicBezTo>
                    <a:cubicBezTo>
                      <a:pt x="186" y="40"/>
                      <a:pt x="147" y="0"/>
                      <a:pt x="93" y="0"/>
                    </a:cubicBezTo>
                    <a:close/>
                    <a:moveTo>
                      <a:pt x="88" y="12"/>
                    </a:moveTo>
                    <a:cubicBezTo>
                      <a:pt x="123" y="12"/>
                      <a:pt x="148" y="52"/>
                      <a:pt x="148" y="110"/>
                    </a:cubicBezTo>
                    <a:cubicBezTo>
                      <a:pt x="148" y="158"/>
                      <a:pt x="129" y="187"/>
                      <a:pt x="98" y="187"/>
                    </a:cubicBezTo>
                    <a:cubicBezTo>
                      <a:pt x="81" y="187"/>
                      <a:pt x="65" y="177"/>
                      <a:pt x="56" y="160"/>
                    </a:cubicBezTo>
                    <a:cubicBezTo>
                      <a:pt x="45" y="138"/>
                      <a:pt x="38" y="108"/>
                      <a:pt x="38" y="78"/>
                    </a:cubicBezTo>
                    <a:cubicBezTo>
                      <a:pt x="38" y="38"/>
                      <a:pt x="58" y="12"/>
                      <a:pt x="88" y="12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5" name="Freeform 76">
                <a:extLst>
                  <a:ext uri="{FF2B5EF4-FFF2-40B4-BE49-F238E27FC236}">
                    <a16:creationId xmlns:a16="http://schemas.microsoft.com/office/drawing/2014/main" id="{FBBA281C-1A46-40AF-8115-D6E7C4CF0B2B}"/>
                  </a:ext>
                </a:extLst>
              </p:cNvPr>
              <p:cNvSpPr>
                <a:spLocks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4687888" y="3556000"/>
                <a:ext cx="44450" cy="44450"/>
              </a:xfrm>
              <a:custGeom>
                <a:avLst/>
                <a:gdLst>
                  <a:gd name="T0" fmla="*/ 199 w 199"/>
                  <a:gd name="T1" fmla="*/ 169 h 195"/>
                  <a:gd name="T2" fmla="*/ 197 w 199"/>
                  <a:gd name="T3" fmla="*/ 169 h 195"/>
                  <a:gd name="T4" fmla="*/ 173 w 199"/>
                  <a:gd name="T5" fmla="*/ 145 h 195"/>
                  <a:gd name="T6" fmla="*/ 173 w 199"/>
                  <a:gd name="T7" fmla="*/ 0 h 195"/>
                  <a:gd name="T8" fmla="*/ 106 w 199"/>
                  <a:gd name="T9" fmla="*/ 0 h 195"/>
                  <a:gd name="T10" fmla="*/ 106 w 199"/>
                  <a:gd name="T11" fmla="*/ 7 h 195"/>
                  <a:gd name="T12" fmla="*/ 137 w 199"/>
                  <a:gd name="T13" fmla="*/ 34 h 195"/>
                  <a:gd name="T14" fmla="*/ 137 w 199"/>
                  <a:gd name="T15" fmla="*/ 133 h 195"/>
                  <a:gd name="T16" fmla="*/ 129 w 199"/>
                  <a:gd name="T17" fmla="*/ 156 h 195"/>
                  <a:gd name="T18" fmla="*/ 92 w 199"/>
                  <a:gd name="T19" fmla="*/ 170 h 195"/>
                  <a:gd name="T20" fmla="*/ 62 w 199"/>
                  <a:gd name="T21" fmla="*/ 138 h 195"/>
                  <a:gd name="T22" fmla="*/ 62 w 199"/>
                  <a:gd name="T23" fmla="*/ 0 h 195"/>
                  <a:gd name="T24" fmla="*/ 0 w 199"/>
                  <a:gd name="T25" fmla="*/ 0 h 195"/>
                  <a:gd name="T26" fmla="*/ 0 w 199"/>
                  <a:gd name="T27" fmla="*/ 6 h 195"/>
                  <a:gd name="T28" fmla="*/ 26 w 199"/>
                  <a:gd name="T29" fmla="*/ 33 h 195"/>
                  <a:gd name="T30" fmla="*/ 26 w 199"/>
                  <a:gd name="T31" fmla="*/ 140 h 195"/>
                  <a:gd name="T32" fmla="*/ 78 w 199"/>
                  <a:gd name="T33" fmla="*/ 195 h 195"/>
                  <a:gd name="T34" fmla="*/ 121 w 199"/>
                  <a:gd name="T35" fmla="*/ 176 h 195"/>
                  <a:gd name="T36" fmla="*/ 139 w 199"/>
                  <a:gd name="T37" fmla="*/ 158 h 195"/>
                  <a:gd name="T38" fmla="*/ 139 w 199"/>
                  <a:gd name="T39" fmla="*/ 193 h 195"/>
                  <a:gd name="T40" fmla="*/ 141 w 199"/>
                  <a:gd name="T41" fmla="*/ 194 h 195"/>
                  <a:gd name="T42" fmla="*/ 199 w 199"/>
                  <a:gd name="T43" fmla="*/ 175 h 195"/>
                  <a:gd name="T44" fmla="*/ 199 w 199"/>
                  <a:gd name="T45" fmla="*/ 169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9" h="195">
                    <a:moveTo>
                      <a:pt x="199" y="169"/>
                    </a:moveTo>
                    <a:lnTo>
                      <a:pt x="197" y="169"/>
                    </a:lnTo>
                    <a:cubicBezTo>
                      <a:pt x="177" y="169"/>
                      <a:pt x="173" y="165"/>
                      <a:pt x="173" y="145"/>
                    </a:cubicBezTo>
                    <a:lnTo>
                      <a:pt x="173" y="0"/>
                    </a:lnTo>
                    <a:lnTo>
                      <a:pt x="106" y="0"/>
                    </a:lnTo>
                    <a:lnTo>
                      <a:pt x="106" y="7"/>
                    </a:lnTo>
                    <a:cubicBezTo>
                      <a:pt x="132" y="8"/>
                      <a:pt x="137" y="13"/>
                      <a:pt x="137" y="34"/>
                    </a:cubicBezTo>
                    <a:lnTo>
                      <a:pt x="137" y="133"/>
                    </a:lnTo>
                    <a:cubicBezTo>
                      <a:pt x="137" y="145"/>
                      <a:pt x="135" y="151"/>
                      <a:pt x="129" y="156"/>
                    </a:cubicBezTo>
                    <a:cubicBezTo>
                      <a:pt x="118" y="165"/>
                      <a:pt x="105" y="170"/>
                      <a:pt x="92" y="170"/>
                    </a:cubicBezTo>
                    <a:cubicBezTo>
                      <a:pt x="76" y="170"/>
                      <a:pt x="62" y="156"/>
                      <a:pt x="62" y="138"/>
                    </a:cubicBezTo>
                    <a:lnTo>
                      <a:pt x="62" y="0"/>
                    </a:lnTo>
                    <a:lnTo>
                      <a:pt x="0" y="0"/>
                    </a:lnTo>
                    <a:lnTo>
                      <a:pt x="0" y="6"/>
                    </a:lnTo>
                    <a:cubicBezTo>
                      <a:pt x="20" y="7"/>
                      <a:pt x="26" y="13"/>
                      <a:pt x="26" y="33"/>
                    </a:cubicBezTo>
                    <a:lnTo>
                      <a:pt x="26" y="140"/>
                    </a:lnTo>
                    <a:cubicBezTo>
                      <a:pt x="26" y="173"/>
                      <a:pt x="47" y="195"/>
                      <a:pt x="78" y="195"/>
                    </a:cubicBezTo>
                    <a:cubicBezTo>
                      <a:pt x="93" y="195"/>
                      <a:pt x="110" y="188"/>
                      <a:pt x="121" y="176"/>
                    </a:cubicBezTo>
                    <a:lnTo>
                      <a:pt x="139" y="158"/>
                    </a:lnTo>
                    <a:lnTo>
                      <a:pt x="139" y="193"/>
                    </a:lnTo>
                    <a:lnTo>
                      <a:pt x="141" y="194"/>
                    </a:lnTo>
                    <a:cubicBezTo>
                      <a:pt x="162" y="186"/>
                      <a:pt x="177" y="181"/>
                      <a:pt x="199" y="175"/>
                    </a:cubicBezTo>
                    <a:lnTo>
                      <a:pt x="199" y="169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6" name="Freeform 77">
                <a:extLst>
                  <a:ext uri="{FF2B5EF4-FFF2-40B4-BE49-F238E27FC236}">
                    <a16:creationId xmlns:a16="http://schemas.microsoft.com/office/drawing/2014/main" id="{5753DE44-B02A-4EC1-8E7B-15DEEAC1F7CB}"/>
                  </a:ext>
                </a:extLst>
              </p:cNvPr>
              <p:cNvSpPr>
                <a:spLocks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4737100" y="3554413"/>
                <a:ext cx="44450" cy="44450"/>
              </a:xfrm>
              <a:custGeom>
                <a:avLst/>
                <a:gdLst>
                  <a:gd name="T0" fmla="*/ 0 w 198"/>
                  <a:gd name="T1" fmla="*/ 26 h 194"/>
                  <a:gd name="T2" fmla="*/ 11 w 198"/>
                  <a:gd name="T3" fmla="*/ 24 h 194"/>
                  <a:gd name="T4" fmla="*/ 27 w 198"/>
                  <a:gd name="T5" fmla="*/ 51 h 194"/>
                  <a:gd name="T6" fmla="*/ 27 w 198"/>
                  <a:gd name="T7" fmla="*/ 156 h 194"/>
                  <a:gd name="T8" fmla="*/ 1 w 198"/>
                  <a:gd name="T9" fmla="*/ 188 h 194"/>
                  <a:gd name="T10" fmla="*/ 1 w 198"/>
                  <a:gd name="T11" fmla="*/ 194 h 194"/>
                  <a:gd name="T12" fmla="*/ 90 w 198"/>
                  <a:gd name="T13" fmla="*/ 194 h 194"/>
                  <a:gd name="T14" fmla="*/ 90 w 198"/>
                  <a:gd name="T15" fmla="*/ 188 h 194"/>
                  <a:gd name="T16" fmla="*/ 62 w 198"/>
                  <a:gd name="T17" fmla="*/ 166 h 194"/>
                  <a:gd name="T18" fmla="*/ 62 w 198"/>
                  <a:gd name="T19" fmla="*/ 47 h 194"/>
                  <a:gd name="T20" fmla="*/ 106 w 198"/>
                  <a:gd name="T21" fmla="*/ 23 h 194"/>
                  <a:gd name="T22" fmla="*/ 137 w 198"/>
                  <a:gd name="T23" fmla="*/ 64 h 194"/>
                  <a:gd name="T24" fmla="*/ 137 w 198"/>
                  <a:gd name="T25" fmla="*/ 152 h 194"/>
                  <a:gd name="T26" fmla="*/ 110 w 198"/>
                  <a:gd name="T27" fmla="*/ 188 h 194"/>
                  <a:gd name="T28" fmla="*/ 110 w 198"/>
                  <a:gd name="T29" fmla="*/ 194 h 194"/>
                  <a:gd name="T30" fmla="*/ 198 w 198"/>
                  <a:gd name="T31" fmla="*/ 194 h 194"/>
                  <a:gd name="T32" fmla="*/ 198 w 198"/>
                  <a:gd name="T33" fmla="*/ 188 h 194"/>
                  <a:gd name="T34" fmla="*/ 172 w 198"/>
                  <a:gd name="T35" fmla="*/ 160 h 194"/>
                  <a:gd name="T36" fmla="*/ 172 w 198"/>
                  <a:gd name="T37" fmla="*/ 63 h 194"/>
                  <a:gd name="T38" fmla="*/ 123 w 198"/>
                  <a:gd name="T39" fmla="*/ 0 h 194"/>
                  <a:gd name="T40" fmla="*/ 61 w 198"/>
                  <a:gd name="T41" fmla="*/ 34 h 194"/>
                  <a:gd name="T42" fmla="*/ 61 w 198"/>
                  <a:gd name="T43" fmla="*/ 1 h 194"/>
                  <a:gd name="T44" fmla="*/ 58 w 198"/>
                  <a:gd name="T45" fmla="*/ 0 h 194"/>
                  <a:gd name="T46" fmla="*/ 0 w 198"/>
                  <a:gd name="T47" fmla="*/ 19 h 194"/>
                  <a:gd name="T48" fmla="*/ 0 w 198"/>
                  <a:gd name="T49" fmla="*/ 26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8" h="194">
                    <a:moveTo>
                      <a:pt x="0" y="26"/>
                    </a:moveTo>
                    <a:cubicBezTo>
                      <a:pt x="2" y="25"/>
                      <a:pt x="7" y="24"/>
                      <a:pt x="11" y="24"/>
                    </a:cubicBezTo>
                    <a:cubicBezTo>
                      <a:pt x="23" y="24"/>
                      <a:pt x="27" y="31"/>
                      <a:pt x="27" y="51"/>
                    </a:cubicBezTo>
                    <a:lnTo>
                      <a:pt x="27" y="156"/>
                    </a:lnTo>
                    <a:cubicBezTo>
                      <a:pt x="27" y="180"/>
                      <a:pt x="22" y="186"/>
                      <a:pt x="1" y="188"/>
                    </a:cubicBezTo>
                    <a:lnTo>
                      <a:pt x="1" y="194"/>
                    </a:lnTo>
                    <a:lnTo>
                      <a:pt x="90" y="194"/>
                    </a:lnTo>
                    <a:lnTo>
                      <a:pt x="90" y="188"/>
                    </a:lnTo>
                    <a:cubicBezTo>
                      <a:pt x="69" y="186"/>
                      <a:pt x="62" y="181"/>
                      <a:pt x="62" y="166"/>
                    </a:cubicBezTo>
                    <a:lnTo>
                      <a:pt x="62" y="47"/>
                    </a:lnTo>
                    <a:cubicBezTo>
                      <a:pt x="83" y="28"/>
                      <a:pt x="92" y="23"/>
                      <a:pt x="106" y="23"/>
                    </a:cubicBezTo>
                    <a:cubicBezTo>
                      <a:pt x="127" y="23"/>
                      <a:pt x="137" y="36"/>
                      <a:pt x="137" y="64"/>
                    </a:cubicBezTo>
                    <a:lnTo>
                      <a:pt x="137" y="152"/>
                    </a:lnTo>
                    <a:cubicBezTo>
                      <a:pt x="137" y="179"/>
                      <a:pt x="131" y="186"/>
                      <a:pt x="110" y="188"/>
                    </a:cubicBezTo>
                    <a:lnTo>
                      <a:pt x="110" y="194"/>
                    </a:lnTo>
                    <a:lnTo>
                      <a:pt x="198" y="194"/>
                    </a:lnTo>
                    <a:lnTo>
                      <a:pt x="198" y="188"/>
                    </a:lnTo>
                    <a:cubicBezTo>
                      <a:pt x="178" y="186"/>
                      <a:pt x="172" y="181"/>
                      <a:pt x="172" y="160"/>
                    </a:cubicBezTo>
                    <a:lnTo>
                      <a:pt x="172" y="63"/>
                    </a:lnTo>
                    <a:cubicBezTo>
                      <a:pt x="172" y="23"/>
                      <a:pt x="154" y="0"/>
                      <a:pt x="123" y="0"/>
                    </a:cubicBezTo>
                    <a:cubicBezTo>
                      <a:pt x="103" y="0"/>
                      <a:pt x="90" y="7"/>
                      <a:pt x="61" y="34"/>
                    </a:cubicBezTo>
                    <a:lnTo>
                      <a:pt x="61" y="1"/>
                    </a:lnTo>
                    <a:lnTo>
                      <a:pt x="58" y="0"/>
                    </a:lnTo>
                    <a:cubicBezTo>
                      <a:pt x="37" y="7"/>
                      <a:pt x="23" y="12"/>
                      <a:pt x="0" y="19"/>
                    </a:cubicBezTo>
                    <a:lnTo>
                      <a:pt x="0" y="26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7" name="Freeform 78">
                <a:extLst>
                  <a:ext uri="{FF2B5EF4-FFF2-40B4-BE49-F238E27FC236}">
                    <a16:creationId xmlns:a16="http://schemas.microsoft.com/office/drawing/2014/main" id="{45F54DFA-EAF5-4F4F-AD46-14A699B14033}"/>
                  </a:ext>
                </a:extLst>
              </p:cNvPr>
              <p:cNvSpPr>
                <a:spLocks noEditPoint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4784725" y="3533775"/>
                <a:ext cx="44450" cy="66675"/>
              </a:xfrm>
              <a:custGeom>
                <a:avLst/>
                <a:gdLst>
                  <a:gd name="T0" fmla="*/ 134 w 197"/>
                  <a:gd name="T1" fmla="*/ 294 h 294"/>
                  <a:gd name="T2" fmla="*/ 197 w 197"/>
                  <a:gd name="T3" fmla="*/ 272 h 294"/>
                  <a:gd name="T4" fmla="*/ 197 w 197"/>
                  <a:gd name="T5" fmla="*/ 265 h 294"/>
                  <a:gd name="T6" fmla="*/ 187 w 197"/>
                  <a:gd name="T7" fmla="*/ 265 h 294"/>
                  <a:gd name="T8" fmla="*/ 168 w 197"/>
                  <a:gd name="T9" fmla="*/ 241 h 294"/>
                  <a:gd name="T10" fmla="*/ 168 w 197"/>
                  <a:gd name="T11" fmla="*/ 1 h 294"/>
                  <a:gd name="T12" fmla="*/ 166 w 197"/>
                  <a:gd name="T13" fmla="*/ 0 h 294"/>
                  <a:gd name="T14" fmla="*/ 104 w 197"/>
                  <a:gd name="T15" fmla="*/ 19 h 294"/>
                  <a:gd name="T16" fmla="*/ 104 w 197"/>
                  <a:gd name="T17" fmla="*/ 26 h 294"/>
                  <a:gd name="T18" fmla="*/ 113 w 197"/>
                  <a:gd name="T19" fmla="*/ 25 h 294"/>
                  <a:gd name="T20" fmla="*/ 133 w 197"/>
                  <a:gd name="T21" fmla="*/ 47 h 294"/>
                  <a:gd name="T22" fmla="*/ 133 w 197"/>
                  <a:gd name="T23" fmla="*/ 113 h 294"/>
                  <a:gd name="T24" fmla="*/ 88 w 197"/>
                  <a:gd name="T25" fmla="*/ 95 h 294"/>
                  <a:gd name="T26" fmla="*/ 0 w 197"/>
                  <a:gd name="T27" fmla="*/ 203 h 294"/>
                  <a:gd name="T28" fmla="*/ 78 w 197"/>
                  <a:gd name="T29" fmla="*/ 294 h 294"/>
                  <a:gd name="T30" fmla="*/ 133 w 197"/>
                  <a:gd name="T31" fmla="*/ 265 h 294"/>
                  <a:gd name="T32" fmla="*/ 133 w 197"/>
                  <a:gd name="T33" fmla="*/ 292 h 294"/>
                  <a:gd name="T34" fmla="*/ 134 w 197"/>
                  <a:gd name="T35" fmla="*/ 294 h 294"/>
                  <a:gd name="T36" fmla="*/ 133 w 197"/>
                  <a:gd name="T37" fmla="*/ 246 h 294"/>
                  <a:gd name="T38" fmla="*/ 125 w 197"/>
                  <a:gd name="T39" fmla="*/ 259 h 294"/>
                  <a:gd name="T40" fmla="*/ 95 w 197"/>
                  <a:gd name="T41" fmla="*/ 272 h 294"/>
                  <a:gd name="T42" fmla="*/ 37 w 197"/>
                  <a:gd name="T43" fmla="*/ 186 h 294"/>
                  <a:gd name="T44" fmla="*/ 89 w 197"/>
                  <a:gd name="T45" fmla="*/ 107 h 294"/>
                  <a:gd name="T46" fmla="*/ 133 w 197"/>
                  <a:gd name="T47" fmla="*/ 149 h 294"/>
                  <a:gd name="T48" fmla="*/ 133 w 197"/>
                  <a:gd name="T49" fmla="*/ 246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7" h="294">
                    <a:moveTo>
                      <a:pt x="134" y="294"/>
                    </a:moveTo>
                    <a:lnTo>
                      <a:pt x="197" y="272"/>
                    </a:lnTo>
                    <a:lnTo>
                      <a:pt x="197" y="265"/>
                    </a:lnTo>
                    <a:cubicBezTo>
                      <a:pt x="189" y="265"/>
                      <a:pt x="188" y="265"/>
                      <a:pt x="187" y="265"/>
                    </a:cubicBezTo>
                    <a:cubicBezTo>
                      <a:pt x="172" y="265"/>
                      <a:pt x="168" y="261"/>
                      <a:pt x="168" y="241"/>
                    </a:cubicBezTo>
                    <a:lnTo>
                      <a:pt x="168" y="1"/>
                    </a:lnTo>
                    <a:lnTo>
                      <a:pt x="166" y="0"/>
                    </a:lnTo>
                    <a:cubicBezTo>
                      <a:pt x="146" y="8"/>
                      <a:pt x="131" y="12"/>
                      <a:pt x="104" y="19"/>
                    </a:cubicBezTo>
                    <a:lnTo>
                      <a:pt x="104" y="26"/>
                    </a:lnTo>
                    <a:cubicBezTo>
                      <a:pt x="107" y="25"/>
                      <a:pt x="110" y="25"/>
                      <a:pt x="113" y="25"/>
                    </a:cubicBezTo>
                    <a:cubicBezTo>
                      <a:pt x="129" y="25"/>
                      <a:pt x="133" y="30"/>
                      <a:pt x="133" y="47"/>
                    </a:cubicBezTo>
                    <a:lnTo>
                      <a:pt x="133" y="113"/>
                    </a:lnTo>
                    <a:cubicBezTo>
                      <a:pt x="117" y="99"/>
                      <a:pt x="105" y="95"/>
                      <a:pt x="88" y="95"/>
                    </a:cubicBezTo>
                    <a:cubicBezTo>
                      <a:pt x="40" y="95"/>
                      <a:pt x="0" y="143"/>
                      <a:pt x="0" y="203"/>
                    </a:cubicBezTo>
                    <a:cubicBezTo>
                      <a:pt x="0" y="257"/>
                      <a:pt x="32" y="294"/>
                      <a:pt x="78" y="294"/>
                    </a:cubicBezTo>
                    <a:cubicBezTo>
                      <a:pt x="102" y="294"/>
                      <a:pt x="118" y="285"/>
                      <a:pt x="133" y="265"/>
                    </a:cubicBezTo>
                    <a:lnTo>
                      <a:pt x="133" y="292"/>
                    </a:lnTo>
                    <a:lnTo>
                      <a:pt x="134" y="294"/>
                    </a:lnTo>
                    <a:close/>
                    <a:moveTo>
                      <a:pt x="133" y="246"/>
                    </a:moveTo>
                    <a:cubicBezTo>
                      <a:pt x="133" y="249"/>
                      <a:pt x="130" y="254"/>
                      <a:pt x="125" y="259"/>
                    </a:cubicBezTo>
                    <a:cubicBezTo>
                      <a:pt x="118" y="267"/>
                      <a:pt x="107" y="272"/>
                      <a:pt x="95" y="272"/>
                    </a:cubicBezTo>
                    <a:cubicBezTo>
                      <a:pt x="60" y="272"/>
                      <a:pt x="37" y="238"/>
                      <a:pt x="37" y="186"/>
                    </a:cubicBezTo>
                    <a:cubicBezTo>
                      <a:pt x="37" y="138"/>
                      <a:pt x="57" y="107"/>
                      <a:pt x="89" y="107"/>
                    </a:cubicBezTo>
                    <a:cubicBezTo>
                      <a:pt x="112" y="107"/>
                      <a:pt x="133" y="126"/>
                      <a:pt x="133" y="149"/>
                    </a:cubicBezTo>
                    <a:lnTo>
                      <a:pt x="133" y="246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8" name="Freeform 79">
                <a:extLst>
                  <a:ext uri="{FF2B5EF4-FFF2-40B4-BE49-F238E27FC236}">
                    <a16:creationId xmlns:a16="http://schemas.microsoft.com/office/drawing/2014/main" id="{681DF350-0849-40D2-9332-FDA170312187}"/>
                  </a:ext>
                </a:extLst>
              </p:cNvPr>
              <p:cNvSpPr>
                <a:spLocks noEditPoint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4833938" y="3554413"/>
                <a:ext cx="38100" cy="46038"/>
              </a:xfrm>
              <a:custGeom>
                <a:avLst/>
                <a:gdLst>
                  <a:gd name="T0" fmla="*/ 171 w 171"/>
                  <a:gd name="T1" fmla="*/ 166 h 199"/>
                  <a:gd name="T2" fmla="*/ 153 w 171"/>
                  <a:gd name="T3" fmla="*/ 174 h 199"/>
                  <a:gd name="T4" fmla="*/ 140 w 171"/>
                  <a:gd name="T5" fmla="*/ 150 h 199"/>
                  <a:gd name="T6" fmla="*/ 140 w 171"/>
                  <a:gd name="T7" fmla="*/ 67 h 199"/>
                  <a:gd name="T8" fmla="*/ 132 w 171"/>
                  <a:gd name="T9" fmla="*/ 23 h 199"/>
                  <a:gd name="T10" fmla="*/ 79 w 171"/>
                  <a:gd name="T11" fmla="*/ 0 h 199"/>
                  <a:gd name="T12" fmla="*/ 8 w 171"/>
                  <a:gd name="T13" fmla="*/ 47 h 199"/>
                  <a:gd name="T14" fmla="*/ 26 w 171"/>
                  <a:gd name="T15" fmla="*/ 65 h 199"/>
                  <a:gd name="T16" fmla="*/ 45 w 171"/>
                  <a:gd name="T17" fmla="*/ 48 h 199"/>
                  <a:gd name="T18" fmla="*/ 45 w 171"/>
                  <a:gd name="T19" fmla="*/ 41 h 199"/>
                  <a:gd name="T20" fmla="*/ 43 w 171"/>
                  <a:gd name="T21" fmla="*/ 31 h 199"/>
                  <a:gd name="T22" fmla="*/ 74 w 171"/>
                  <a:gd name="T23" fmla="*/ 10 h 199"/>
                  <a:gd name="T24" fmla="*/ 106 w 171"/>
                  <a:gd name="T25" fmla="*/ 45 h 199"/>
                  <a:gd name="T26" fmla="*/ 106 w 171"/>
                  <a:gd name="T27" fmla="*/ 71 h 199"/>
                  <a:gd name="T28" fmla="*/ 15 w 171"/>
                  <a:gd name="T29" fmla="*/ 116 h 199"/>
                  <a:gd name="T30" fmla="*/ 0 w 171"/>
                  <a:gd name="T31" fmla="*/ 153 h 199"/>
                  <a:gd name="T32" fmla="*/ 45 w 171"/>
                  <a:gd name="T33" fmla="*/ 199 h 199"/>
                  <a:gd name="T34" fmla="*/ 106 w 171"/>
                  <a:gd name="T35" fmla="*/ 168 h 199"/>
                  <a:gd name="T36" fmla="*/ 133 w 171"/>
                  <a:gd name="T37" fmla="*/ 199 h 199"/>
                  <a:gd name="T38" fmla="*/ 171 w 171"/>
                  <a:gd name="T39" fmla="*/ 177 h 199"/>
                  <a:gd name="T40" fmla="*/ 171 w 171"/>
                  <a:gd name="T41" fmla="*/ 166 h 199"/>
                  <a:gd name="T42" fmla="*/ 106 w 171"/>
                  <a:gd name="T43" fmla="*/ 142 h 199"/>
                  <a:gd name="T44" fmla="*/ 95 w 171"/>
                  <a:gd name="T45" fmla="*/ 164 h 199"/>
                  <a:gd name="T46" fmla="*/ 64 w 171"/>
                  <a:gd name="T47" fmla="*/ 174 h 199"/>
                  <a:gd name="T48" fmla="*/ 37 w 171"/>
                  <a:gd name="T49" fmla="*/ 141 h 199"/>
                  <a:gd name="T50" fmla="*/ 37 w 171"/>
                  <a:gd name="T51" fmla="*/ 140 h 199"/>
                  <a:gd name="T52" fmla="*/ 106 w 171"/>
                  <a:gd name="T53" fmla="*/ 81 h 199"/>
                  <a:gd name="T54" fmla="*/ 106 w 171"/>
                  <a:gd name="T55" fmla="*/ 142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71" h="199">
                    <a:moveTo>
                      <a:pt x="171" y="166"/>
                    </a:moveTo>
                    <a:cubicBezTo>
                      <a:pt x="164" y="172"/>
                      <a:pt x="159" y="174"/>
                      <a:pt x="153" y="174"/>
                    </a:cubicBezTo>
                    <a:cubicBezTo>
                      <a:pt x="143" y="174"/>
                      <a:pt x="140" y="169"/>
                      <a:pt x="140" y="150"/>
                    </a:cubicBezTo>
                    <a:lnTo>
                      <a:pt x="140" y="67"/>
                    </a:lnTo>
                    <a:cubicBezTo>
                      <a:pt x="140" y="45"/>
                      <a:pt x="138" y="33"/>
                      <a:pt x="132" y="23"/>
                    </a:cubicBezTo>
                    <a:cubicBezTo>
                      <a:pt x="122" y="8"/>
                      <a:pt x="104" y="0"/>
                      <a:pt x="79" y="0"/>
                    </a:cubicBezTo>
                    <a:cubicBezTo>
                      <a:pt x="39" y="0"/>
                      <a:pt x="8" y="20"/>
                      <a:pt x="8" y="47"/>
                    </a:cubicBezTo>
                    <a:cubicBezTo>
                      <a:pt x="8" y="57"/>
                      <a:pt x="17" y="65"/>
                      <a:pt x="26" y="65"/>
                    </a:cubicBezTo>
                    <a:cubicBezTo>
                      <a:pt x="36" y="65"/>
                      <a:pt x="45" y="57"/>
                      <a:pt x="45" y="48"/>
                    </a:cubicBezTo>
                    <a:cubicBezTo>
                      <a:pt x="45" y="46"/>
                      <a:pt x="45" y="44"/>
                      <a:pt x="45" y="41"/>
                    </a:cubicBezTo>
                    <a:cubicBezTo>
                      <a:pt x="44" y="37"/>
                      <a:pt x="43" y="34"/>
                      <a:pt x="43" y="31"/>
                    </a:cubicBezTo>
                    <a:cubicBezTo>
                      <a:pt x="43" y="19"/>
                      <a:pt x="57" y="10"/>
                      <a:pt x="74" y="10"/>
                    </a:cubicBezTo>
                    <a:cubicBezTo>
                      <a:pt x="94" y="10"/>
                      <a:pt x="106" y="22"/>
                      <a:pt x="106" y="45"/>
                    </a:cubicBezTo>
                    <a:lnTo>
                      <a:pt x="106" y="71"/>
                    </a:lnTo>
                    <a:cubicBezTo>
                      <a:pt x="41" y="97"/>
                      <a:pt x="34" y="100"/>
                      <a:pt x="15" y="116"/>
                    </a:cubicBezTo>
                    <a:cubicBezTo>
                      <a:pt x="6" y="125"/>
                      <a:pt x="0" y="139"/>
                      <a:pt x="0" y="153"/>
                    </a:cubicBezTo>
                    <a:cubicBezTo>
                      <a:pt x="0" y="180"/>
                      <a:pt x="19" y="199"/>
                      <a:pt x="45" y="199"/>
                    </a:cubicBezTo>
                    <a:cubicBezTo>
                      <a:pt x="63" y="199"/>
                      <a:pt x="81" y="190"/>
                      <a:pt x="106" y="168"/>
                    </a:cubicBezTo>
                    <a:cubicBezTo>
                      <a:pt x="108" y="190"/>
                      <a:pt x="116" y="199"/>
                      <a:pt x="133" y="199"/>
                    </a:cubicBezTo>
                    <a:cubicBezTo>
                      <a:pt x="148" y="199"/>
                      <a:pt x="157" y="194"/>
                      <a:pt x="171" y="177"/>
                    </a:cubicBezTo>
                    <a:lnTo>
                      <a:pt x="171" y="166"/>
                    </a:lnTo>
                    <a:close/>
                    <a:moveTo>
                      <a:pt x="106" y="142"/>
                    </a:moveTo>
                    <a:cubicBezTo>
                      <a:pt x="106" y="155"/>
                      <a:pt x="104" y="159"/>
                      <a:pt x="95" y="164"/>
                    </a:cubicBezTo>
                    <a:cubicBezTo>
                      <a:pt x="85" y="170"/>
                      <a:pt x="73" y="174"/>
                      <a:pt x="64" y="174"/>
                    </a:cubicBezTo>
                    <a:cubicBezTo>
                      <a:pt x="49" y="174"/>
                      <a:pt x="37" y="160"/>
                      <a:pt x="37" y="141"/>
                    </a:cubicBezTo>
                    <a:lnTo>
                      <a:pt x="37" y="140"/>
                    </a:lnTo>
                    <a:cubicBezTo>
                      <a:pt x="37" y="115"/>
                      <a:pt x="55" y="100"/>
                      <a:pt x="106" y="81"/>
                    </a:cubicBezTo>
                    <a:lnTo>
                      <a:pt x="106" y="142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9" name="Freeform 80">
                <a:extLst>
                  <a:ext uri="{FF2B5EF4-FFF2-40B4-BE49-F238E27FC236}">
                    <a16:creationId xmlns:a16="http://schemas.microsoft.com/office/drawing/2014/main" id="{BFF2101D-9889-472E-B055-69C130ECABFD}"/>
                  </a:ext>
                </a:extLst>
              </p:cNvPr>
              <p:cNvSpPr>
                <a:spLocks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4873625" y="3554413"/>
                <a:ext cx="30163" cy="44450"/>
              </a:xfrm>
              <a:custGeom>
                <a:avLst/>
                <a:gdLst>
                  <a:gd name="T0" fmla="*/ 0 w 139"/>
                  <a:gd name="T1" fmla="*/ 29 h 194"/>
                  <a:gd name="T2" fmla="*/ 15 w 139"/>
                  <a:gd name="T3" fmla="*/ 28 h 194"/>
                  <a:gd name="T4" fmla="*/ 30 w 139"/>
                  <a:gd name="T5" fmla="*/ 53 h 194"/>
                  <a:gd name="T6" fmla="*/ 30 w 139"/>
                  <a:gd name="T7" fmla="*/ 159 h 194"/>
                  <a:gd name="T8" fmla="*/ 0 w 139"/>
                  <a:gd name="T9" fmla="*/ 188 h 194"/>
                  <a:gd name="T10" fmla="*/ 0 w 139"/>
                  <a:gd name="T11" fmla="*/ 194 h 194"/>
                  <a:gd name="T12" fmla="*/ 101 w 139"/>
                  <a:gd name="T13" fmla="*/ 194 h 194"/>
                  <a:gd name="T14" fmla="*/ 101 w 139"/>
                  <a:gd name="T15" fmla="*/ 188 h 194"/>
                  <a:gd name="T16" fmla="*/ 65 w 139"/>
                  <a:gd name="T17" fmla="*/ 156 h 194"/>
                  <a:gd name="T18" fmla="*/ 65 w 139"/>
                  <a:gd name="T19" fmla="*/ 61 h 194"/>
                  <a:gd name="T20" fmla="*/ 95 w 139"/>
                  <a:gd name="T21" fmla="*/ 26 h 194"/>
                  <a:gd name="T22" fmla="*/ 106 w 139"/>
                  <a:gd name="T23" fmla="*/ 33 h 194"/>
                  <a:gd name="T24" fmla="*/ 123 w 139"/>
                  <a:gd name="T25" fmla="*/ 41 h 194"/>
                  <a:gd name="T26" fmla="*/ 139 w 139"/>
                  <a:gd name="T27" fmla="*/ 22 h 194"/>
                  <a:gd name="T28" fmla="*/ 116 w 139"/>
                  <a:gd name="T29" fmla="*/ 0 h 194"/>
                  <a:gd name="T30" fmla="*/ 65 w 139"/>
                  <a:gd name="T31" fmla="*/ 39 h 194"/>
                  <a:gd name="T32" fmla="*/ 65 w 139"/>
                  <a:gd name="T33" fmla="*/ 1 h 194"/>
                  <a:gd name="T34" fmla="*/ 63 w 139"/>
                  <a:gd name="T35" fmla="*/ 0 h 194"/>
                  <a:gd name="T36" fmla="*/ 0 w 139"/>
                  <a:gd name="T37" fmla="*/ 23 h 194"/>
                  <a:gd name="T38" fmla="*/ 0 w 139"/>
                  <a:gd name="T39" fmla="*/ 29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39" h="194">
                    <a:moveTo>
                      <a:pt x="0" y="29"/>
                    </a:moveTo>
                    <a:cubicBezTo>
                      <a:pt x="6" y="28"/>
                      <a:pt x="10" y="28"/>
                      <a:pt x="15" y="28"/>
                    </a:cubicBezTo>
                    <a:cubicBezTo>
                      <a:pt x="26" y="28"/>
                      <a:pt x="30" y="34"/>
                      <a:pt x="30" y="53"/>
                    </a:cubicBezTo>
                    <a:lnTo>
                      <a:pt x="30" y="159"/>
                    </a:lnTo>
                    <a:cubicBezTo>
                      <a:pt x="30" y="180"/>
                      <a:pt x="27" y="183"/>
                      <a:pt x="0" y="188"/>
                    </a:cubicBezTo>
                    <a:lnTo>
                      <a:pt x="0" y="194"/>
                    </a:lnTo>
                    <a:lnTo>
                      <a:pt x="101" y="194"/>
                    </a:lnTo>
                    <a:lnTo>
                      <a:pt x="101" y="188"/>
                    </a:lnTo>
                    <a:cubicBezTo>
                      <a:pt x="72" y="187"/>
                      <a:pt x="65" y="180"/>
                      <a:pt x="65" y="156"/>
                    </a:cubicBezTo>
                    <a:lnTo>
                      <a:pt x="65" y="61"/>
                    </a:lnTo>
                    <a:cubicBezTo>
                      <a:pt x="65" y="48"/>
                      <a:pt x="83" y="26"/>
                      <a:pt x="95" y="26"/>
                    </a:cubicBezTo>
                    <a:cubicBezTo>
                      <a:pt x="97" y="26"/>
                      <a:pt x="101" y="28"/>
                      <a:pt x="106" y="33"/>
                    </a:cubicBezTo>
                    <a:cubicBezTo>
                      <a:pt x="112" y="39"/>
                      <a:pt x="117" y="41"/>
                      <a:pt x="123" y="41"/>
                    </a:cubicBezTo>
                    <a:cubicBezTo>
                      <a:pt x="133" y="41"/>
                      <a:pt x="139" y="34"/>
                      <a:pt x="139" y="22"/>
                    </a:cubicBezTo>
                    <a:cubicBezTo>
                      <a:pt x="139" y="8"/>
                      <a:pt x="130" y="0"/>
                      <a:pt x="116" y="0"/>
                    </a:cubicBezTo>
                    <a:cubicBezTo>
                      <a:pt x="98" y="0"/>
                      <a:pt x="86" y="9"/>
                      <a:pt x="65" y="39"/>
                    </a:cubicBezTo>
                    <a:lnTo>
                      <a:pt x="65" y="1"/>
                    </a:lnTo>
                    <a:lnTo>
                      <a:pt x="63" y="0"/>
                    </a:lnTo>
                    <a:cubicBezTo>
                      <a:pt x="41" y="9"/>
                      <a:pt x="25" y="15"/>
                      <a:pt x="0" y="23"/>
                    </a:cubicBezTo>
                    <a:lnTo>
                      <a:pt x="0" y="29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0" name="Freeform 81">
                <a:extLst>
                  <a:ext uri="{FF2B5EF4-FFF2-40B4-BE49-F238E27FC236}">
                    <a16:creationId xmlns:a16="http://schemas.microsoft.com/office/drawing/2014/main" id="{02B7BEFE-F66C-432D-87C8-D2EBE34158B4}"/>
                  </a:ext>
                </a:extLst>
              </p:cNvPr>
              <p:cNvSpPr>
                <a:spLocks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4905375" y="3556000"/>
                <a:ext cx="44450" cy="63500"/>
              </a:xfrm>
              <a:custGeom>
                <a:avLst/>
                <a:gdLst>
                  <a:gd name="T0" fmla="*/ 195 w 195"/>
                  <a:gd name="T1" fmla="*/ 0 h 283"/>
                  <a:gd name="T2" fmla="*/ 138 w 195"/>
                  <a:gd name="T3" fmla="*/ 0 h 283"/>
                  <a:gd name="T4" fmla="*/ 138 w 195"/>
                  <a:gd name="T5" fmla="*/ 6 h 283"/>
                  <a:gd name="T6" fmla="*/ 159 w 195"/>
                  <a:gd name="T7" fmla="*/ 17 h 283"/>
                  <a:gd name="T8" fmla="*/ 157 w 195"/>
                  <a:gd name="T9" fmla="*/ 24 h 283"/>
                  <a:gd name="T10" fmla="*/ 116 w 195"/>
                  <a:gd name="T11" fmla="*/ 141 h 283"/>
                  <a:gd name="T12" fmla="*/ 67 w 195"/>
                  <a:gd name="T13" fmla="*/ 34 h 283"/>
                  <a:gd name="T14" fmla="*/ 63 w 195"/>
                  <a:gd name="T15" fmla="*/ 18 h 283"/>
                  <a:gd name="T16" fmla="*/ 87 w 195"/>
                  <a:gd name="T17" fmla="*/ 6 h 283"/>
                  <a:gd name="T18" fmla="*/ 87 w 195"/>
                  <a:gd name="T19" fmla="*/ 0 h 283"/>
                  <a:gd name="T20" fmla="*/ 0 w 195"/>
                  <a:gd name="T21" fmla="*/ 0 h 283"/>
                  <a:gd name="T22" fmla="*/ 0 w 195"/>
                  <a:gd name="T23" fmla="*/ 6 h 283"/>
                  <a:gd name="T24" fmla="*/ 22 w 195"/>
                  <a:gd name="T25" fmla="*/ 19 h 283"/>
                  <a:gd name="T26" fmla="*/ 70 w 195"/>
                  <a:gd name="T27" fmla="*/ 124 h 283"/>
                  <a:gd name="T28" fmla="*/ 71 w 195"/>
                  <a:gd name="T29" fmla="*/ 127 h 283"/>
                  <a:gd name="T30" fmla="*/ 78 w 195"/>
                  <a:gd name="T31" fmla="*/ 140 h 283"/>
                  <a:gd name="T32" fmla="*/ 96 w 195"/>
                  <a:gd name="T33" fmla="*/ 182 h 283"/>
                  <a:gd name="T34" fmla="*/ 79 w 195"/>
                  <a:gd name="T35" fmla="*/ 228 h 283"/>
                  <a:gd name="T36" fmla="*/ 58 w 195"/>
                  <a:gd name="T37" fmla="*/ 247 h 283"/>
                  <a:gd name="T38" fmla="*/ 48 w 195"/>
                  <a:gd name="T39" fmla="*/ 244 h 283"/>
                  <a:gd name="T40" fmla="*/ 25 w 195"/>
                  <a:gd name="T41" fmla="*/ 239 h 283"/>
                  <a:gd name="T42" fmla="*/ 7 w 195"/>
                  <a:gd name="T43" fmla="*/ 258 h 283"/>
                  <a:gd name="T44" fmla="*/ 38 w 195"/>
                  <a:gd name="T45" fmla="*/ 283 h 283"/>
                  <a:gd name="T46" fmla="*/ 110 w 195"/>
                  <a:gd name="T47" fmla="*/ 198 h 283"/>
                  <a:gd name="T48" fmla="*/ 175 w 195"/>
                  <a:gd name="T49" fmla="*/ 25 h 283"/>
                  <a:gd name="T50" fmla="*/ 195 w 195"/>
                  <a:gd name="T51" fmla="*/ 6 h 283"/>
                  <a:gd name="T52" fmla="*/ 195 w 195"/>
                  <a:gd name="T53" fmla="*/ 0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95" h="283">
                    <a:moveTo>
                      <a:pt x="195" y="0"/>
                    </a:moveTo>
                    <a:lnTo>
                      <a:pt x="138" y="0"/>
                    </a:lnTo>
                    <a:lnTo>
                      <a:pt x="138" y="6"/>
                    </a:lnTo>
                    <a:cubicBezTo>
                      <a:pt x="152" y="6"/>
                      <a:pt x="159" y="10"/>
                      <a:pt x="159" y="17"/>
                    </a:cubicBezTo>
                    <a:cubicBezTo>
                      <a:pt x="159" y="19"/>
                      <a:pt x="158" y="21"/>
                      <a:pt x="157" y="24"/>
                    </a:cubicBezTo>
                    <a:lnTo>
                      <a:pt x="116" y="141"/>
                    </a:lnTo>
                    <a:lnTo>
                      <a:pt x="67" y="34"/>
                    </a:lnTo>
                    <a:cubicBezTo>
                      <a:pt x="65" y="28"/>
                      <a:pt x="63" y="22"/>
                      <a:pt x="63" y="18"/>
                    </a:cubicBezTo>
                    <a:cubicBezTo>
                      <a:pt x="63" y="10"/>
                      <a:pt x="69" y="7"/>
                      <a:pt x="87" y="6"/>
                    </a:cubicBezTo>
                    <a:lnTo>
                      <a:pt x="87" y="0"/>
                    </a:lnTo>
                    <a:lnTo>
                      <a:pt x="0" y="0"/>
                    </a:lnTo>
                    <a:lnTo>
                      <a:pt x="0" y="6"/>
                    </a:lnTo>
                    <a:cubicBezTo>
                      <a:pt x="11" y="8"/>
                      <a:pt x="19" y="12"/>
                      <a:pt x="22" y="19"/>
                    </a:cubicBezTo>
                    <a:lnTo>
                      <a:pt x="70" y="124"/>
                    </a:lnTo>
                    <a:lnTo>
                      <a:pt x="71" y="127"/>
                    </a:lnTo>
                    <a:lnTo>
                      <a:pt x="78" y="140"/>
                    </a:lnTo>
                    <a:cubicBezTo>
                      <a:pt x="90" y="161"/>
                      <a:pt x="96" y="176"/>
                      <a:pt x="96" y="182"/>
                    </a:cubicBezTo>
                    <a:cubicBezTo>
                      <a:pt x="96" y="189"/>
                      <a:pt x="87" y="215"/>
                      <a:pt x="79" y="228"/>
                    </a:cubicBezTo>
                    <a:cubicBezTo>
                      <a:pt x="74" y="239"/>
                      <a:pt x="64" y="247"/>
                      <a:pt x="58" y="247"/>
                    </a:cubicBezTo>
                    <a:cubicBezTo>
                      <a:pt x="56" y="247"/>
                      <a:pt x="52" y="246"/>
                      <a:pt x="48" y="244"/>
                    </a:cubicBezTo>
                    <a:cubicBezTo>
                      <a:pt x="40" y="241"/>
                      <a:pt x="32" y="239"/>
                      <a:pt x="25" y="239"/>
                    </a:cubicBezTo>
                    <a:cubicBezTo>
                      <a:pt x="16" y="239"/>
                      <a:pt x="7" y="248"/>
                      <a:pt x="7" y="258"/>
                    </a:cubicBezTo>
                    <a:cubicBezTo>
                      <a:pt x="7" y="272"/>
                      <a:pt x="21" y="283"/>
                      <a:pt x="38" y="283"/>
                    </a:cubicBezTo>
                    <a:cubicBezTo>
                      <a:pt x="67" y="283"/>
                      <a:pt x="87" y="259"/>
                      <a:pt x="110" y="198"/>
                    </a:cubicBezTo>
                    <a:lnTo>
                      <a:pt x="175" y="25"/>
                    </a:lnTo>
                    <a:cubicBezTo>
                      <a:pt x="181" y="12"/>
                      <a:pt x="185" y="8"/>
                      <a:pt x="195" y="6"/>
                    </a:cubicBezTo>
                    <a:lnTo>
                      <a:pt x="195" y="0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1" name="Freeform 82">
                <a:extLst>
                  <a:ext uri="{FF2B5EF4-FFF2-40B4-BE49-F238E27FC236}">
                    <a16:creationId xmlns:a16="http://schemas.microsoft.com/office/drawing/2014/main" id="{6CA59B4F-522F-40EF-85B2-BA87A620EC49}"/>
                  </a:ext>
                </a:extLst>
              </p:cNvPr>
              <p:cNvSpPr>
                <a:spLocks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4978400" y="3559175"/>
                <a:ext cx="63500" cy="41275"/>
              </a:xfrm>
              <a:custGeom>
                <a:avLst/>
                <a:gdLst>
                  <a:gd name="T0" fmla="*/ 183 w 280"/>
                  <a:gd name="T1" fmla="*/ 46 h 180"/>
                  <a:gd name="T2" fmla="*/ 190 w 280"/>
                  <a:gd name="T3" fmla="*/ 17 h 180"/>
                  <a:gd name="T4" fmla="*/ 177 w 280"/>
                  <a:gd name="T5" fmla="*/ 5 h 180"/>
                  <a:gd name="T6" fmla="*/ 156 w 280"/>
                  <a:gd name="T7" fmla="*/ 33 h 180"/>
                  <a:gd name="T8" fmla="*/ 143 w 280"/>
                  <a:gd name="T9" fmla="*/ 84 h 180"/>
                  <a:gd name="T10" fmla="*/ 135 w 280"/>
                  <a:gd name="T11" fmla="*/ 129 h 180"/>
                  <a:gd name="T12" fmla="*/ 135 w 280"/>
                  <a:gd name="T13" fmla="*/ 137 h 180"/>
                  <a:gd name="T14" fmla="*/ 98 w 280"/>
                  <a:gd name="T15" fmla="*/ 169 h 180"/>
                  <a:gd name="T16" fmla="*/ 65 w 280"/>
                  <a:gd name="T17" fmla="*/ 133 h 180"/>
                  <a:gd name="T18" fmla="*/ 86 w 280"/>
                  <a:gd name="T19" fmla="*/ 56 h 180"/>
                  <a:gd name="T20" fmla="*/ 92 w 280"/>
                  <a:gd name="T21" fmla="*/ 35 h 180"/>
                  <a:gd name="T22" fmla="*/ 56 w 280"/>
                  <a:gd name="T23" fmla="*/ 1 h 180"/>
                  <a:gd name="T24" fmla="*/ 0 w 280"/>
                  <a:gd name="T25" fmla="*/ 62 h 180"/>
                  <a:gd name="T26" fmla="*/ 6 w 280"/>
                  <a:gd name="T27" fmla="*/ 67 h 180"/>
                  <a:gd name="T28" fmla="*/ 13 w 280"/>
                  <a:gd name="T29" fmla="*/ 60 h 180"/>
                  <a:gd name="T30" fmla="*/ 55 w 280"/>
                  <a:gd name="T31" fmla="*/ 12 h 180"/>
                  <a:gd name="T32" fmla="*/ 64 w 280"/>
                  <a:gd name="T33" fmla="*/ 25 h 180"/>
                  <a:gd name="T34" fmla="*/ 58 w 280"/>
                  <a:gd name="T35" fmla="*/ 50 h 180"/>
                  <a:gd name="T36" fmla="*/ 35 w 280"/>
                  <a:gd name="T37" fmla="*/ 128 h 180"/>
                  <a:gd name="T38" fmla="*/ 97 w 280"/>
                  <a:gd name="T39" fmla="*/ 180 h 180"/>
                  <a:gd name="T40" fmla="*/ 140 w 280"/>
                  <a:gd name="T41" fmla="*/ 154 h 180"/>
                  <a:gd name="T42" fmla="*/ 194 w 280"/>
                  <a:gd name="T43" fmla="*/ 180 h 180"/>
                  <a:gd name="T44" fmla="*/ 253 w 280"/>
                  <a:gd name="T45" fmla="*/ 133 h 180"/>
                  <a:gd name="T46" fmla="*/ 280 w 280"/>
                  <a:gd name="T47" fmla="*/ 31 h 180"/>
                  <a:gd name="T48" fmla="*/ 261 w 280"/>
                  <a:gd name="T49" fmla="*/ 0 h 180"/>
                  <a:gd name="T50" fmla="*/ 240 w 280"/>
                  <a:gd name="T51" fmla="*/ 21 h 180"/>
                  <a:gd name="T52" fmla="*/ 245 w 280"/>
                  <a:gd name="T53" fmla="*/ 32 h 180"/>
                  <a:gd name="T54" fmla="*/ 261 w 280"/>
                  <a:gd name="T55" fmla="*/ 65 h 180"/>
                  <a:gd name="T56" fmla="*/ 239 w 280"/>
                  <a:gd name="T57" fmla="*/ 135 h 180"/>
                  <a:gd name="T58" fmla="*/ 195 w 280"/>
                  <a:gd name="T59" fmla="*/ 169 h 180"/>
                  <a:gd name="T60" fmla="*/ 164 w 280"/>
                  <a:gd name="T61" fmla="*/ 135 h 180"/>
                  <a:gd name="T62" fmla="*/ 172 w 280"/>
                  <a:gd name="T63" fmla="*/ 91 h 180"/>
                  <a:gd name="T64" fmla="*/ 183 w 280"/>
                  <a:gd name="T65" fmla="*/ 46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180">
                    <a:moveTo>
                      <a:pt x="183" y="46"/>
                    </a:moveTo>
                    <a:cubicBezTo>
                      <a:pt x="186" y="37"/>
                      <a:pt x="190" y="19"/>
                      <a:pt x="190" y="17"/>
                    </a:cubicBezTo>
                    <a:cubicBezTo>
                      <a:pt x="190" y="7"/>
                      <a:pt x="182" y="5"/>
                      <a:pt x="177" y="5"/>
                    </a:cubicBezTo>
                    <a:cubicBezTo>
                      <a:pt x="163" y="5"/>
                      <a:pt x="161" y="15"/>
                      <a:pt x="156" y="33"/>
                    </a:cubicBezTo>
                    <a:cubicBezTo>
                      <a:pt x="151" y="54"/>
                      <a:pt x="149" y="61"/>
                      <a:pt x="143" y="84"/>
                    </a:cubicBezTo>
                    <a:cubicBezTo>
                      <a:pt x="140" y="99"/>
                      <a:pt x="135" y="118"/>
                      <a:pt x="135" y="129"/>
                    </a:cubicBezTo>
                    <a:cubicBezTo>
                      <a:pt x="135" y="131"/>
                      <a:pt x="135" y="135"/>
                      <a:pt x="135" y="137"/>
                    </a:cubicBezTo>
                    <a:cubicBezTo>
                      <a:pt x="135" y="137"/>
                      <a:pt x="125" y="169"/>
                      <a:pt x="98" y="169"/>
                    </a:cubicBezTo>
                    <a:cubicBezTo>
                      <a:pt x="82" y="169"/>
                      <a:pt x="65" y="163"/>
                      <a:pt x="65" y="133"/>
                    </a:cubicBezTo>
                    <a:cubicBezTo>
                      <a:pt x="65" y="114"/>
                      <a:pt x="74" y="88"/>
                      <a:pt x="86" y="56"/>
                    </a:cubicBezTo>
                    <a:cubicBezTo>
                      <a:pt x="90" y="45"/>
                      <a:pt x="92" y="42"/>
                      <a:pt x="92" y="35"/>
                    </a:cubicBezTo>
                    <a:cubicBezTo>
                      <a:pt x="92" y="13"/>
                      <a:pt x="74" y="1"/>
                      <a:pt x="56" y="1"/>
                    </a:cubicBezTo>
                    <a:cubicBezTo>
                      <a:pt x="16" y="1"/>
                      <a:pt x="0" y="57"/>
                      <a:pt x="0" y="62"/>
                    </a:cubicBezTo>
                    <a:cubicBezTo>
                      <a:pt x="0" y="65"/>
                      <a:pt x="3" y="67"/>
                      <a:pt x="6" y="67"/>
                    </a:cubicBezTo>
                    <a:cubicBezTo>
                      <a:pt x="11" y="67"/>
                      <a:pt x="12" y="64"/>
                      <a:pt x="13" y="60"/>
                    </a:cubicBezTo>
                    <a:cubicBezTo>
                      <a:pt x="23" y="26"/>
                      <a:pt x="40" y="12"/>
                      <a:pt x="55" y="12"/>
                    </a:cubicBezTo>
                    <a:cubicBezTo>
                      <a:pt x="61" y="12"/>
                      <a:pt x="64" y="16"/>
                      <a:pt x="64" y="25"/>
                    </a:cubicBezTo>
                    <a:cubicBezTo>
                      <a:pt x="64" y="33"/>
                      <a:pt x="61" y="43"/>
                      <a:pt x="58" y="50"/>
                    </a:cubicBezTo>
                    <a:cubicBezTo>
                      <a:pt x="43" y="90"/>
                      <a:pt x="35" y="111"/>
                      <a:pt x="35" y="128"/>
                    </a:cubicBezTo>
                    <a:cubicBezTo>
                      <a:pt x="35" y="169"/>
                      <a:pt x="69" y="180"/>
                      <a:pt x="97" y="180"/>
                    </a:cubicBezTo>
                    <a:cubicBezTo>
                      <a:pt x="103" y="180"/>
                      <a:pt x="124" y="180"/>
                      <a:pt x="140" y="154"/>
                    </a:cubicBezTo>
                    <a:cubicBezTo>
                      <a:pt x="151" y="176"/>
                      <a:pt x="176" y="180"/>
                      <a:pt x="194" y="180"/>
                    </a:cubicBezTo>
                    <a:cubicBezTo>
                      <a:pt x="229" y="180"/>
                      <a:pt x="246" y="147"/>
                      <a:pt x="253" y="133"/>
                    </a:cubicBezTo>
                    <a:cubicBezTo>
                      <a:pt x="266" y="107"/>
                      <a:pt x="280" y="55"/>
                      <a:pt x="280" y="31"/>
                    </a:cubicBezTo>
                    <a:cubicBezTo>
                      <a:pt x="280" y="0"/>
                      <a:pt x="262" y="0"/>
                      <a:pt x="261" y="0"/>
                    </a:cubicBezTo>
                    <a:cubicBezTo>
                      <a:pt x="251" y="0"/>
                      <a:pt x="240" y="11"/>
                      <a:pt x="240" y="21"/>
                    </a:cubicBezTo>
                    <a:cubicBezTo>
                      <a:pt x="240" y="27"/>
                      <a:pt x="242" y="30"/>
                      <a:pt x="245" y="32"/>
                    </a:cubicBezTo>
                    <a:cubicBezTo>
                      <a:pt x="249" y="36"/>
                      <a:pt x="261" y="46"/>
                      <a:pt x="261" y="65"/>
                    </a:cubicBezTo>
                    <a:cubicBezTo>
                      <a:pt x="261" y="77"/>
                      <a:pt x="250" y="115"/>
                      <a:pt x="239" y="135"/>
                    </a:cubicBezTo>
                    <a:cubicBezTo>
                      <a:pt x="228" y="155"/>
                      <a:pt x="215" y="169"/>
                      <a:pt x="195" y="169"/>
                    </a:cubicBezTo>
                    <a:cubicBezTo>
                      <a:pt x="177" y="169"/>
                      <a:pt x="164" y="160"/>
                      <a:pt x="164" y="135"/>
                    </a:cubicBezTo>
                    <a:cubicBezTo>
                      <a:pt x="164" y="124"/>
                      <a:pt x="167" y="113"/>
                      <a:pt x="172" y="91"/>
                    </a:cubicBezTo>
                    <a:lnTo>
                      <a:pt x="183" y="46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2" name="Freeform 83">
                <a:extLst>
                  <a:ext uri="{FF2B5EF4-FFF2-40B4-BE49-F238E27FC236}">
                    <a16:creationId xmlns:a16="http://schemas.microsoft.com/office/drawing/2014/main" id="{10849DFF-89B5-4AC9-9B72-22820A6F9456}"/>
                  </a:ext>
                </a:extLst>
              </p:cNvPr>
              <p:cNvSpPr>
                <a:spLocks noEditPoint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5048250" y="3567113"/>
                <a:ext cx="38100" cy="49213"/>
              </a:xfrm>
              <a:custGeom>
                <a:avLst/>
                <a:gdLst>
                  <a:gd name="T0" fmla="*/ 47 w 169"/>
                  <a:gd name="T1" fmla="*/ 0 h 211"/>
                  <a:gd name="T2" fmla="*/ 0 w 169"/>
                  <a:gd name="T3" fmla="*/ 3 h 211"/>
                  <a:gd name="T4" fmla="*/ 0 w 169"/>
                  <a:gd name="T5" fmla="*/ 15 h 211"/>
                  <a:gd name="T6" fmla="*/ 24 w 169"/>
                  <a:gd name="T7" fmla="*/ 32 h 211"/>
                  <a:gd name="T8" fmla="*/ 24 w 169"/>
                  <a:gd name="T9" fmla="*/ 208 h 211"/>
                  <a:gd name="T10" fmla="*/ 35 w 169"/>
                  <a:gd name="T11" fmla="*/ 208 h 211"/>
                  <a:gd name="T12" fmla="*/ 45 w 169"/>
                  <a:gd name="T13" fmla="*/ 189 h 211"/>
                  <a:gd name="T14" fmla="*/ 91 w 169"/>
                  <a:gd name="T15" fmla="*/ 211 h 211"/>
                  <a:gd name="T16" fmla="*/ 169 w 169"/>
                  <a:gd name="T17" fmla="*/ 143 h 211"/>
                  <a:gd name="T18" fmla="*/ 95 w 169"/>
                  <a:gd name="T19" fmla="*/ 76 h 211"/>
                  <a:gd name="T20" fmla="*/ 47 w 169"/>
                  <a:gd name="T21" fmla="*/ 93 h 211"/>
                  <a:gd name="T22" fmla="*/ 47 w 169"/>
                  <a:gd name="T23" fmla="*/ 0 h 211"/>
                  <a:gd name="T24" fmla="*/ 49 w 169"/>
                  <a:gd name="T25" fmla="*/ 108 h 211"/>
                  <a:gd name="T26" fmla="*/ 93 w 169"/>
                  <a:gd name="T27" fmla="*/ 85 h 211"/>
                  <a:gd name="T28" fmla="*/ 128 w 169"/>
                  <a:gd name="T29" fmla="*/ 101 h 211"/>
                  <a:gd name="T30" fmla="*/ 140 w 169"/>
                  <a:gd name="T31" fmla="*/ 143 h 211"/>
                  <a:gd name="T32" fmla="*/ 90 w 169"/>
                  <a:gd name="T33" fmla="*/ 201 h 211"/>
                  <a:gd name="T34" fmla="*/ 53 w 169"/>
                  <a:gd name="T35" fmla="*/ 182 h 211"/>
                  <a:gd name="T36" fmla="*/ 49 w 169"/>
                  <a:gd name="T37" fmla="*/ 170 h 211"/>
                  <a:gd name="T38" fmla="*/ 49 w 169"/>
                  <a:gd name="T39" fmla="*/ 108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69" h="211">
                    <a:moveTo>
                      <a:pt x="47" y="0"/>
                    </a:moveTo>
                    <a:lnTo>
                      <a:pt x="0" y="3"/>
                    </a:lnTo>
                    <a:lnTo>
                      <a:pt x="0" y="15"/>
                    </a:lnTo>
                    <a:cubicBezTo>
                      <a:pt x="21" y="15"/>
                      <a:pt x="24" y="17"/>
                      <a:pt x="24" y="32"/>
                    </a:cubicBezTo>
                    <a:lnTo>
                      <a:pt x="24" y="208"/>
                    </a:lnTo>
                    <a:lnTo>
                      <a:pt x="35" y="208"/>
                    </a:lnTo>
                    <a:cubicBezTo>
                      <a:pt x="41" y="198"/>
                      <a:pt x="44" y="191"/>
                      <a:pt x="45" y="189"/>
                    </a:cubicBezTo>
                    <a:cubicBezTo>
                      <a:pt x="56" y="201"/>
                      <a:pt x="71" y="211"/>
                      <a:pt x="91" y="211"/>
                    </a:cubicBezTo>
                    <a:cubicBezTo>
                      <a:pt x="133" y="211"/>
                      <a:pt x="169" y="181"/>
                      <a:pt x="169" y="143"/>
                    </a:cubicBezTo>
                    <a:cubicBezTo>
                      <a:pt x="169" y="106"/>
                      <a:pt x="136" y="76"/>
                      <a:pt x="95" y="76"/>
                    </a:cubicBezTo>
                    <a:cubicBezTo>
                      <a:pt x="79" y="76"/>
                      <a:pt x="62" y="80"/>
                      <a:pt x="47" y="93"/>
                    </a:cubicBezTo>
                    <a:lnTo>
                      <a:pt x="47" y="0"/>
                    </a:lnTo>
                    <a:close/>
                    <a:moveTo>
                      <a:pt x="49" y="108"/>
                    </a:moveTo>
                    <a:cubicBezTo>
                      <a:pt x="58" y="93"/>
                      <a:pt x="76" y="85"/>
                      <a:pt x="93" y="85"/>
                    </a:cubicBezTo>
                    <a:cubicBezTo>
                      <a:pt x="109" y="85"/>
                      <a:pt x="121" y="93"/>
                      <a:pt x="128" y="101"/>
                    </a:cubicBezTo>
                    <a:cubicBezTo>
                      <a:pt x="138" y="113"/>
                      <a:pt x="140" y="127"/>
                      <a:pt x="140" y="143"/>
                    </a:cubicBezTo>
                    <a:cubicBezTo>
                      <a:pt x="140" y="199"/>
                      <a:pt x="96" y="201"/>
                      <a:pt x="90" y="201"/>
                    </a:cubicBezTo>
                    <a:cubicBezTo>
                      <a:pt x="80" y="201"/>
                      <a:pt x="65" y="198"/>
                      <a:pt x="53" y="182"/>
                    </a:cubicBezTo>
                    <a:cubicBezTo>
                      <a:pt x="49" y="176"/>
                      <a:pt x="49" y="176"/>
                      <a:pt x="49" y="170"/>
                    </a:cubicBezTo>
                    <a:lnTo>
                      <a:pt x="49" y="108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3" name="Freeform 84">
                <a:extLst>
                  <a:ext uri="{FF2B5EF4-FFF2-40B4-BE49-F238E27FC236}">
                    <a16:creationId xmlns:a16="http://schemas.microsoft.com/office/drawing/2014/main" id="{3BCFEB60-8F0E-411B-8683-4608389564F0}"/>
                  </a:ext>
                </a:extLst>
              </p:cNvPr>
              <p:cNvSpPr>
                <a:spLocks noEditPoint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5099050" y="3560763"/>
                <a:ext cx="50800" cy="39688"/>
              </a:xfrm>
              <a:custGeom>
                <a:avLst/>
                <a:gdLst>
                  <a:gd name="T0" fmla="*/ 203 w 223"/>
                  <a:gd name="T1" fmla="*/ 26 h 175"/>
                  <a:gd name="T2" fmla="*/ 217 w 223"/>
                  <a:gd name="T3" fmla="*/ 23 h 175"/>
                  <a:gd name="T4" fmla="*/ 223 w 223"/>
                  <a:gd name="T5" fmla="*/ 11 h 175"/>
                  <a:gd name="T6" fmla="*/ 206 w 223"/>
                  <a:gd name="T7" fmla="*/ 0 h 175"/>
                  <a:gd name="T8" fmla="*/ 109 w 223"/>
                  <a:gd name="T9" fmla="*/ 0 h 175"/>
                  <a:gd name="T10" fmla="*/ 0 w 223"/>
                  <a:gd name="T11" fmla="*/ 111 h 175"/>
                  <a:gd name="T12" fmla="*/ 65 w 223"/>
                  <a:gd name="T13" fmla="*/ 175 h 175"/>
                  <a:gd name="T14" fmla="*/ 170 w 223"/>
                  <a:gd name="T15" fmla="*/ 68 h 175"/>
                  <a:gd name="T16" fmla="*/ 158 w 223"/>
                  <a:gd name="T17" fmla="*/ 26 h 175"/>
                  <a:gd name="T18" fmla="*/ 203 w 223"/>
                  <a:gd name="T19" fmla="*/ 26 h 175"/>
                  <a:gd name="T20" fmla="*/ 65 w 223"/>
                  <a:gd name="T21" fmla="*/ 164 h 175"/>
                  <a:gd name="T22" fmla="*/ 28 w 223"/>
                  <a:gd name="T23" fmla="*/ 122 h 175"/>
                  <a:gd name="T24" fmla="*/ 102 w 223"/>
                  <a:gd name="T25" fmla="*/ 26 h 175"/>
                  <a:gd name="T26" fmla="*/ 141 w 223"/>
                  <a:gd name="T27" fmla="*/ 64 h 175"/>
                  <a:gd name="T28" fmla="*/ 65 w 223"/>
                  <a:gd name="T29" fmla="*/ 164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3" h="175">
                    <a:moveTo>
                      <a:pt x="203" y="26"/>
                    </a:moveTo>
                    <a:cubicBezTo>
                      <a:pt x="210" y="26"/>
                      <a:pt x="212" y="26"/>
                      <a:pt x="217" y="23"/>
                    </a:cubicBezTo>
                    <a:cubicBezTo>
                      <a:pt x="222" y="19"/>
                      <a:pt x="223" y="14"/>
                      <a:pt x="223" y="11"/>
                    </a:cubicBezTo>
                    <a:cubicBezTo>
                      <a:pt x="223" y="0"/>
                      <a:pt x="213" y="0"/>
                      <a:pt x="206" y="0"/>
                    </a:cubicBezTo>
                    <a:lnTo>
                      <a:pt x="109" y="0"/>
                    </a:lnTo>
                    <a:cubicBezTo>
                      <a:pt x="47" y="0"/>
                      <a:pt x="0" y="63"/>
                      <a:pt x="0" y="111"/>
                    </a:cubicBezTo>
                    <a:cubicBezTo>
                      <a:pt x="0" y="150"/>
                      <a:pt x="28" y="175"/>
                      <a:pt x="65" y="175"/>
                    </a:cubicBezTo>
                    <a:cubicBezTo>
                      <a:pt x="115" y="175"/>
                      <a:pt x="170" y="127"/>
                      <a:pt x="170" y="68"/>
                    </a:cubicBezTo>
                    <a:cubicBezTo>
                      <a:pt x="170" y="46"/>
                      <a:pt x="162" y="34"/>
                      <a:pt x="158" y="26"/>
                    </a:cubicBezTo>
                    <a:lnTo>
                      <a:pt x="203" y="26"/>
                    </a:lnTo>
                    <a:close/>
                    <a:moveTo>
                      <a:pt x="65" y="164"/>
                    </a:moveTo>
                    <a:cubicBezTo>
                      <a:pt x="46" y="164"/>
                      <a:pt x="28" y="151"/>
                      <a:pt x="28" y="122"/>
                    </a:cubicBezTo>
                    <a:cubicBezTo>
                      <a:pt x="28" y="105"/>
                      <a:pt x="38" y="26"/>
                      <a:pt x="102" y="26"/>
                    </a:cubicBezTo>
                    <a:cubicBezTo>
                      <a:pt x="141" y="26"/>
                      <a:pt x="141" y="55"/>
                      <a:pt x="141" y="64"/>
                    </a:cubicBezTo>
                    <a:cubicBezTo>
                      <a:pt x="141" y="105"/>
                      <a:pt x="112" y="164"/>
                      <a:pt x="65" y="16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4" name="Freeform 85">
                <a:extLst>
                  <a:ext uri="{FF2B5EF4-FFF2-40B4-BE49-F238E27FC236}">
                    <a16:creationId xmlns:a16="http://schemas.microsoft.com/office/drawing/2014/main" id="{BD6DC9CC-908C-4B93-B427-3B4307A6F0C8}"/>
                  </a:ext>
                </a:extLst>
              </p:cNvPr>
              <p:cNvSpPr>
                <a:spLocks noEditPoint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5154613" y="3567113"/>
                <a:ext cx="36513" cy="49213"/>
              </a:xfrm>
              <a:custGeom>
                <a:avLst/>
                <a:gdLst>
                  <a:gd name="T0" fmla="*/ 47 w 168"/>
                  <a:gd name="T1" fmla="*/ 0 h 211"/>
                  <a:gd name="T2" fmla="*/ 0 w 168"/>
                  <a:gd name="T3" fmla="*/ 3 h 211"/>
                  <a:gd name="T4" fmla="*/ 0 w 168"/>
                  <a:gd name="T5" fmla="*/ 15 h 211"/>
                  <a:gd name="T6" fmla="*/ 24 w 168"/>
                  <a:gd name="T7" fmla="*/ 32 h 211"/>
                  <a:gd name="T8" fmla="*/ 24 w 168"/>
                  <a:gd name="T9" fmla="*/ 208 h 211"/>
                  <a:gd name="T10" fmla="*/ 35 w 168"/>
                  <a:gd name="T11" fmla="*/ 208 h 211"/>
                  <a:gd name="T12" fmla="*/ 45 w 168"/>
                  <a:gd name="T13" fmla="*/ 189 h 211"/>
                  <a:gd name="T14" fmla="*/ 91 w 168"/>
                  <a:gd name="T15" fmla="*/ 211 h 211"/>
                  <a:gd name="T16" fmla="*/ 168 w 168"/>
                  <a:gd name="T17" fmla="*/ 143 h 211"/>
                  <a:gd name="T18" fmla="*/ 95 w 168"/>
                  <a:gd name="T19" fmla="*/ 76 h 211"/>
                  <a:gd name="T20" fmla="*/ 47 w 168"/>
                  <a:gd name="T21" fmla="*/ 93 h 211"/>
                  <a:gd name="T22" fmla="*/ 47 w 168"/>
                  <a:gd name="T23" fmla="*/ 0 h 211"/>
                  <a:gd name="T24" fmla="*/ 49 w 168"/>
                  <a:gd name="T25" fmla="*/ 108 h 211"/>
                  <a:gd name="T26" fmla="*/ 93 w 168"/>
                  <a:gd name="T27" fmla="*/ 85 h 211"/>
                  <a:gd name="T28" fmla="*/ 128 w 168"/>
                  <a:gd name="T29" fmla="*/ 101 h 211"/>
                  <a:gd name="T30" fmla="*/ 140 w 168"/>
                  <a:gd name="T31" fmla="*/ 143 h 211"/>
                  <a:gd name="T32" fmla="*/ 90 w 168"/>
                  <a:gd name="T33" fmla="*/ 201 h 211"/>
                  <a:gd name="T34" fmla="*/ 53 w 168"/>
                  <a:gd name="T35" fmla="*/ 182 h 211"/>
                  <a:gd name="T36" fmla="*/ 49 w 168"/>
                  <a:gd name="T37" fmla="*/ 170 h 211"/>
                  <a:gd name="T38" fmla="*/ 49 w 168"/>
                  <a:gd name="T39" fmla="*/ 108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68" h="211">
                    <a:moveTo>
                      <a:pt x="47" y="0"/>
                    </a:moveTo>
                    <a:lnTo>
                      <a:pt x="0" y="3"/>
                    </a:lnTo>
                    <a:lnTo>
                      <a:pt x="0" y="15"/>
                    </a:lnTo>
                    <a:cubicBezTo>
                      <a:pt x="21" y="15"/>
                      <a:pt x="24" y="17"/>
                      <a:pt x="24" y="32"/>
                    </a:cubicBezTo>
                    <a:lnTo>
                      <a:pt x="24" y="208"/>
                    </a:lnTo>
                    <a:lnTo>
                      <a:pt x="35" y="208"/>
                    </a:lnTo>
                    <a:cubicBezTo>
                      <a:pt x="40" y="198"/>
                      <a:pt x="44" y="191"/>
                      <a:pt x="45" y="189"/>
                    </a:cubicBezTo>
                    <a:cubicBezTo>
                      <a:pt x="55" y="201"/>
                      <a:pt x="71" y="211"/>
                      <a:pt x="91" y="211"/>
                    </a:cubicBezTo>
                    <a:cubicBezTo>
                      <a:pt x="133" y="211"/>
                      <a:pt x="168" y="181"/>
                      <a:pt x="168" y="143"/>
                    </a:cubicBezTo>
                    <a:cubicBezTo>
                      <a:pt x="168" y="106"/>
                      <a:pt x="136" y="76"/>
                      <a:pt x="95" y="76"/>
                    </a:cubicBezTo>
                    <a:cubicBezTo>
                      <a:pt x="79" y="76"/>
                      <a:pt x="62" y="80"/>
                      <a:pt x="47" y="93"/>
                    </a:cubicBezTo>
                    <a:lnTo>
                      <a:pt x="47" y="0"/>
                    </a:lnTo>
                    <a:close/>
                    <a:moveTo>
                      <a:pt x="49" y="108"/>
                    </a:moveTo>
                    <a:cubicBezTo>
                      <a:pt x="58" y="93"/>
                      <a:pt x="76" y="85"/>
                      <a:pt x="93" y="85"/>
                    </a:cubicBezTo>
                    <a:cubicBezTo>
                      <a:pt x="109" y="85"/>
                      <a:pt x="121" y="93"/>
                      <a:pt x="128" y="101"/>
                    </a:cubicBezTo>
                    <a:cubicBezTo>
                      <a:pt x="138" y="113"/>
                      <a:pt x="140" y="127"/>
                      <a:pt x="140" y="143"/>
                    </a:cubicBezTo>
                    <a:cubicBezTo>
                      <a:pt x="140" y="199"/>
                      <a:pt x="96" y="201"/>
                      <a:pt x="90" y="201"/>
                    </a:cubicBezTo>
                    <a:cubicBezTo>
                      <a:pt x="80" y="201"/>
                      <a:pt x="65" y="198"/>
                      <a:pt x="53" y="182"/>
                    </a:cubicBezTo>
                    <a:cubicBezTo>
                      <a:pt x="49" y="176"/>
                      <a:pt x="49" y="176"/>
                      <a:pt x="49" y="170"/>
                    </a:cubicBezTo>
                    <a:lnTo>
                      <a:pt x="49" y="108"/>
                    </a:lnTo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32014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875059"/>
  <p:tag name="ORIGINALWIDTH" val="5.625062"/>
  <p:tag name="LATEXADDIN" val="\documentclass{article}&#10;\usepackage{amsmath}&#10;\pagestyle{empty}&#10;\begin{document}&#10;&#10;&#10;$q$&#10;&#10;\end{document}"/>
  <p:tag name="IGUANATEXSIZE" val="10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87504"/>
  <p:tag name="ORIGINALWIDTH" val="6"/>
  <p:tag name="LATEXADDIN" val="\documentclass{article}&#10;\usepackage{amsmath}&#10;\pagestyle{empty}&#10;\begin{document}&#10;&#10;&#10;$\lambda$&#10;&#10;\end{document}"/>
  <p:tag name="IGUANATEXSIZE" val="10"/>
  <p:tag name="IGUANATEXCURSOR" val="90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2.5366"/>
  <p:tag name="ORIGINALWIDTH" val="987.1378"/>
  <p:tag name="LATEXADDIN" val="\documentclass{article}&#10;\usepackage{amsmath}&#10;\pagestyle{empty}&#10;\begin{document}&#10;&#10;&#10;\centering&#10;\noindent&#10;Scene $\mathcal{X}_k$ and \\&#10;target structure $T$&#10;&#10;&#10;\end{document}"/>
  <p:tag name="IGUANATEXSIZE" val="9"/>
  <p:tag name="IGUANATEXCURSOR" val="13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265"/>
  <p:tag name="ORIGINALWIDTH" val="427.5597"/>
  <p:tag name="LATEXADDIN" val="\documentclass{article}&#10;\usepackage{amsmath}&#10;\pagestyle{empty}&#10;\begin{document}&#10;&#10;State $s_k$&#10;&#10;&#10;\end{document}"/>
  <p:tag name="IGUANATEXSIZE" val="10"/>
  <p:tag name="IGUANATEXCURSOR" val="9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654"/>
  <p:tag name="ORIGINALWIDTH" val="675.8444"/>
  <p:tag name="LATEXADDIN" val="\documentclass{article}&#10;\usepackage{amsmath}&#10;\pagestyle{empty}&#10;\begin{document}&#10;&#10;Inventory $\mathcal{I}_k$&#10;&#10;&#10;\end{document}"/>
  <p:tag name="IGUANATEXSIZE" val="9"/>
  <p:tag name="IGUANATEXCURSOR" val="10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654"/>
  <p:tag name="ORIGINALWIDTH" val="855.8694"/>
  <p:tag name="LATEXADDIN" val="\documentclass{article}&#10;\usepackage{amsmath}&#10;\pagestyle{empty}&#10;\begin{document}&#10;&#10;Node expansion&#10;\end{document}"/>
  <p:tag name="IGUANATEXSIZE" val="9"/>
  <p:tag name="IGUANATEXCURSOR" val="8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6228"/>
  <p:tag name="ORIGINALWIDTH" val="579.8309"/>
  <p:tag name="LATEXADDIN" val="\documentclass{article}&#10;\usepackage{amsmath}&#10;\pagestyle{empty}&#10;\begin{document}&#10;&#10;Evaluation&#10;\end{document}"/>
  <p:tag name="IGUANATEXSIZE" val="9"/>
  <p:tag name="IGUANATEXCURSOR" val="8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6228"/>
  <p:tag name="ORIGINALWIDTH" val="943.6317"/>
  <p:tag name="LATEXADDIN" val="\documentclass{article}&#10;\usepackage{amsmath}&#10;\pagestyle{empty}&#10;\begin{document}&#10;&#10;Batched selection&#10;\end{document}"/>
  <p:tag name="IGUANATEXSIZE" val="9"/>
  <p:tag name="IGUANATEXCURSOR" val="98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212.2796"/>
  <p:tag name="LATEXADDIN" val="\documentclass{article}&#10;\usepackage{amsmath}&#10;\pagestyle{empty}&#10;\begin{document}&#10;&#10;$\pi_\text{init}$&#10;\end{document}"/>
  <p:tag name="IGUANATEXSIZE" val="9"/>
  <p:tag name="IGUANATEXCURSOR" val="98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6244"/>
  <p:tag name="ORIGINALWIDTH" val="205.5287"/>
  <p:tag name="LATEXADDIN" val="\documentclass{article}&#10;\usepackage{amsmath}&#10;\pagestyle{empty}&#10;\begin{document}&#10;&#10;$\pi_\text{opt}$&#10;\end{document}"/>
  <p:tag name="IGUANATEXSIZE" val="9"/>
  <p:tag name="IGUANATEXCURSOR" val="9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213.7798"/>
  <p:tag name="LATEXADDIN" val="\documentclass{article}&#10;\usepackage{amsmath}&#10;\pagestyle{empty}&#10;\begin{document}&#10;&#10;$\pi_\text{sim}$&#10;\end{document}"/>
  <p:tag name="IGUANATEXSIZE" val="9"/>
  <p:tag name="IGUANATEXCURSOR" val="9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05.0146"/>
  <p:tag name="LATEXADDIN" val="\documentclass{article}&#10;\usepackage{amsmath}&#10;\pagestyle{empty}&#10;\begin{document}&#10;&#10;$a_2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02.0143"/>
  <p:tag name="LATEXADDIN" val="\documentclass{article}&#10;\usepackage{amsmath}&#10;\pagestyle{empty}&#10;\begin{document}&#10;&#10;$a_1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05.7647"/>
  <p:tag name="LATEXADDIN" val="\documentclass{article}&#10;\usepackage{amsmath}&#10;\pagestyle{empty}&#10;\begin{document}&#10;&#10;$a_3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06.5149"/>
  <p:tag name="LATEXADDIN" val="\documentclass{article}&#10;\usepackage{amsmath}&#10;\pagestyle{empty}&#10;\begin{document}&#10;&#10;$a_4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15.5161"/>
  <p:tag name="LATEXADDIN" val="\documentclass{article}&#10;\usepackage{amsmath}&#10;\pagestyle{empty}&#10;\begin{document}&#10;&#10;$n_2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0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13.2658"/>
  <p:tag name="LATEXADDIN" val="\documentclass{article}&#10;\usepackage{amsmath}&#10;\pagestyle{empty}&#10;\begin{document}&#10;&#10;$n_1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3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17.7665"/>
  <p:tag name="LATEXADDIN" val="\documentclass{article}&#10;\usepackage{amsmath}&#10;\pagestyle{empty}&#10;\begin{document}&#10;&#10;$n_4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5.5161"/>
  <p:tag name="LATEXADDIN" val="\documentclass{article}&#10;\usepackage{amsmath}&#10;\pagestyle{empty}&#10;\begin{document}&#10;&#10;$n_5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9.2666"/>
  <p:tag name="LATEXADDIN" val="\documentclass{article}&#10;\usepackage{amsmath}&#10;\pagestyle{empty}&#10;\begin{document}&#10;&#10;$n_7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6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8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9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15.5161"/>
  <p:tag name="LATEXADDIN" val="\documentclass{article}&#10;\usepackage{amsmath}&#10;\pagestyle{empty}&#10;\begin{document}&#10;&#10;$n_2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0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13.2658"/>
  <p:tag name="LATEXADDIN" val="\documentclass{article}&#10;\usepackage{amsmath}&#10;\pagestyle{empty}&#10;\begin{document}&#10;&#10;$n_1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3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17.7665"/>
  <p:tag name="LATEXADDIN" val="\documentclass{article}&#10;\usepackage{amsmath}&#10;\pagestyle{empty}&#10;\begin{document}&#10;&#10;$n_4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5.5161"/>
  <p:tag name="LATEXADDIN" val="\documentclass{article}&#10;\usepackage{amsmath}&#10;\pagestyle{empty}&#10;\begin{document}&#10;&#10;$n_5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656"/>
  <p:tag name="ORIGINALWIDTH" val="912.1273"/>
  <p:tag name="LATEXADDIN" val="\documentclass{article}&#10;\usepackage{amsmath}&#10;\pagestyle{empty}&#10;\begin{document}&#10;&#10;Backpropagation&#10;\end{document}"/>
  <p:tag name="IGUANATEXSIZE" val="9"/>
  <p:tag name="IGUANATEXCURSOR" val="9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381.0532"/>
  <p:tag name="LATEXADDIN" val="\documentclass{article}&#10;\usepackage{amsmath}&#10;\pagestyle{empty}&#10;\begin{document}&#10;&#10;$(n_1,a_1)$&#10;&#10;&#10;\end{document}"/>
  <p:tag name="IGUANATEXSIZE" val="9"/>
  <p:tag name="IGUANATEXCURSOR" val="91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381.0532"/>
  <p:tag name="LATEXADDIN" val="\documentclass{article}&#10;\usepackage{amsmath}&#10;\pagestyle{empty}&#10;\begin{document}&#10;&#10;$(n_2,a_2)$&#10;&#10;&#10;\end{document}"/>
  <p:tag name="IGUANATEXSIZE" val="9"/>
  <p:tag name="IGUANATEXCURSOR" val="91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381.0532"/>
  <p:tag name="LATEXADDIN" val="\documentclass{article}&#10;\usepackage{amsmath}&#10;\pagestyle{empty}&#10;\begin{document}&#10;&#10;$(n_4,a_3)$&#10;&#10;&#10;\end{document}"/>
  <p:tag name="IGUANATEXSIZE" val="9"/>
  <p:tag name="IGUANATEXCURSOR" val="90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381.0532"/>
  <p:tag name="LATEXADDIN" val="\documentclass{article}&#10;\usepackage{amsmath}&#10;\pagestyle{empty}&#10;\begin{document}&#10;&#10;$(n_4,a_4)$&#10;&#10;&#10;\end{document}"/>
  <p:tag name="IGUANATEXSIZE" val="9"/>
  <p:tag name="IGUANATEXCURSOR" val="90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2.5366"/>
  <p:tag name="ORIGINALWIDTH" val="987.1378"/>
  <p:tag name="LATEXADDIN" val="\documentclass{article}&#10;\usepackage{amsmath}&#10;\pagestyle{empty}&#10;\begin{document}&#10;&#10;&#10;\centering&#10;\noindent&#10;Scene $\mathcal{X}_k$ and \\&#10;target structure $T$&#10;&#10;&#10;\end{document}"/>
  <p:tag name="IGUANATEXSIZE" val="9"/>
  <p:tag name="IGUANATEXCURSOR" val="13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265"/>
  <p:tag name="ORIGINALWIDTH" val="427.5597"/>
  <p:tag name="LATEXADDIN" val="\documentclass{article}&#10;\usepackage{amsmath}&#10;\pagestyle{empty}&#10;\begin{document}&#10;&#10;State $s_k$&#10;&#10;&#10;\end{document}"/>
  <p:tag name="IGUANATEXSIZE" val="10"/>
  <p:tag name="IGUANATEXCURSOR" val="9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654"/>
  <p:tag name="ORIGINALWIDTH" val="675.8444"/>
  <p:tag name="LATEXADDIN" val="\documentclass{article}&#10;\usepackage{amsmath}&#10;\pagestyle{empty}&#10;\begin{document}&#10;&#10;Inventory $\mathcal{I}_k$&#10;&#10;&#10;\end{document}"/>
  <p:tag name="IGUANATEXSIZE" val="9"/>
  <p:tag name="IGUANATEXCURSOR" val="10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7.0331"/>
  <p:tag name="ORIGINALWIDTH" val="1286.43"/>
  <p:tag name="LATEXADDIN" val="\documentclass{article}&#10;\usepackage{amsmath}&#10;\pagestyle{empty}&#10;\begin{document}&#10;&#10;\noindent\centering&#10;Parallel node expansion \\ and evaluation&#10;\end{document}"/>
  <p:tag name="IGUANATEXSIZE" val="9"/>
  <p:tag name="IGUANATEXCURSOR" val="100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6228"/>
  <p:tag name="ORIGINALWIDTH" val="943.6317"/>
  <p:tag name="LATEXADDIN" val="\documentclass{article}&#10;\usepackage{amsmath}&#10;\pagestyle{empty}&#10;\begin{document}&#10;&#10;Batched selection&#10;\end{document}"/>
  <p:tag name="IGUANATEXSIZE" val="9"/>
  <p:tag name="IGUANATEXCURSOR" val="98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212.2796"/>
  <p:tag name="LATEXADDIN" val="\documentclass{article}&#10;\usepackage{amsmath}&#10;\pagestyle{empty}&#10;\begin{document}&#10;&#10;$\pi_\text{init}$&#10;\end{document}"/>
  <p:tag name="IGUANATEXSIZE" val="9"/>
  <p:tag name="IGUANATEXCURSOR" val="98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6244"/>
  <p:tag name="ORIGINALWIDTH" val="205.5287"/>
  <p:tag name="LATEXADDIN" val="\documentclass{article}&#10;\usepackage{amsmath}&#10;\pagestyle{empty}&#10;\begin{document}&#10;&#10;$\pi_\text{opt}$&#10;\end{document}"/>
  <p:tag name="IGUANATEXSIZE" val="9"/>
  <p:tag name="IGUANATEXCURSOR" val="9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213.7798"/>
  <p:tag name="LATEXADDIN" val="\documentclass{article}&#10;\usepackage{amsmath}&#10;\pagestyle{empty}&#10;\begin{document}&#10;&#10;$\pi_\text{sim}$&#10;\end{document}"/>
  <p:tag name="IGUANATEXSIZE" val="9"/>
  <p:tag name="IGUANATEXCURSOR" val="9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5.0146"/>
  <p:tag name="ORIGINALWIDTH" val="92.26292"/>
  <p:tag name="LATEXADDIN" val="\documentclass{article}&#10;\usepackage{amsmath}&#10;\pagestyle{empty}&#10;\begin{document}&#10;&#10;$b_2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5.0146"/>
  <p:tag name="ORIGINALWIDTH" val="90.0126"/>
  <p:tag name="LATEXADDIN" val="\documentclass{article}&#10;\usepackage{amsmath}&#10;\pagestyle{empty}&#10;\begin{document}&#10;&#10;$b_1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.5149"/>
  <p:tag name="ORIGINALWIDTH" val="93.01299"/>
  <p:tag name="LATEXADDIN" val="\documentclass{article}&#10;\usepackage{amsmath}&#10;\pagestyle{empty}&#10;\begin{document}&#10;&#10;$b_3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5.0146"/>
  <p:tag name="ORIGINALWIDTH" val="94.51323"/>
  <p:tag name="LATEXADDIN" val="\documentclass{article}&#10;\usepackage{amsmath}&#10;\pagestyle{empty}&#10;\begin{document}&#10;&#10;$b_4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15.5161"/>
  <p:tag name="LATEXADDIN" val="\documentclass{article}&#10;\usepackage{amsmath}&#10;\pagestyle{empty}&#10;\begin{document}&#10;&#10;$n_2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0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13.2658"/>
  <p:tag name="LATEXADDIN" val="\documentclass{article}&#10;\usepackage{amsmath}&#10;\pagestyle{empty}&#10;\begin{document}&#10;&#10;$n_1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3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17.7665"/>
  <p:tag name="LATEXADDIN" val="\documentclass{article}&#10;\usepackage{amsmath}&#10;\pagestyle{empty}&#10;\begin{document}&#10;&#10;$n_4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5.5161"/>
  <p:tag name="LATEXADDIN" val="\documentclass{article}&#10;\usepackage{amsmath}&#10;\pagestyle{empty}&#10;\begin{document}&#10;&#10;$n_5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9.2666"/>
  <p:tag name="LATEXADDIN" val="\documentclass{article}&#10;\usepackage{amsmath}&#10;\pagestyle{empty}&#10;\begin{document}&#10;&#10;$n_7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6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8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9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15.5161"/>
  <p:tag name="LATEXADDIN" val="\documentclass{article}&#10;\usepackage{amsmath}&#10;\pagestyle{empty}&#10;\begin{document}&#10;&#10;$n_2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0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13.2658"/>
  <p:tag name="LATEXADDIN" val="\documentclass{article}&#10;\usepackage{amsmath}&#10;\pagestyle{empty}&#10;\begin{document}&#10;&#10;$n_1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6.2662"/>
  <p:tag name="LATEXADDIN" val="\documentclass{article}&#10;\usepackage{amsmath}&#10;\pagestyle{empty}&#10;\begin{document}&#10;&#10;$n_3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117.7665"/>
  <p:tag name="LATEXADDIN" val="\documentclass{article}&#10;\usepackage{amsmath}&#10;\pagestyle{empty}&#10;\begin{document}&#10;&#10;$n_4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115.5161"/>
  <p:tag name="LATEXADDIN" val="\documentclass{article}&#10;\usepackage{amsmath}&#10;\pagestyle{empty}&#10;\begin{document}&#10;&#10;$n_5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656"/>
  <p:tag name="ORIGINALWIDTH" val="912.1273"/>
  <p:tag name="LATEXADDIN" val="\documentclass{article}&#10;\usepackage{amsmath}&#10;\pagestyle{empty}&#10;\begin{document}&#10;&#10;Backpropagation&#10;\end{document}"/>
  <p:tag name="IGUANATEXSIZE" val="9"/>
  <p:tag name="IGUANATEXCURSOR" val="9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7.6224"/>
  <p:tag name="ORIGINALWIDTH" val="2144.549"/>
  <p:tag name="LATEXADDIN" val="\documentclass{article}&#10;\usepackage{amsmath}&#10;\usepackage{xspace}&#10;\pagestyle{empty}&#10;&#10;\newcommand{\rarrow}{\xrightarrow{\hspace{0.5cm}}}&#10;\begin{document}&#10;&#10;&#10;\begin{align*}&#10;b_1:\,&amp; s(n_1) \rarrow \hat{a}_1 \rarrow a_1 \rarrow s(n_6),r_1 \\[1.2ex]&#10;b_2:\,&amp; s(n_2) \rarrow \hat{a}_2 \rarrow a_2 \rarrow s(n_7),r_2 \\[1.2ex]&#10;b_3:\,&amp; s(n_4) \rarrow \hat{a}_3 \rarrow a_3 \rarrow s(n_8),r_3 \\[1.2ex]&#10;b_4:\,&amp; s(n_4) \rarrow \hat{a}_4 \rarrow a_4 \rarrow s(n_9),r_4&#10;\end{align*}&#10;\end{document}"/>
  <p:tag name="IGUANATEXSIZE" val="9"/>
  <p:tag name="IGUANATEXCURSOR" val="454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656"/>
  <p:tag name="ORIGINALWIDTH" val="1960.774"/>
  <p:tag name="LATEXADDIN" val="\documentclass{article}&#10;\usepackage{amsmath}&#10;\pagestyle{empty}&#10;\begin{document}&#10;&#10;\noindent\centering&#10;Repeat while search budget remains&#10;\end{document}"/>
  <p:tag name="IGUANATEXSIZE" val="9"/>
  <p:tag name="IGUANATEXCURSOR" val="13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97.51362"/>
  <p:tag name="LATEXADDIN" val="\documentclass{article}&#10;\usepackage{amsmath}&#10;\pagestyle{empty}&#10;\begin{document}&#10;&#10;$r_2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94.51323"/>
  <p:tag name="LATEXADDIN" val="\documentclass{article}&#10;\usepackage{amsmath}&#10;\pagestyle{empty}&#10;\begin{document}&#10;&#10;$r_1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98.2637"/>
  <p:tag name="LATEXADDIN" val="\documentclass{article}&#10;\usepackage{amsmath}&#10;\pagestyle{empty}&#10;\begin{document}&#10;&#10;$r_3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1024"/>
  <p:tag name="ORIGINALWIDTH" val="99.01378"/>
  <p:tag name="LATEXADDIN" val="\documentclass{article}&#10;\usepackage{amsmath}&#10;\pagestyle{empty}&#10;\begin{document}&#10;&#10;$r_4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3.0381"/>
  <p:tag name="ORIGINALWIDTH" val="969.8854"/>
  <p:tag name="LATEXADDIN" val="\documentclass{article}&#10;\usepackage{amsmath}&#10;\pagestyle{empty}&#10;\begin{document}&#10;&#10;\noindent\centering&#10;Selected validated \\&#10;action $a_k^*$&#10;\end{document}"/>
  <p:tag name="IGUANATEXSIZE" val="9"/>
  <p:tag name="IGUANATEXCURSOR" val="137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0126"/>
  <p:tag name="ORIGINALWIDTH" val="655.5915"/>
  <p:tag name="LATEXADDIN" val="\documentclass{article}&#10;\usepackage{amsmath}&#10;\pagestyle{empty}&#10;\begin{document}&#10;&#10;\noindent\centering&#10;After search&#10;\end{document}"/>
  <p:tag name="IGUANATEXSIZE" val="9"/>
  <p:tag name="IGUANATEXCURSOR" val="11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00008"/>
  <p:tag name="ORIGINALWIDTH" val="208.7501"/>
  <p:tag name="LATEXADDIN" val="\documentclass{article}&#10;\usepackage{amsmath,times,xcolor}&#10;\pagestyle{empty}&#10;\begin{document}&#10;\fontsize{8.5}{10}\selectfont\color{white}&#10;\setlength{\unitlength}{1bp}&#10;\begin{picture}(260,96)&#10;\put(32.5,91.3){\makebox(0,0){Height map}}&#10;\put(129.2,91.3){\makebox(0,0){Height $-w_{\mathrm h}\sigma_{\mathrm h}$}}&#10;\put(221.2,91.3){\makebox(0,0){Floor $w_{\mathrm f}\sigma_{\mathrm f}$}}&#10;\put(32.5,4){\makebox(0,0){Score $\sigma$}}&#10;\put(129.2,4){\makebox(0,0){Support $w_{\mathrm s}\sigma_{\mathrm s}$}}&#10;\put(221.2,4){\makebox(0,0){Boundary $w_{\mathrm b}\sigma_{\mathrm b}$}}&#10;\end{picture}&#10;\end{document}"/>
  <p:tag name="IGUANATEXSIZE" val="10"/>
  <p:tag name="IGUANATEXCURSOR" val="597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504"/>
  <p:tag name="ORIGINALWIDTH" val="5.12504"/>
  <p:tag name="LATEXADDIN" val="\documentclass{article}&#10;\usepackage{amsmath,times,xcolor}&#10;\pagestyle{empty}&#10;\begin{document}&#10;\fontsize{8.5}{10}\selectfont\color{white}&#10;\setlength{\unitlength}{1bp}&#10;\begin{picture}(260,96)&#10;\put(32.5,91.3){\makebox(0,0){Height map}}&#10;\put(129.2,91.3){\makebox(0,0){Height $-w_{\mathrm h}\sigma_{\mathrm h}$}}&#10;\put(221.2,91.3){\makebox(0,0){Floor $w_{\mathrm f}\sigma_{\mathrm f}$}}&#10;\put(32.5,4){\makebox(0,0){Score $\sigma$}}&#10;\put(129.2,4){\makebox(0,0){Support $w_{\mathrm s}\sigma_{\mathrm s}$}}&#10;\put(221.2,4){\makebox(0,0){Boundary $w_{\mathrm b}\sigma_{\mathrm b}$}}&#10;\end{picture}&#10;\end{document}"/>
  <p:tag name="IGUANATEXSIZE" val="10"/>
  <p:tag name="IGUANATEXCURSOR" val="597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"/>
  <p:tag name="ORIGINALWIDTH" val="3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5"/>
  <p:tag name="ORIGINALWIDTH" val="1.75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504"/>
  <p:tag name="ORIGINALWIDTH" val="3.25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5"/>
  <p:tag name="ORIGINALWIDTH" val="3.5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"/>
  <p:tag name="ORIGINALWIDTH" val="2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"/>
  <p:tag name="ORIGINALWIDTH" val="5.62504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"/>
  <p:tag name="ORIGINALWIDTH" val="3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504"/>
  <p:tag name="ORIGINALWIDTH" val="3.37504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504"/>
  <p:tag name="ORIGINALWIDTH" val="5.12504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"/>
  <p:tag name="ORIGINALWIDTH" val="3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5"/>
  <p:tag name="ORIGINALWIDTH" val="1.75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504"/>
  <p:tag name="ORIGINALWIDTH" val="3.37504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5"/>
  <p:tag name="ORIGINALWIDTH" val="3.62504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"/>
  <p:tag name="ORIGINALWIDTH" val="1.875039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750394"/>
  <p:tag name="ORIGINALWIDTH" val="4.62504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5"/>
  <p:tag name="ORIGINALWIDTH" val="5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5"/>
  <p:tag name="ORIGINALWIDTH" val="3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25039"/>
  <p:tag name="ORIGINALWIDTH" val="3.87504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5"/>
  <p:tag name="ORIGINALWIDTH" val="3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"/>
  <p:tag name="ORIGINALWIDTH" val="4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504"/>
  <p:tag name="ORIGINALWIDTH" val="1.875039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25039"/>
  <p:tag name="ORIGINALWIDTH" val="3.25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25039"/>
  <p:tag name="ORIGINALWIDTH" val="3.25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"/>
  <p:tag name="ORIGINALWIDTH" val="2.5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5"/>
  <p:tag name="ORIGINALWIDTH" val="4.87504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5"/>
  <p:tag name="ORIGINALWIDTH" val="2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25039"/>
  <p:tag name="ORIGINALWIDTH" val="3.87504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5"/>
  <p:tag name="ORIGINALWIDTH" val="2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5"/>
  <p:tag name="ORIGINALWIDTH" val="3.37504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25039"/>
  <p:tag name="ORIGINALWIDTH" val="2.87504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25039"/>
  <p:tag name="ORIGINALWIDTH" val="3.25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"/>
  <p:tag name="ORIGINALWIDTH" val="2.37504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25039"/>
  <p:tag name="ORIGINALWIDTH" val="3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25039"/>
  <p:tag name="ORIGINALWIDTH" val="4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5"/>
  <p:tag name="ORIGINALWIDTH" val="3.37504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"/>
  <p:tag name="ORIGINALWIDTH" val="3.5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504"/>
  <p:tag name="ORIGINALWIDTH" val="3.5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504"/>
  <p:tag name="ORIGINALWIDTH" val="3.37504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25039"/>
  <p:tag name="ORIGINALWIDTH" val="3.37504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"/>
  <p:tag name="ORIGINALWIDTH" val="2.5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"/>
  <p:tag name="ORIGINALWIDTH" val="2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5"/>
  <p:tag name="ORIGINALWIDTH" val="5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5"/>
  <p:tag name="ORIGINALWIDTH" val="2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25039"/>
  <p:tag name="ORIGINALWIDTH" val="4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5"/>
  <p:tag name="ORIGINALWIDTH" val="2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"/>
  <p:tag name="ORIGINALWIDTH" val="4.37504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25039"/>
  <p:tag name="ORIGINALWIDTH" val="3.37504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"/>
  <p:tag name="ORIGINALWIDTH" val="3.5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"/>
  <p:tag name="ORIGINALWIDTH" val="3.5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5"/>
  <p:tag name="ORIGINALWIDTH" val="3.5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25039"/>
  <p:tag name="ORIGINALWIDTH" val="3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"/>
  <p:tag name="ORIGINALWIDTH" val="2.37504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"/>
  <p:tag name="ORIGINALWIDTH" val="3.5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5"/>
  <p:tag name="ORIGINALWIDTH" val="5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75039"/>
  <p:tag name="ORIGINALWIDTH" val="3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25039"/>
  <p:tag name="ORIGINALWIDTH" val="4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75039"/>
  <p:tag name="ORIGINALWIDTH" val="2.87504"/>
  <p:tag name="EMFCHILD" val="Tru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19613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안서기</dc:creator>
  <cp:lastModifiedBy>안서기</cp:lastModifiedBy>
  <cp:revision>48</cp:revision>
  <dcterms:created xsi:type="dcterms:W3CDTF">2026-10-06T04:21:36Z</dcterms:created>
  <dcterms:modified xsi:type="dcterms:W3CDTF">2026-10-26T03:09:39Z</dcterms:modified>
</cp:coreProperties>
</file>