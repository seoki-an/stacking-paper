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4E189-38CE-47A9-991A-B2EC2728A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98E608-A9F0-4342-8250-9A769CDB7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56B8C5-8F6C-47BA-B992-A7B3A6291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ADEC-909F-4BA1-9879-8B60E85D6014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500032-BA05-49C2-B622-113850F5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B32707-B82E-4921-862D-B12C65EC3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9C9A3-B9CD-4DDB-881D-F40878176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348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70620-955D-45C3-8A3E-88E89C29B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AD9D57-D26F-4414-995E-5E453F4A7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E2C59C-D3D3-4D4D-8DFD-CA52A7328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ADEC-909F-4BA1-9879-8B60E85D6014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329B0A-C9A9-4E38-9025-2E32ED72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4B56D-22D9-4BE2-9C7E-B1341C335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9C9A3-B9CD-4DDB-881D-F40878176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89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AF553-CAB4-431B-AF93-80349672D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381D09-C406-4D96-B5F3-C938648D6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345866-33CC-4897-A647-1A808D27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ADEC-909F-4BA1-9879-8B60E85D6014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A14584-ED59-4CA1-A674-A7AADE3B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47C8C2-9DEF-469D-80BD-E87992E48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9C9A3-B9CD-4DDB-881D-F40878176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181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8F8ED-CBF1-42CB-AC57-4C8310549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9F7C8F-9C36-44AE-A4C9-7F77CE8F7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7C8C3C-6EFB-4AB6-8120-1891A4EB8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DCAC5B-A1D7-4328-8297-DBE164A6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ADEC-909F-4BA1-9879-8B60E85D6014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00B0CE-8C01-4CBE-A96F-7670A14D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4BB685-8006-4799-AE92-3DAA390C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9C9A3-B9CD-4DDB-881D-F40878176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823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29A6B-9692-4BC6-998E-214F37F32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A59598-9A69-4913-84D2-13F45E842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E95F2E-4283-40AF-A71D-516C1BC72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4CE127-7629-41E7-B895-304F357DAD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D23118-BC4B-4639-8062-19675559D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40F4F11-205A-4228-ADF9-0F393FAEA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ADEC-909F-4BA1-9879-8B60E85D6014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D01EC5-F07A-4B7A-96E0-65526AE46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9D3519-0A2E-4444-88CF-C730FA31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9C9A3-B9CD-4DDB-881D-F40878176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94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EAF97-A4A0-48AF-BE9E-98670F2B3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29F259-4842-4987-AE73-C3A2404D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ADEC-909F-4BA1-9879-8B60E85D6014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AD7E3F-21A5-463A-811C-7AF442FA7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071A37-F14B-4BF0-9893-039C999DF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9C9A3-B9CD-4DDB-881D-F40878176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90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AC13A6C-448F-4260-9ADC-6107AEC3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ADEC-909F-4BA1-9879-8B60E85D6014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080D85-C93D-4F6F-BB84-12477F35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7560E0-9B98-4388-AD70-187462E6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9C9A3-B9CD-4DDB-881D-F40878176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85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658760-05F4-41FD-9A5D-34C0BE7EF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C85700-3F20-4A25-8782-184F4B7A1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6023A3-7116-4E26-B324-7843E35D4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77DEDF-32CC-4A02-B032-BBE5A540A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ADEC-909F-4BA1-9879-8B60E85D6014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A19CA5-59CC-4B58-A3B2-A4C72136E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5412AB-D964-4454-A5F5-E956E8CC2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9C9A3-B9CD-4DDB-881D-F40878176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77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937258-3ABC-4E91-9AF2-8BC3EBE5A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C22D03-182C-407C-9508-8665F1953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14C58E-45ED-495A-A87C-E62A84AD0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2C9A0A-6A0F-4CA8-9B7D-9F032B4A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ADEC-909F-4BA1-9879-8B60E85D6014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F4AB71-0D13-4B5E-9743-3B0A2D30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3583EA-9450-4C4C-892E-FE33322B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9C9A3-B9CD-4DDB-881D-F40878176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F9757-38B8-469F-808C-3B5189A1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E21747-D4B9-492B-98FC-0F7B7C6DA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54985A-DC46-4037-BF9E-72E35BAAA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ADEC-909F-4BA1-9879-8B60E85D6014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33F673-3A73-4A35-91DB-768844584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2DAF2-710D-41B2-AFEF-E852FAA6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9C9A3-B9CD-4DDB-881D-F40878176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279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A65B532-DA96-4F89-BD61-FD52DE7D0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C98BFA-0014-4AE0-B26B-0EB664E66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FDDEBA-3288-42ED-829D-EAFD9FDD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ADEC-909F-4BA1-9879-8B60E85D6014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D4B7A0-5EC7-4FB1-813B-A4C731D6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2422A7-8355-4A03-8170-7BA3F1B7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B9C9A3-B9CD-4DDB-881D-F40878176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1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7366C4-7F84-458F-84C9-D811D6E1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6C305C-2EF3-4A15-AFCE-F947A197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97038F-217A-45FE-A6D8-17FB0777A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CADEC-909F-4BA1-9879-8B60E85D6014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2DDE69-B147-4D92-B4D0-6FD21F978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F29C-D7B8-49A8-B5AF-8F8DE73C9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B9C9A3-B9CD-4DDB-881D-F40878176C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702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99" Type="http://schemas.openxmlformats.org/officeDocument/2006/relationships/tags" Target="../tags/tag299.xml"/><Relationship Id="rId21" Type="http://schemas.openxmlformats.org/officeDocument/2006/relationships/tags" Target="../tags/tag21.xml"/><Relationship Id="rId63" Type="http://schemas.openxmlformats.org/officeDocument/2006/relationships/tags" Target="../tags/tag63.xml"/><Relationship Id="rId159" Type="http://schemas.openxmlformats.org/officeDocument/2006/relationships/tags" Target="../tags/tag159.xml"/><Relationship Id="rId324" Type="http://schemas.openxmlformats.org/officeDocument/2006/relationships/tags" Target="../tags/tag324.xml"/><Relationship Id="rId366" Type="http://schemas.openxmlformats.org/officeDocument/2006/relationships/tags" Target="../tags/tag366.xml"/><Relationship Id="rId170" Type="http://schemas.openxmlformats.org/officeDocument/2006/relationships/tags" Target="../tags/tag170.xml"/><Relationship Id="rId226" Type="http://schemas.openxmlformats.org/officeDocument/2006/relationships/tags" Target="../tags/tag226.xml"/><Relationship Id="rId268" Type="http://schemas.openxmlformats.org/officeDocument/2006/relationships/tags" Target="../tags/tag268.xml"/><Relationship Id="rId32" Type="http://schemas.openxmlformats.org/officeDocument/2006/relationships/tags" Target="../tags/tag32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335" Type="http://schemas.openxmlformats.org/officeDocument/2006/relationships/tags" Target="../tags/tag335.xml"/><Relationship Id="rId377" Type="http://schemas.openxmlformats.org/officeDocument/2006/relationships/tags" Target="../tags/tag377.xml"/><Relationship Id="rId5" Type="http://schemas.openxmlformats.org/officeDocument/2006/relationships/tags" Target="../tags/tag5.xml"/><Relationship Id="rId181" Type="http://schemas.openxmlformats.org/officeDocument/2006/relationships/tags" Target="../tags/tag181.xml"/><Relationship Id="rId237" Type="http://schemas.openxmlformats.org/officeDocument/2006/relationships/tags" Target="../tags/tag237.xml"/><Relationship Id="rId279" Type="http://schemas.openxmlformats.org/officeDocument/2006/relationships/tags" Target="../tags/tag279.xml"/><Relationship Id="rId43" Type="http://schemas.openxmlformats.org/officeDocument/2006/relationships/tags" Target="../tags/tag43.xml"/><Relationship Id="rId139" Type="http://schemas.openxmlformats.org/officeDocument/2006/relationships/tags" Target="../tags/tag139.xml"/><Relationship Id="rId290" Type="http://schemas.openxmlformats.org/officeDocument/2006/relationships/tags" Target="../tags/tag290.xml"/><Relationship Id="rId304" Type="http://schemas.openxmlformats.org/officeDocument/2006/relationships/tags" Target="../tags/tag304.xml"/><Relationship Id="rId346" Type="http://schemas.openxmlformats.org/officeDocument/2006/relationships/tags" Target="../tags/tag346.xml"/><Relationship Id="rId388" Type="http://schemas.openxmlformats.org/officeDocument/2006/relationships/tags" Target="../tags/tag388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248" Type="http://schemas.openxmlformats.org/officeDocument/2006/relationships/tags" Target="../tags/tag248.xml"/><Relationship Id="rId12" Type="http://schemas.openxmlformats.org/officeDocument/2006/relationships/tags" Target="../tags/tag12.xml"/><Relationship Id="rId108" Type="http://schemas.openxmlformats.org/officeDocument/2006/relationships/tags" Target="../tags/tag108.xml"/><Relationship Id="rId315" Type="http://schemas.openxmlformats.org/officeDocument/2006/relationships/tags" Target="../tags/tag315.xml"/><Relationship Id="rId357" Type="http://schemas.openxmlformats.org/officeDocument/2006/relationships/tags" Target="../tags/tag357.xml"/><Relationship Id="rId54" Type="http://schemas.openxmlformats.org/officeDocument/2006/relationships/tags" Target="../tags/tag54.xml"/><Relationship Id="rId96" Type="http://schemas.openxmlformats.org/officeDocument/2006/relationships/tags" Target="../tags/tag96.xml"/><Relationship Id="rId161" Type="http://schemas.openxmlformats.org/officeDocument/2006/relationships/tags" Target="../tags/tag161.xml"/><Relationship Id="rId217" Type="http://schemas.openxmlformats.org/officeDocument/2006/relationships/tags" Target="../tags/tag217.xml"/><Relationship Id="rId259" Type="http://schemas.openxmlformats.org/officeDocument/2006/relationships/tags" Target="../tags/tag259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270" Type="http://schemas.openxmlformats.org/officeDocument/2006/relationships/tags" Target="../tags/tag270.xml"/><Relationship Id="rId326" Type="http://schemas.openxmlformats.org/officeDocument/2006/relationships/tags" Target="../tags/tag326.xml"/><Relationship Id="rId65" Type="http://schemas.openxmlformats.org/officeDocument/2006/relationships/tags" Target="../tags/tag65.xml"/><Relationship Id="rId130" Type="http://schemas.openxmlformats.org/officeDocument/2006/relationships/tags" Target="../tags/tag130.xml"/><Relationship Id="rId368" Type="http://schemas.openxmlformats.org/officeDocument/2006/relationships/tags" Target="../tags/tag368.xml"/><Relationship Id="rId172" Type="http://schemas.openxmlformats.org/officeDocument/2006/relationships/tags" Target="../tags/tag172.xml"/><Relationship Id="rId228" Type="http://schemas.openxmlformats.org/officeDocument/2006/relationships/tags" Target="../tags/tag228.xml"/><Relationship Id="rId281" Type="http://schemas.openxmlformats.org/officeDocument/2006/relationships/tags" Target="../tags/tag281.xml"/><Relationship Id="rId337" Type="http://schemas.openxmlformats.org/officeDocument/2006/relationships/tags" Target="../tags/tag337.xml"/><Relationship Id="rId34" Type="http://schemas.openxmlformats.org/officeDocument/2006/relationships/tags" Target="../tags/tag34.xml"/><Relationship Id="rId76" Type="http://schemas.openxmlformats.org/officeDocument/2006/relationships/tags" Target="../tags/tag76.xml"/><Relationship Id="rId141" Type="http://schemas.openxmlformats.org/officeDocument/2006/relationships/tags" Target="../tags/tag141.xml"/><Relationship Id="rId379" Type="http://schemas.openxmlformats.org/officeDocument/2006/relationships/tags" Target="../tags/tag379.xml"/><Relationship Id="rId7" Type="http://schemas.openxmlformats.org/officeDocument/2006/relationships/tags" Target="../tags/tag7.xml"/><Relationship Id="rId183" Type="http://schemas.openxmlformats.org/officeDocument/2006/relationships/tags" Target="../tags/tag183.xml"/><Relationship Id="rId239" Type="http://schemas.openxmlformats.org/officeDocument/2006/relationships/tags" Target="../tags/tag239.xml"/><Relationship Id="rId390" Type="http://schemas.openxmlformats.org/officeDocument/2006/relationships/tags" Target="../tags/tag390.xml"/><Relationship Id="rId250" Type="http://schemas.openxmlformats.org/officeDocument/2006/relationships/tags" Target="../tags/tag250.xml"/><Relationship Id="rId292" Type="http://schemas.openxmlformats.org/officeDocument/2006/relationships/tags" Target="../tags/tag292.xml"/><Relationship Id="rId306" Type="http://schemas.openxmlformats.org/officeDocument/2006/relationships/tags" Target="../tags/tag306.xml"/><Relationship Id="rId45" Type="http://schemas.openxmlformats.org/officeDocument/2006/relationships/tags" Target="../tags/tag45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348" Type="http://schemas.openxmlformats.org/officeDocument/2006/relationships/tags" Target="../tags/tag348.xml"/><Relationship Id="rId152" Type="http://schemas.openxmlformats.org/officeDocument/2006/relationships/tags" Target="../tags/tag152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261" Type="http://schemas.openxmlformats.org/officeDocument/2006/relationships/tags" Target="../tags/tag261.xml"/><Relationship Id="rId14" Type="http://schemas.openxmlformats.org/officeDocument/2006/relationships/tags" Target="../tags/tag14.xml"/><Relationship Id="rId56" Type="http://schemas.openxmlformats.org/officeDocument/2006/relationships/tags" Target="../tags/tag56.xml"/><Relationship Id="rId317" Type="http://schemas.openxmlformats.org/officeDocument/2006/relationships/tags" Target="../tags/tag317.xml"/><Relationship Id="rId359" Type="http://schemas.openxmlformats.org/officeDocument/2006/relationships/tags" Target="../tags/tag359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63" Type="http://schemas.openxmlformats.org/officeDocument/2006/relationships/tags" Target="../tags/tag163.xml"/><Relationship Id="rId219" Type="http://schemas.openxmlformats.org/officeDocument/2006/relationships/tags" Target="../tags/tag219.xml"/><Relationship Id="rId370" Type="http://schemas.openxmlformats.org/officeDocument/2006/relationships/tags" Target="../tags/tag370.xml"/><Relationship Id="rId230" Type="http://schemas.openxmlformats.org/officeDocument/2006/relationships/tags" Target="../tags/tag230.xml"/><Relationship Id="rId25" Type="http://schemas.openxmlformats.org/officeDocument/2006/relationships/tags" Target="../tags/tag25.xml"/><Relationship Id="rId67" Type="http://schemas.openxmlformats.org/officeDocument/2006/relationships/tags" Target="../tags/tag67.xml"/><Relationship Id="rId272" Type="http://schemas.openxmlformats.org/officeDocument/2006/relationships/tags" Target="../tags/tag272.xml"/><Relationship Id="rId328" Type="http://schemas.openxmlformats.org/officeDocument/2006/relationships/tags" Target="../tags/tag328.xml"/><Relationship Id="rId132" Type="http://schemas.openxmlformats.org/officeDocument/2006/relationships/tags" Target="../tags/tag132.xml"/><Relationship Id="rId174" Type="http://schemas.openxmlformats.org/officeDocument/2006/relationships/tags" Target="../tags/tag174.xml"/><Relationship Id="rId381" Type="http://schemas.openxmlformats.org/officeDocument/2006/relationships/tags" Target="../tags/tag381.xml"/><Relationship Id="rId241" Type="http://schemas.openxmlformats.org/officeDocument/2006/relationships/tags" Target="../tags/tag241.xml"/><Relationship Id="rId36" Type="http://schemas.openxmlformats.org/officeDocument/2006/relationships/tags" Target="../tags/tag36.xml"/><Relationship Id="rId283" Type="http://schemas.openxmlformats.org/officeDocument/2006/relationships/tags" Target="../tags/tag283.xml"/><Relationship Id="rId339" Type="http://schemas.openxmlformats.org/officeDocument/2006/relationships/tags" Target="../tags/tag339.xml"/><Relationship Id="rId78" Type="http://schemas.openxmlformats.org/officeDocument/2006/relationships/tags" Target="../tags/tag78.xml"/><Relationship Id="rId101" Type="http://schemas.openxmlformats.org/officeDocument/2006/relationships/tags" Target="../tags/tag101.xml"/><Relationship Id="rId143" Type="http://schemas.openxmlformats.org/officeDocument/2006/relationships/tags" Target="../tags/tag143.xml"/><Relationship Id="rId185" Type="http://schemas.openxmlformats.org/officeDocument/2006/relationships/tags" Target="../tags/tag185.xml"/><Relationship Id="rId350" Type="http://schemas.openxmlformats.org/officeDocument/2006/relationships/tags" Target="../tags/tag350.xml"/><Relationship Id="rId9" Type="http://schemas.openxmlformats.org/officeDocument/2006/relationships/tags" Target="../tags/tag9.xml"/><Relationship Id="rId210" Type="http://schemas.openxmlformats.org/officeDocument/2006/relationships/tags" Target="../tags/tag210.xml"/><Relationship Id="rId392" Type="http://schemas.openxmlformats.org/officeDocument/2006/relationships/tags" Target="../tags/tag392.xml"/><Relationship Id="rId252" Type="http://schemas.openxmlformats.org/officeDocument/2006/relationships/tags" Target="../tags/tag252.xml"/><Relationship Id="rId294" Type="http://schemas.openxmlformats.org/officeDocument/2006/relationships/tags" Target="../tags/tag294.xml"/><Relationship Id="rId308" Type="http://schemas.openxmlformats.org/officeDocument/2006/relationships/tags" Target="../tags/tag308.xml"/><Relationship Id="rId47" Type="http://schemas.openxmlformats.org/officeDocument/2006/relationships/tags" Target="../tags/tag47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54" Type="http://schemas.openxmlformats.org/officeDocument/2006/relationships/tags" Target="../tags/tag154.xml"/><Relationship Id="rId361" Type="http://schemas.openxmlformats.org/officeDocument/2006/relationships/tags" Target="../tags/tag361.xml"/><Relationship Id="rId196" Type="http://schemas.openxmlformats.org/officeDocument/2006/relationships/tags" Target="../tags/tag196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263" Type="http://schemas.openxmlformats.org/officeDocument/2006/relationships/tags" Target="../tags/tag263.xml"/><Relationship Id="rId319" Type="http://schemas.openxmlformats.org/officeDocument/2006/relationships/tags" Target="../tags/tag319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330" Type="http://schemas.openxmlformats.org/officeDocument/2006/relationships/tags" Target="../tags/tag330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186" Type="http://schemas.openxmlformats.org/officeDocument/2006/relationships/tags" Target="../tags/tag186.xml"/><Relationship Id="rId351" Type="http://schemas.openxmlformats.org/officeDocument/2006/relationships/tags" Target="../tags/tag351.xml"/><Relationship Id="rId372" Type="http://schemas.openxmlformats.org/officeDocument/2006/relationships/tags" Target="../tags/tag372.xml"/><Relationship Id="rId393" Type="http://schemas.openxmlformats.org/officeDocument/2006/relationships/tags" Target="../tags/tag393.xml"/><Relationship Id="rId211" Type="http://schemas.openxmlformats.org/officeDocument/2006/relationships/tags" Target="../tags/tag211.xml"/><Relationship Id="rId232" Type="http://schemas.openxmlformats.org/officeDocument/2006/relationships/tags" Target="../tags/tag232.xml"/><Relationship Id="rId253" Type="http://schemas.openxmlformats.org/officeDocument/2006/relationships/tags" Target="../tags/tag253.xml"/><Relationship Id="rId274" Type="http://schemas.openxmlformats.org/officeDocument/2006/relationships/tags" Target="../tags/tag274.xml"/><Relationship Id="rId295" Type="http://schemas.openxmlformats.org/officeDocument/2006/relationships/tags" Target="../tags/tag295.xml"/><Relationship Id="rId309" Type="http://schemas.openxmlformats.org/officeDocument/2006/relationships/tags" Target="../tags/tag309.xml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320" Type="http://schemas.openxmlformats.org/officeDocument/2006/relationships/tags" Target="../tags/tag320.xml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97" Type="http://schemas.openxmlformats.org/officeDocument/2006/relationships/tags" Target="../tags/tag197.xml"/><Relationship Id="rId341" Type="http://schemas.openxmlformats.org/officeDocument/2006/relationships/tags" Target="../tags/tag341.xml"/><Relationship Id="rId362" Type="http://schemas.openxmlformats.org/officeDocument/2006/relationships/tags" Target="../tags/tag362.xml"/><Relationship Id="rId383" Type="http://schemas.openxmlformats.org/officeDocument/2006/relationships/tags" Target="../tags/tag383.xml"/><Relationship Id="rId201" Type="http://schemas.openxmlformats.org/officeDocument/2006/relationships/tags" Target="../tags/tag201.xml"/><Relationship Id="rId222" Type="http://schemas.openxmlformats.org/officeDocument/2006/relationships/tags" Target="../tags/tag222.xml"/><Relationship Id="rId243" Type="http://schemas.openxmlformats.org/officeDocument/2006/relationships/tags" Target="../tags/tag243.xml"/><Relationship Id="rId264" Type="http://schemas.openxmlformats.org/officeDocument/2006/relationships/tags" Target="../tags/tag264.xml"/><Relationship Id="rId285" Type="http://schemas.openxmlformats.org/officeDocument/2006/relationships/tags" Target="../tags/tag285.xml"/><Relationship Id="rId17" Type="http://schemas.openxmlformats.org/officeDocument/2006/relationships/tags" Target="../tags/tag17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24" Type="http://schemas.openxmlformats.org/officeDocument/2006/relationships/tags" Target="../tags/tag124.xml"/><Relationship Id="rId310" Type="http://schemas.openxmlformats.org/officeDocument/2006/relationships/tags" Target="../tags/tag310.xml"/><Relationship Id="rId70" Type="http://schemas.openxmlformats.org/officeDocument/2006/relationships/tags" Target="../tags/tag7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66" Type="http://schemas.openxmlformats.org/officeDocument/2006/relationships/tags" Target="../tags/tag166.xml"/><Relationship Id="rId187" Type="http://schemas.openxmlformats.org/officeDocument/2006/relationships/tags" Target="../tags/tag187.xml"/><Relationship Id="rId331" Type="http://schemas.openxmlformats.org/officeDocument/2006/relationships/tags" Target="../tags/tag331.xml"/><Relationship Id="rId352" Type="http://schemas.openxmlformats.org/officeDocument/2006/relationships/tags" Target="../tags/tag352.xml"/><Relationship Id="rId373" Type="http://schemas.openxmlformats.org/officeDocument/2006/relationships/tags" Target="../tags/tag373.xml"/><Relationship Id="rId394" Type="http://schemas.openxmlformats.org/officeDocument/2006/relationships/tags" Target="../tags/tag394.xml"/><Relationship Id="rId1" Type="http://schemas.openxmlformats.org/officeDocument/2006/relationships/tags" Target="../tags/tag1.xml"/><Relationship Id="rId212" Type="http://schemas.openxmlformats.org/officeDocument/2006/relationships/tags" Target="../tags/tag212.xml"/><Relationship Id="rId233" Type="http://schemas.openxmlformats.org/officeDocument/2006/relationships/tags" Target="../tags/tag233.xml"/><Relationship Id="rId254" Type="http://schemas.openxmlformats.org/officeDocument/2006/relationships/tags" Target="../tags/tag254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275" Type="http://schemas.openxmlformats.org/officeDocument/2006/relationships/tags" Target="../tags/tag275.xml"/><Relationship Id="rId296" Type="http://schemas.openxmlformats.org/officeDocument/2006/relationships/tags" Target="../tags/tag296.xml"/><Relationship Id="rId300" Type="http://schemas.openxmlformats.org/officeDocument/2006/relationships/tags" Target="../tags/tag300.xml"/><Relationship Id="rId60" Type="http://schemas.openxmlformats.org/officeDocument/2006/relationships/tags" Target="../tags/tag60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321" Type="http://schemas.openxmlformats.org/officeDocument/2006/relationships/tags" Target="../tags/tag321.xml"/><Relationship Id="rId342" Type="http://schemas.openxmlformats.org/officeDocument/2006/relationships/tags" Target="../tags/tag342.xml"/><Relationship Id="rId363" Type="http://schemas.openxmlformats.org/officeDocument/2006/relationships/tags" Target="../tags/tag363.xml"/><Relationship Id="rId384" Type="http://schemas.openxmlformats.org/officeDocument/2006/relationships/tags" Target="../tags/tag384.xml"/><Relationship Id="rId202" Type="http://schemas.openxmlformats.org/officeDocument/2006/relationships/tags" Target="../tags/tag202.xml"/><Relationship Id="rId223" Type="http://schemas.openxmlformats.org/officeDocument/2006/relationships/tags" Target="../tags/tag223.xml"/><Relationship Id="rId244" Type="http://schemas.openxmlformats.org/officeDocument/2006/relationships/tags" Target="../tags/tag244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265" Type="http://schemas.openxmlformats.org/officeDocument/2006/relationships/tags" Target="../tags/tag265.xml"/><Relationship Id="rId286" Type="http://schemas.openxmlformats.org/officeDocument/2006/relationships/tags" Target="../tags/tag286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25" Type="http://schemas.openxmlformats.org/officeDocument/2006/relationships/tags" Target="../tags/tag125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311" Type="http://schemas.openxmlformats.org/officeDocument/2006/relationships/tags" Target="../tags/tag311.xml"/><Relationship Id="rId332" Type="http://schemas.openxmlformats.org/officeDocument/2006/relationships/tags" Target="../tags/tag332.xml"/><Relationship Id="rId353" Type="http://schemas.openxmlformats.org/officeDocument/2006/relationships/tags" Target="../tags/tag353.xml"/><Relationship Id="rId374" Type="http://schemas.openxmlformats.org/officeDocument/2006/relationships/tags" Target="../tags/tag374.xml"/><Relationship Id="rId395" Type="http://schemas.openxmlformats.org/officeDocument/2006/relationships/slideLayout" Target="../slideLayouts/slideLayout1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234" Type="http://schemas.openxmlformats.org/officeDocument/2006/relationships/tags" Target="../tags/tag234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55" Type="http://schemas.openxmlformats.org/officeDocument/2006/relationships/tags" Target="../tags/tag255.xml"/><Relationship Id="rId276" Type="http://schemas.openxmlformats.org/officeDocument/2006/relationships/tags" Target="../tags/tag276.xml"/><Relationship Id="rId297" Type="http://schemas.openxmlformats.org/officeDocument/2006/relationships/tags" Target="../tags/tag297.xml"/><Relationship Id="rId40" Type="http://schemas.openxmlformats.org/officeDocument/2006/relationships/tags" Target="../tags/tag40.xml"/><Relationship Id="rId115" Type="http://schemas.openxmlformats.org/officeDocument/2006/relationships/tags" Target="../tags/tag115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301" Type="http://schemas.openxmlformats.org/officeDocument/2006/relationships/tags" Target="../tags/tag301.xml"/><Relationship Id="rId322" Type="http://schemas.openxmlformats.org/officeDocument/2006/relationships/tags" Target="../tags/tag322.xml"/><Relationship Id="rId343" Type="http://schemas.openxmlformats.org/officeDocument/2006/relationships/tags" Target="../tags/tag343.xml"/><Relationship Id="rId364" Type="http://schemas.openxmlformats.org/officeDocument/2006/relationships/tags" Target="../tags/tag364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385" Type="http://schemas.openxmlformats.org/officeDocument/2006/relationships/tags" Target="../tags/tag385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45" Type="http://schemas.openxmlformats.org/officeDocument/2006/relationships/tags" Target="../tags/tag245.xml"/><Relationship Id="rId266" Type="http://schemas.openxmlformats.org/officeDocument/2006/relationships/tags" Target="../tags/tag266.xml"/><Relationship Id="rId287" Type="http://schemas.openxmlformats.org/officeDocument/2006/relationships/tags" Target="../tags/tag287.xml"/><Relationship Id="rId30" Type="http://schemas.openxmlformats.org/officeDocument/2006/relationships/tags" Target="../tags/tag3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312" Type="http://schemas.openxmlformats.org/officeDocument/2006/relationships/tags" Target="../tags/tag312.xml"/><Relationship Id="rId333" Type="http://schemas.openxmlformats.org/officeDocument/2006/relationships/tags" Target="../tags/tag333.xml"/><Relationship Id="rId354" Type="http://schemas.openxmlformats.org/officeDocument/2006/relationships/tags" Target="../tags/tag354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189" Type="http://schemas.openxmlformats.org/officeDocument/2006/relationships/tags" Target="../tags/tag189.xml"/><Relationship Id="rId375" Type="http://schemas.openxmlformats.org/officeDocument/2006/relationships/tags" Target="../tags/tag375.xml"/><Relationship Id="rId396" Type="http://schemas.openxmlformats.org/officeDocument/2006/relationships/image" Target="../media/image1.png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235" Type="http://schemas.openxmlformats.org/officeDocument/2006/relationships/tags" Target="../tags/tag235.xml"/><Relationship Id="rId256" Type="http://schemas.openxmlformats.org/officeDocument/2006/relationships/tags" Target="../tags/tag256.xml"/><Relationship Id="rId277" Type="http://schemas.openxmlformats.org/officeDocument/2006/relationships/tags" Target="../tags/tag277.xml"/><Relationship Id="rId298" Type="http://schemas.openxmlformats.org/officeDocument/2006/relationships/tags" Target="../tags/tag298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302" Type="http://schemas.openxmlformats.org/officeDocument/2006/relationships/tags" Target="../tags/tag302.xml"/><Relationship Id="rId323" Type="http://schemas.openxmlformats.org/officeDocument/2006/relationships/tags" Target="../tags/tag323.xml"/><Relationship Id="rId344" Type="http://schemas.openxmlformats.org/officeDocument/2006/relationships/tags" Target="../tags/tag344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179" Type="http://schemas.openxmlformats.org/officeDocument/2006/relationships/tags" Target="../tags/tag179.xml"/><Relationship Id="rId365" Type="http://schemas.openxmlformats.org/officeDocument/2006/relationships/tags" Target="../tags/tag365.xml"/><Relationship Id="rId386" Type="http://schemas.openxmlformats.org/officeDocument/2006/relationships/tags" Target="../tags/tag386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5" Type="http://schemas.openxmlformats.org/officeDocument/2006/relationships/tags" Target="../tags/tag225.xml"/><Relationship Id="rId246" Type="http://schemas.openxmlformats.org/officeDocument/2006/relationships/tags" Target="../tags/tag246.xml"/><Relationship Id="rId267" Type="http://schemas.openxmlformats.org/officeDocument/2006/relationships/tags" Target="../tags/tag267.xml"/><Relationship Id="rId288" Type="http://schemas.openxmlformats.org/officeDocument/2006/relationships/tags" Target="../tags/tag288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313" Type="http://schemas.openxmlformats.org/officeDocument/2006/relationships/tags" Target="../tags/tag313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94" Type="http://schemas.openxmlformats.org/officeDocument/2006/relationships/tags" Target="../tags/tag94.xml"/><Relationship Id="rId148" Type="http://schemas.openxmlformats.org/officeDocument/2006/relationships/tags" Target="../tags/tag148.xml"/><Relationship Id="rId169" Type="http://schemas.openxmlformats.org/officeDocument/2006/relationships/tags" Target="../tags/tag169.xml"/><Relationship Id="rId334" Type="http://schemas.openxmlformats.org/officeDocument/2006/relationships/tags" Target="../tags/tag334.xml"/><Relationship Id="rId355" Type="http://schemas.openxmlformats.org/officeDocument/2006/relationships/tags" Target="../tags/tag355.xml"/><Relationship Id="rId376" Type="http://schemas.openxmlformats.org/officeDocument/2006/relationships/tags" Target="../tags/tag376.xml"/><Relationship Id="rId397" Type="http://schemas.microsoft.com/office/2007/relationships/hdphoto" Target="../media/hdphoto1.wdp"/><Relationship Id="rId4" Type="http://schemas.openxmlformats.org/officeDocument/2006/relationships/tags" Target="../tags/tag4.xml"/><Relationship Id="rId180" Type="http://schemas.openxmlformats.org/officeDocument/2006/relationships/tags" Target="../tags/tag180.xml"/><Relationship Id="rId215" Type="http://schemas.openxmlformats.org/officeDocument/2006/relationships/tags" Target="../tags/tag215.xml"/><Relationship Id="rId236" Type="http://schemas.openxmlformats.org/officeDocument/2006/relationships/tags" Target="../tags/tag236.xml"/><Relationship Id="rId257" Type="http://schemas.openxmlformats.org/officeDocument/2006/relationships/tags" Target="../tags/tag257.xml"/><Relationship Id="rId278" Type="http://schemas.openxmlformats.org/officeDocument/2006/relationships/tags" Target="../tags/tag278.xml"/><Relationship Id="rId303" Type="http://schemas.openxmlformats.org/officeDocument/2006/relationships/tags" Target="../tags/tag303.xml"/><Relationship Id="rId42" Type="http://schemas.openxmlformats.org/officeDocument/2006/relationships/tags" Target="../tags/tag42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345" Type="http://schemas.openxmlformats.org/officeDocument/2006/relationships/tags" Target="../tags/tag345.xml"/><Relationship Id="rId387" Type="http://schemas.openxmlformats.org/officeDocument/2006/relationships/tags" Target="../tags/tag387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47" Type="http://schemas.openxmlformats.org/officeDocument/2006/relationships/tags" Target="../tags/tag247.xml"/><Relationship Id="rId107" Type="http://schemas.openxmlformats.org/officeDocument/2006/relationships/tags" Target="../tags/tag107.xml"/><Relationship Id="rId289" Type="http://schemas.openxmlformats.org/officeDocument/2006/relationships/tags" Target="../tags/tag289.xml"/><Relationship Id="rId11" Type="http://schemas.openxmlformats.org/officeDocument/2006/relationships/tags" Target="../tags/tag11.xml"/><Relationship Id="rId53" Type="http://schemas.openxmlformats.org/officeDocument/2006/relationships/tags" Target="../tags/tag53.xml"/><Relationship Id="rId149" Type="http://schemas.openxmlformats.org/officeDocument/2006/relationships/tags" Target="../tags/tag149.xml"/><Relationship Id="rId314" Type="http://schemas.openxmlformats.org/officeDocument/2006/relationships/tags" Target="../tags/tag314.xml"/><Relationship Id="rId356" Type="http://schemas.openxmlformats.org/officeDocument/2006/relationships/tags" Target="../tags/tag356.xml"/><Relationship Id="rId398" Type="http://schemas.openxmlformats.org/officeDocument/2006/relationships/image" Target="../media/image2.png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216" Type="http://schemas.openxmlformats.org/officeDocument/2006/relationships/tags" Target="../tags/tag216.xml"/><Relationship Id="rId258" Type="http://schemas.openxmlformats.org/officeDocument/2006/relationships/tags" Target="../tags/tag258.xml"/><Relationship Id="rId22" Type="http://schemas.openxmlformats.org/officeDocument/2006/relationships/tags" Target="../tags/tag22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325" Type="http://schemas.openxmlformats.org/officeDocument/2006/relationships/tags" Target="../tags/tag325.xml"/><Relationship Id="rId367" Type="http://schemas.openxmlformats.org/officeDocument/2006/relationships/tags" Target="../tags/tag367.xml"/><Relationship Id="rId171" Type="http://schemas.openxmlformats.org/officeDocument/2006/relationships/tags" Target="../tags/tag171.xml"/><Relationship Id="rId227" Type="http://schemas.openxmlformats.org/officeDocument/2006/relationships/tags" Target="../tags/tag227.xml"/><Relationship Id="rId269" Type="http://schemas.openxmlformats.org/officeDocument/2006/relationships/tags" Target="../tags/tag269.xml"/><Relationship Id="rId33" Type="http://schemas.openxmlformats.org/officeDocument/2006/relationships/tags" Target="../tags/tag33.xml"/><Relationship Id="rId129" Type="http://schemas.openxmlformats.org/officeDocument/2006/relationships/tags" Target="../tags/tag129.xml"/><Relationship Id="rId280" Type="http://schemas.openxmlformats.org/officeDocument/2006/relationships/tags" Target="../tags/tag280.xml"/><Relationship Id="rId336" Type="http://schemas.openxmlformats.org/officeDocument/2006/relationships/tags" Target="../tags/tag336.xml"/><Relationship Id="rId75" Type="http://schemas.openxmlformats.org/officeDocument/2006/relationships/tags" Target="../tags/tag75.xml"/><Relationship Id="rId140" Type="http://schemas.openxmlformats.org/officeDocument/2006/relationships/tags" Target="../tags/tag140.xml"/><Relationship Id="rId182" Type="http://schemas.openxmlformats.org/officeDocument/2006/relationships/tags" Target="../tags/tag182.xml"/><Relationship Id="rId378" Type="http://schemas.openxmlformats.org/officeDocument/2006/relationships/tags" Target="../tags/tag378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291" Type="http://schemas.openxmlformats.org/officeDocument/2006/relationships/tags" Target="../tags/tag291.xml"/><Relationship Id="rId305" Type="http://schemas.openxmlformats.org/officeDocument/2006/relationships/tags" Target="../tags/tag305.xml"/><Relationship Id="rId347" Type="http://schemas.openxmlformats.org/officeDocument/2006/relationships/tags" Target="../tags/tag347.xml"/><Relationship Id="rId44" Type="http://schemas.openxmlformats.org/officeDocument/2006/relationships/tags" Target="../tags/tag44.xml"/><Relationship Id="rId86" Type="http://schemas.openxmlformats.org/officeDocument/2006/relationships/tags" Target="../tags/tag86.xml"/><Relationship Id="rId151" Type="http://schemas.openxmlformats.org/officeDocument/2006/relationships/tags" Target="../tags/tag151.xml"/><Relationship Id="rId389" Type="http://schemas.openxmlformats.org/officeDocument/2006/relationships/tags" Target="../tags/tag389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249" Type="http://schemas.openxmlformats.org/officeDocument/2006/relationships/tags" Target="../tags/tag249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260" Type="http://schemas.openxmlformats.org/officeDocument/2006/relationships/tags" Target="../tags/tag260.xml"/><Relationship Id="rId316" Type="http://schemas.openxmlformats.org/officeDocument/2006/relationships/tags" Target="../tags/tag316.xml"/><Relationship Id="rId55" Type="http://schemas.openxmlformats.org/officeDocument/2006/relationships/tags" Target="../tags/tag55.xml"/><Relationship Id="rId97" Type="http://schemas.openxmlformats.org/officeDocument/2006/relationships/tags" Target="../tags/tag97.xml"/><Relationship Id="rId120" Type="http://schemas.openxmlformats.org/officeDocument/2006/relationships/tags" Target="../tags/tag120.xml"/><Relationship Id="rId358" Type="http://schemas.openxmlformats.org/officeDocument/2006/relationships/tags" Target="../tags/tag358.xml"/><Relationship Id="rId162" Type="http://schemas.openxmlformats.org/officeDocument/2006/relationships/tags" Target="../tags/tag162.xml"/><Relationship Id="rId218" Type="http://schemas.openxmlformats.org/officeDocument/2006/relationships/tags" Target="../tags/tag218.xml"/><Relationship Id="rId271" Type="http://schemas.openxmlformats.org/officeDocument/2006/relationships/tags" Target="../tags/tag271.xml"/><Relationship Id="rId24" Type="http://schemas.openxmlformats.org/officeDocument/2006/relationships/tags" Target="../tags/tag24.xml"/><Relationship Id="rId66" Type="http://schemas.openxmlformats.org/officeDocument/2006/relationships/tags" Target="../tags/tag66.xml"/><Relationship Id="rId131" Type="http://schemas.openxmlformats.org/officeDocument/2006/relationships/tags" Target="../tags/tag131.xml"/><Relationship Id="rId327" Type="http://schemas.openxmlformats.org/officeDocument/2006/relationships/tags" Target="../tags/tag327.xml"/><Relationship Id="rId369" Type="http://schemas.openxmlformats.org/officeDocument/2006/relationships/tags" Target="../tags/tag369.xml"/><Relationship Id="rId173" Type="http://schemas.openxmlformats.org/officeDocument/2006/relationships/tags" Target="../tags/tag173.xml"/><Relationship Id="rId229" Type="http://schemas.openxmlformats.org/officeDocument/2006/relationships/tags" Target="../tags/tag229.xml"/><Relationship Id="rId380" Type="http://schemas.openxmlformats.org/officeDocument/2006/relationships/tags" Target="../tags/tag380.xml"/><Relationship Id="rId240" Type="http://schemas.openxmlformats.org/officeDocument/2006/relationships/tags" Target="../tags/tag240.xml"/><Relationship Id="rId35" Type="http://schemas.openxmlformats.org/officeDocument/2006/relationships/tags" Target="../tags/tag35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282" Type="http://schemas.openxmlformats.org/officeDocument/2006/relationships/tags" Target="../tags/tag282.xml"/><Relationship Id="rId338" Type="http://schemas.openxmlformats.org/officeDocument/2006/relationships/tags" Target="../tags/tag338.xml"/><Relationship Id="rId8" Type="http://schemas.openxmlformats.org/officeDocument/2006/relationships/tags" Target="../tags/tag8.xml"/><Relationship Id="rId142" Type="http://schemas.openxmlformats.org/officeDocument/2006/relationships/tags" Target="../tags/tag142.xml"/><Relationship Id="rId184" Type="http://schemas.openxmlformats.org/officeDocument/2006/relationships/tags" Target="../tags/tag184.xml"/><Relationship Id="rId391" Type="http://schemas.openxmlformats.org/officeDocument/2006/relationships/tags" Target="../tags/tag391.xml"/><Relationship Id="rId251" Type="http://schemas.openxmlformats.org/officeDocument/2006/relationships/tags" Target="../tags/tag251.xml"/><Relationship Id="rId46" Type="http://schemas.openxmlformats.org/officeDocument/2006/relationships/tags" Target="../tags/tag46.xml"/><Relationship Id="rId293" Type="http://schemas.openxmlformats.org/officeDocument/2006/relationships/tags" Target="../tags/tag293.xml"/><Relationship Id="rId307" Type="http://schemas.openxmlformats.org/officeDocument/2006/relationships/tags" Target="../tags/tag307.xml"/><Relationship Id="rId349" Type="http://schemas.openxmlformats.org/officeDocument/2006/relationships/tags" Target="../tags/tag349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53" Type="http://schemas.openxmlformats.org/officeDocument/2006/relationships/tags" Target="../tags/tag153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360" Type="http://schemas.openxmlformats.org/officeDocument/2006/relationships/tags" Target="../tags/tag360.xml"/><Relationship Id="rId220" Type="http://schemas.openxmlformats.org/officeDocument/2006/relationships/tags" Target="../tags/tag220.xml"/><Relationship Id="rId15" Type="http://schemas.openxmlformats.org/officeDocument/2006/relationships/tags" Target="../tags/tag15.xml"/><Relationship Id="rId57" Type="http://schemas.openxmlformats.org/officeDocument/2006/relationships/tags" Target="../tags/tag57.xml"/><Relationship Id="rId262" Type="http://schemas.openxmlformats.org/officeDocument/2006/relationships/tags" Target="../tags/tag262.xml"/><Relationship Id="rId318" Type="http://schemas.openxmlformats.org/officeDocument/2006/relationships/tags" Target="../tags/tag318.xml"/><Relationship Id="rId99" Type="http://schemas.openxmlformats.org/officeDocument/2006/relationships/tags" Target="../tags/tag99.xml"/><Relationship Id="rId122" Type="http://schemas.openxmlformats.org/officeDocument/2006/relationships/tags" Target="../tags/tag122.xml"/><Relationship Id="rId164" Type="http://schemas.openxmlformats.org/officeDocument/2006/relationships/tags" Target="../tags/tag164.xml"/><Relationship Id="rId371" Type="http://schemas.openxmlformats.org/officeDocument/2006/relationships/tags" Target="../tags/tag371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73" Type="http://schemas.openxmlformats.org/officeDocument/2006/relationships/tags" Target="../tags/tag273.xml"/><Relationship Id="rId329" Type="http://schemas.openxmlformats.org/officeDocument/2006/relationships/tags" Target="../tags/tag329.xml"/><Relationship Id="rId68" Type="http://schemas.openxmlformats.org/officeDocument/2006/relationships/tags" Target="../tags/tag68.xml"/><Relationship Id="rId133" Type="http://schemas.openxmlformats.org/officeDocument/2006/relationships/tags" Target="../tags/tag133.xml"/><Relationship Id="rId175" Type="http://schemas.openxmlformats.org/officeDocument/2006/relationships/tags" Target="../tags/tag175.xml"/><Relationship Id="rId340" Type="http://schemas.openxmlformats.org/officeDocument/2006/relationships/tags" Target="../tags/tag340.xml"/><Relationship Id="rId200" Type="http://schemas.openxmlformats.org/officeDocument/2006/relationships/tags" Target="../tags/tag200.xml"/><Relationship Id="rId382" Type="http://schemas.openxmlformats.org/officeDocument/2006/relationships/tags" Target="../tags/tag382.xml"/><Relationship Id="rId242" Type="http://schemas.openxmlformats.org/officeDocument/2006/relationships/tags" Target="../tags/tag242.xml"/><Relationship Id="rId284" Type="http://schemas.openxmlformats.org/officeDocument/2006/relationships/tags" Target="../tags/tag2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2D56066-2140-4ABC-800C-B5221190C9E9}"/>
              </a:ext>
            </a:extLst>
          </p:cNvPr>
          <p:cNvSpPr/>
          <p:nvPr/>
        </p:nvSpPr>
        <p:spPr>
          <a:xfrm>
            <a:off x="5469197" y="479634"/>
            <a:ext cx="2085871" cy="151262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CC0153A-6559-41E0-A139-5A07E4A08194}"/>
              </a:ext>
            </a:extLst>
          </p:cNvPr>
          <p:cNvSpPr/>
          <p:nvPr/>
        </p:nvSpPr>
        <p:spPr>
          <a:xfrm>
            <a:off x="5501657" y="995976"/>
            <a:ext cx="2032126" cy="195595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F352280-C9A5-4E32-BAB4-2C71079A3FBA}"/>
              </a:ext>
            </a:extLst>
          </p:cNvPr>
          <p:cNvSpPr/>
          <p:nvPr/>
        </p:nvSpPr>
        <p:spPr>
          <a:xfrm>
            <a:off x="5501657" y="1226270"/>
            <a:ext cx="2032126" cy="19559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38CE5C2-35E7-4615-8ED2-B59D3F62DFB8}"/>
              </a:ext>
            </a:extLst>
          </p:cNvPr>
          <p:cNvSpPr/>
          <p:nvPr/>
        </p:nvSpPr>
        <p:spPr>
          <a:xfrm>
            <a:off x="5501657" y="1457276"/>
            <a:ext cx="2032126" cy="195595"/>
          </a:xfrm>
          <a:prstGeom prst="round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1E2AB5C-EE0F-4A61-9B77-ECBEC2024A95}"/>
              </a:ext>
            </a:extLst>
          </p:cNvPr>
          <p:cNvSpPr/>
          <p:nvPr/>
        </p:nvSpPr>
        <p:spPr>
          <a:xfrm>
            <a:off x="5501657" y="1688283"/>
            <a:ext cx="2032126" cy="195595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D7A2870F-21AB-47EF-B9F4-15DE90887651}"/>
              </a:ext>
            </a:extLst>
          </p:cNvPr>
          <p:cNvCxnSpPr>
            <a:cxnSpLocks/>
            <a:endCxn id="99" idx="3"/>
          </p:cNvCxnSpPr>
          <p:nvPr/>
        </p:nvCxnSpPr>
        <p:spPr>
          <a:xfrm rot="10800000" flipV="1">
            <a:off x="7041634" y="1908365"/>
            <a:ext cx="854372" cy="310373"/>
          </a:xfrm>
          <a:prstGeom prst="bentConnector3">
            <a:avLst>
              <a:gd name="adj1" fmla="val -128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5790340-B1BC-4165-BACA-353B1D6A8A5E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8013483" y="1935962"/>
            <a:ext cx="930894" cy="28801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4F6C8B1-3168-4B09-A0B0-4C468BAED98F}"/>
              </a:ext>
            </a:extLst>
          </p:cNvPr>
          <p:cNvCxnSpPr>
            <a:cxnSpLocks/>
          </p:cNvCxnSpPr>
          <p:nvPr/>
        </p:nvCxnSpPr>
        <p:spPr>
          <a:xfrm>
            <a:off x="3618897" y="1272223"/>
            <a:ext cx="22067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59DF17-7428-4320-A08B-FEDACFF4E3CC}"/>
              </a:ext>
            </a:extLst>
          </p:cNvPr>
          <p:cNvSpPr/>
          <p:nvPr/>
        </p:nvSpPr>
        <p:spPr>
          <a:xfrm>
            <a:off x="3839568" y="477882"/>
            <a:ext cx="1484541" cy="151262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17520B-56A5-459A-98B5-D6CEDDA8C0ED}"/>
              </a:ext>
            </a:extLst>
          </p:cNvPr>
          <p:cNvSpPr/>
          <p:nvPr/>
        </p:nvSpPr>
        <p:spPr>
          <a:xfrm>
            <a:off x="2702953" y="477881"/>
            <a:ext cx="997572" cy="163673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152" name="그룹 151" descr="\documentclass{article}&#10;\usepackage{amsmath}&#10;\pagestyle{empty}&#10;\begin{document}&#10;&#10;&#10;\centering&#10;\noindent&#10;Scene $\mathcal{X}_k$ and \\&#10;target structure $T$&#10;&#10;&#10;\end{document}" title="IguanaTex Vector Display">
            <a:extLst>
              <a:ext uri="{FF2B5EF4-FFF2-40B4-BE49-F238E27FC236}">
                <a16:creationId xmlns:a16="http://schemas.microsoft.com/office/drawing/2014/main" id="{933E2F4D-20B9-4E6E-B8F8-6B82C4F3CF98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759075" y="1109663"/>
            <a:ext cx="902639" cy="240063"/>
            <a:chOff x="2759075" y="1109663"/>
            <a:chExt cx="812800" cy="231775"/>
          </a:xfrm>
        </p:grpSpPr>
        <p:sp>
          <p:nvSpPr>
            <p:cNvPr id="125" name="Freeform 7">
              <a:extLst>
                <a:ext uri="{FF2B5EF4-FFF2-40B4-BE49-F238E27FC236}">
                  <a16:creationId xmlns:a16="http://schemas.microsoft.com/office/drawing/2014/main" id="{6C690FB2-8DA0-4E2B-8B6D-9770A3FEAFD9}"/>
                </a:ext>
              </a:extLst>
            </p:cNvPr>
            <p:cNvSpPr>
              <a:spLocks/>
            </p:cNvSpPr>
            <p:nvPr>
              <p:custDataLst>
                <p:tags r:id="rId369"/>
              </p:custDataLst>
            </p:nvPr>
          </p:nvSpPr>
          <p:spPr bwMode="auto">
            <a:xfrm>
              <a:off x="2867025" y="1109663"/>
              <a:ext cx="46038" cy="79375"/>
            </a:xfrm>
            <a:custGeom>
              <a:avLst/>
              <a:gdLst>
                <a:gd name="T0" fmla="*/ 146 w 221"/>
                <a:gd name="T1" fmla="*/ 158 h 363"/>
                <a:gd name="T2" fmla="*/ 83 w 221"/>
                <a:gd name="T3" fmla="*/ 143 h 363"/>
                <a:gd name="T4" fmla="*/ 32 w 221"/>
                <a:gd name="T5" fmla="*/ 79 h 363"/>
                <a:gd name="T6" fmla="*/ 98 w 221"/>
                <a:gd name="T7" fmla="*/ 14 h 363"/>
                <a:gd name="T8" fmla="*/ 195 w 221"/>
                <a:gd name="T9" fmla="*/ 118 h 363"/>
                <a:gd name="T10" fmla="*/ 201 w 221"/>
                <a:gd name="T11" fmla="*/ 124 h 363"/>
                <a:gd name="T12" fmla="*/ 208 w 221"/>
                <a:gd name="T13" fmla="*/ 112 h 363"/>
                <a:gd name="T14" fmla="*/ 208 w 221"/>
                <a:gd name="T15" fmla="*/ 12 h 363"/>
                <a:gd name="T16" fmla="*/ 202 w 221"/>
                <a:gd name="T17" fmla="*/ 0 h 363"/>
                <a:gd name="T18" fmla="*/ 195 w 221"/>
                <a:gd name="T19" fmla="*/ 6 h 363"/>
                <a:gd name="T20" fmla="*/ 177 w 221"/>
                <a:gd name="T21" fmla="*/ 35 h 363"/>
                <a:gd name="T22" fmla="*/ 98 w 221"/>
                <a:gd name="T23" fmla="*/ 0 h 363"/>
                <a:gd name="T24" fmla="*/ 0 w 221"/>
                <a:gd name="T25" fmla="*/ 97 h 363"/>
                <a:gd name="T26" fmla="*/ 66 w 221"/>
                <a:gd name="T27" fmla="*/ 188 h 363"/>
                <a:gd name="T28" fmla="*/ 131 w 221"/>
                <a:gd name="T29" fmla="*/ 205 h 363"/>
                <a:gd name="T30" fmla="*/ 174 w 221"/>
                <a:gd name="T31" fmla="*/ 230 h 363"/>
                <a:gd name="T32" fmla="*/ 189 w 221"/>
                <a:gd name="T33" fmla="*/ 276 h 363"/>
                <a:gd name="T34" fmla="*/ 122 w 221"/>
                <a:gd name="T35" fmla="*/ 347 h 363"/>
                <a:gd name="T36" fmla="*/ 44 w 221"/>
                <a:gd name="T37" fmla="*/ 320 h 363"/>
                <a:gd name="T38" fmla="*/ 13 w 221"/>
                <a:gd name="T39" fmla="*/ 243 h 363"/>
                <a:gd name="T40" fmla="*/ 7 w 221"/>
                <a:gd name="T41" fmla="*/ 238 h 363"/>
                <a:gd name="T42" fmla="*/ 0 w 221"/>
                <a:gd name="T43" fmla="*/ 251 h 363"/>
                <a:gd name="T44" fmla="*/ 0 w 221"/>
                <a:gd name="T45" fmla="*/ 351 h 363"/>
                <a:gd name="T46" fmla="*/ 6 w 221"/>
                <a:gd name="T47" fmla="*/ 363 h 363"/>
                <a:gd name="T48" fmla="*/ 13 w 221"/>
                <a:gd name="T49" fmla="*/ 356 h 363"/>
                <a:gd name="T50" fmla="*/ 31 w 221"/>
                <a:gd name="T51" fmla="*/ 328 h 363"/>
                <a:gd name="T52" fmla="*/ 123 w 221"/>
                <a:gd name="T53" fmla="*/ 363 h 363"/>
                <a:gd name="T54" fmla="*/ 221 w 221"/>
                <a:gd name="T55" fmla="*/ 259 h 363"/>
                <a:gd name="T56" fmla="*/ 146 w 221"/>
                <a:gd name="T57" fmla="*/ 15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1" h="363">
                  <a:moveTo>
                    <a:pt x="146" y="158"/>
                  </a:moveTo>
                  <a:lnTo>
                    <a:pt x="83" y="143"/>
                  </a:lnTo>
                  <a:cubicBezTo>
                    <a:pt x="52" y="135"/>
                    <a:pt x="32" y="108"/>
                    <a:pt x="32" y="79"/>
                  </a:cubicBezTo>
                  <a:cubicBezTo>
                    <a:pt x="32" y="44"/>
                    <a:pt x="59" y="14"/>
                    <a:pt x="98" y="14"/>
                  </a:cubicBezTo>
                  <a:cubicBezTo>
                    <a:pt x="181" y="14"/>
                    <a:pt x="192" y="96"/>
                    <a:pt x="195" y="118"/>
                  </a:cubicBezTo>
                  <a:cubicBezTo>
                    <a:pt x="196" y="121"/>
                    <a:pt x="196" y="124"/>
                    <a:pt x="201" y="124"/>
                  </a:cubicBezTo>
                  <a:cubicBezTo>
                    <a:pt x="208" y="124"/>
                    <a:pt x="208" y="122"/>
                    <a:pt x="208" y="112"/>
                  </a:cubicBezTo>
                  <a:lnTo>
                    <a:pt x="208" y="12"/>
                  </a:lnTo>
                  <a:cubicBezTo>
                    <a:pt x="208" y="3"/>
                    <a:pt x="208" y="0"/>
                    <a:pt x="202" y="0"/>
                  </a:cubicBezTo>
                  <a:cubicBezTo>
                    <a:pt x="199" y="0"/>
                    <a:pt x="198" y="0"/>
                    <a:pt x="195" y="6"/>
                  </a:cubicBezTo>
                  <a:lnTo>
                    <a:pt x="177" y="35"/>
                  </a:lnTo>
                  <a:cubicBezTo>
                    <a:pt x="162" y="20"/>
                    <a:pt x="142" y="0"/>
                    <a:pt x="98" y="0"/>
                  </a:cubicBezTo>
                  <a:cubicBezTo>
                    <a:pt x="42" y="0"/>
                    <a:pt x="0" y="44"/>
                    <a:pt x="0" y="97"/>
                  </a:cubicBezTo>
                  <a:cubicBezTo>
                    <a:pt x="0" y="138"/>
                    <a:pt x="27" y="175"/>
                    <a:pt x="66" y="188"/>
                  </a:cubicBezTo>
                  <a:cubicBezTo>
                    <a:pt x="71" y="190"/>
                    <a:pt x="97" y="196"/>
                    <a:pt x="131" y="205"/>
                  </a:cubicBezTo>
                  <a:cubicBezTo>
                    <a:pt x="145" y="208"/>
                    <a:pt x="160" y="211"/>
                    <a:pt x="174" y="230"/>
                  </a:cubicBezTo>
                  <a:cubicBezTo>
                    <a:pt x="184" y="243"/>
                    <a:pt x="189" y="259"/>
                    <a:pt x="189" y="276"/>
                  </a:cubicBezTo>
                  <a:cubicBezTo>
                    <a:pt x="189" y="311"/>
                    <a:pt x="164" y="347"/>
                    <a:pt x="122" y="347"/>
                  </a:cubicBezTo>
                  <a:cubicBezTo>
                    <a:pt x="108" y="347"/>
                    <a:pt x="70" y="345"/>
                    <a:pt x="44" y="320"/>
                  </a:cubicBezTo>
                  <a:cubicBezTo>
                    <a:pt x="15" y="293"/>
                    <a:pt x="13" y="261"/>
                    <a:pt x="13" y="243"/>
                  </a:cubicBezTo>
                  <a:cubicBezTo>
                    <a:pt x="12" y="238"/>
                    <a:pt x="8" y="238"/>
                    <a:pt x="7" y="238"/>
                  </a:cubicBezTo>
                  <a:cubicBezTo>
                    <a:pt x="0" y="238"/>
                    <a:pt x="0" y="242"/>
                    <a:pt x="0" y="251"/>
                  </a:cubicBezTo>
                  <a:lnTo>
                    <a:pt x="0" y="351"/>
                  </a:lnTo>
                  <a:cubicBezTo>
                    <a:pt x="0" y="359"/>
                    <a:pt x="0" y="363"/>
                    <a:pt x="6" y="363"/>
                  </a:cubicBezTo>
                  <a:cubicBezTo>
                    <a:pt x="9" y="363"/>
                    <a:pt x="10" y="362"/>
                    <a:pt x="13" y="356"/>
                  </a:cubicBezTo>
                  <a:cubicBezTo>
                    <a:pt x="13" y="356"/>
                    <a:pt x="15" y="354"/>
                    <a:pt x="31" y="328"/>
                  </a:cubicBezTo>
                  <a:cubicBezTo>
                    <a:pt x="47" y="345"/>
                    <a:pt x="79" y="363"/>
                    <a:pt x="123" y="363"/>
                  </a:cubicBezTo>
                  <a:cubicBezTo>
                    <a:pt x="181" y="363"/>
                    <a:pt x="221" y="314"/>
                    <a:pt x="221" y="259"/>
                  </a:cubicBezTo>
                  <a:cubicBezTo>
                    <a:pt x="221" y="209"/>
                    <a:pt x="188" y="168"/>
                    <a:pt x="146" y="15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6" name="Freeform 8">
              <a:extLst>
                <a:ext uri="{FF2B5EF4-FFF2-40B4-BE49-F238E27FC236}">
                  <a16:creationId xmlns:a16="http://schemas.microsoft.com/office/drawing/2014/main" id="{C7E9E694-3141-4385-8960-3586A1E788ED}"/>
                </a:ext>
              </a:extLst>
            </p:cNvPr>
            <p:cNvSpPr>
              <a:spLocks/>
            </p:cNvSpPr>
            <p:nvPr>
              <p:custDataLst>
                <p:tags r:id="rId370"/>
              </p:custDataLst>
            </p:nvPr>
          </p:nvSpPr>
          <p:spPr bwMode="auto">
            <a:xfrm>
              <a:off x="2922588" y="1138238"/>
              <a:ext cx="38100" cy="49213"/>
            </a:xfrm>
            <a:custGeom>
              <a:avLst/>
              <a:gdLst>
                <a:gd name="T0" fmla="*/ 42 w 190"/>
                <a:gd name="T1" fmla="*/ 115 h 229"/>
                <a:gd name="T2" fmla="*/ 109 w 190"/>
                <a:gd name="T3" fmla="*/ 13 h 229"/>
                <a:gd name="T4" fmla="*/ 162 w 190"/>
                <a:gd name="T5" fmla="*/ 31 h 229"/>
                <a:gd name="T6" fmla="*/ 139 w 190"/>
                <a:gd name="T7" fmla="*/ 54 h 229"/>
                <a:gd name="T8" fmla="*/ 162 w 190"/>
                <a:gd name="T9" fmla="*/ 77 h 229"/>
                <a:gd name="T10" fmla="*/ 185 w 190"/>
                <a:gd name="T11" fmla="*/ 54 h 229"/>
                <a:gd name="T12" fmla="*/ 108 w 190"/>
                <a:gd name="T13" fmla="*/ 0 h 229"/>
                <a:gd name="T14" fmla="*/ 0 w 190"/>
                <a:gd name="T15" fmla="*/ 116 h 229"/>
                <a:gd name="T16" fmla="*/ 107 w 190"/>
                <a:gd name="T17" fmla="*/ 229 h 229"/>
                <a:gd name="T18" fmla="*/ 190 w 190"/>
                <a:gd name="T19" fmla="*/ 164 h 229"/>
                <a:gd name="T20" fmla="*/ 184 w 190"/>
                <a:gd name="T21" fmla="*/ 159 h 229"/>
                <a:gd name="T22" fmla="*/ 177 w 190"/>
                <a:gd name="T23" fmla="*/ 164 h 229"/>
                <a:gd name="T24" fmla="*/ 112 w 190"/>
                <a:gd name="T25" fmla="*/ 217 h 229"/>
                <a:gd name="T26" fmla="*/ 42 w 190"/>
                <a:gd name="T27" fmla="*/ 11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229">
                  <a:moveTo>
                    <a:pt x="42" y="115"/>
                  </a:moveTo>
                  <a:cubicBezTo>
                    <a:pt x="42" y="34"/>
                    <a:pt x="82" y="13"/>
                    <a:pt x="109" y="13"/>
                  </a:cubicBezTo>
                  <a:cubicBezTo>
                    <a:pt x="113" y="13"/>
                    <a:pt x="145" y="13"/>
                    <a:pt x="162" y="31"/>
                  </a:cubicBezTo>
                  <a:cubicBezTo>
                    <a:pt x="142" y="33"/>
                    <a:pt x="139" y="48"/>
                    <a:pt x="139" y="54"/>
                  </a:cubicBezTo>
                  <a:cubicBezTo>
                    <a:pt x="139" y="67"/>
                    <a:pt x="148" y="77"/>
                    <a:pt x="162" y="77"/>
                  </a:cubicBezTo>
                  <a:cubicBezTo>
                    <a:pt x="175" y="77"/>
                    <a:pt x="185" y="69"/>
                    <a:pt x="185" y="54"/>
                  </a:cubicBezTo>
                  <a:cubicBezTo>
                    <a:pt x="185" y="20"/>
                    <a:pt x="147" y="0"/>
                    <a:pt x="108" y="0"/>
                  </a:cubicBezTo>
                  <a:cubicBezTo>
                    <a:pt x="46" y="0"/>
                    <a:pt x="0" y="54"/>
                    <a:pt x="0" y="116"/>
                  </a:cubicBezTo>
                  <a:cubicBezTo>
                    <a:pt x="0" y="180"/>
                    <a:pt x="49" y="229"/>
                    <a:pt x="107" y="229"/>
                  </a:cubicBezTo>
                  <a:cubicBezTo>
                    <a:pt x="174" y="229"/>
                    <a:pt x="190" y="169"/>
                    <a:pt x="190" y="164"/>
                  </a:cubicBezTo>
                  <a:cubicBezTo>
                    <a:pt x="190" y="159"/>
                    <a:pt x="185" y="159"/>
                    <a:pt x="184" y="159"/>
                  </a:cubicBezTo>
                  <a:cubicBezTo>
                    <a:pt x="179" y="159"/>
                    <a:pt x="178" y="161"/>
                    <a:pt x="177" y="164"/>
                  </a:cubicBezTo>
                  <a:cubicBezTo>
                    <a:pt x="163" y="211"/>
                    <a:pt x="130" y="217"/>
                    <a:pt x="112" y="217"/>
                  </a:cubicBezTo>
                  <a:cubicBezTo>
                    <a:pt x="85" y="217"/>
                    <a:pt x="42" y="195"/>
                    <a:pt x="42" y="1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7" name="Freeform 9">
              <a:extLst>
                <a:ext uri="{FF2B5EF4-FFF2-40B4-BE49-F238E27FC236}">
                  <a16:creationId xmlns:a16="http://schemas.microsoft.com/office/drawing/2014/main" id="{4069DAE1-E015-4D82-BB04-1763243223F3}"/>
                </a:ext>
              </a:extLst>
            </p:cNvPr>
            <p:cNvSpPr>
              <a:spLocks noEditPoints="1"/>
            </p:cNvSpPr>
            <p:nvPr>
              <p:custDataLst>
                <p:tags r:id="rId371"/>
              </p:custDataLst>
            </p:nvPr>
          </p:nvSpPr>
          <p:spPr bwMode="auto">
            <a:xfrm>
              <a:off x="2967038" y="1138238"/>
              <a:ext cx="39688" cy="49213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2 w 193"/>
                <a:gd name="T9" fmla="*/ 108 h 229"/>
                <a:gd name="T10" fmla="*/ 181 w 193"/>
                <a:gd name="T11" fmla="*/ 108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7 w 193"/>
                <a:gd name="T23" fmla="*/ 158 h 229"/>
                <a:gd name="T24" fmla="*/ 180 w 193"/>
                <a:gd name="T25" fmla="*/ 165 h 229"/>
                <a:gd name="T26" fmla="*/ 113 w 193"/>
                <a:gd name="T27" fmla="*/ 217 h 229"/>
                <a:gd name="T28" fmla="*/ 57 w 193"/>
                <a:gd name="T29" fmla="*/ 183 h 229"/>
                <a:gd name="T30" fmla="*/ 42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4"/>
                    <a:pt x="87" y="11"/>
                    <a:pt x="104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2" y="98"/>
                  </a:lnTo>
                  <a:close/>
                  <a:moveTo>
                    <a:pt x="42" y="108"/>
                  </a:moveTo>
                  <a:lnTo>
                    <a:pt x="181" y="108"/>
                  </a:lnTo>
                  <a:cubicBezTo>
                    <a:pt x="192" y="108"/>
                    <a:pt x="193" y="108"/>
                    <a:pt x="193" y="98"/>
                  </a:cubicBezTo>
                  <a:cubicBezTo>
                    <a:pt x="193" y="49"/>
                    <a:pt x="166" y="0"/>
                    <a:pt x="104" y="0"/>
                  </a:cubicBezTo>
                  <a:cubicBezTo>
                    <a:pt x="46" y="0"/>
                    <a:pt x="0" y="52"/>
                    <a:pt x="0" y="114"/>
                  </a:cubicBezTo>
                  <a:cubicBezTo>
                    <a:pt x="0" y="181"/>
                    <a:pt x="53" y="229"/>
                    <a:pt x="110" y="229"/>
                  </a:cubicBezTo>
                  <a:cubicBezTo>
                    <a:pt x="171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7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7" y="183"/>
                  </a:cubicBezTo>
                  <a:cubicBezTo>
                    <a:pt x="42" y="159"/>
                    <a:pt x="42" y="126"/>
                    <a:pt x="42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8" name="Freeform 10">
              <a:extLst>
                <a:ext uri="{FF2B5EF4-FFF2-40B4-BE49-F238E27FC236}">
                  <a16:creationId xmlns:a16="http://schemas.microsoft.com/office/drawing/2014/main" id="{BD5E213E-48CA-4B67-893E-518ABB38DD46}"/>
                </a:ext>
              </a:extLst>
            </p:cNvPr>
            <p:cNvSpPr>
              <a:spLocks/>
            </p:cNvSpPr>
            <p:nvPr>
              <p:custDataLst>
                <p:tags r:id="rId372"/>
              </p:custDataLst>
            </p:nvPr>
          </p:nvSpPr>
          <p:spPr bwMode="auto">
            <a:xfrm>
              <a:off x="3013075" y="1138238"/>
              <a:ext cx="52388" cy="49213"/>
            </a:xfrm>
            <a:custGeom>
              <a:avLst/>
              <a:gdLst>
                <a:gd name="T0" fmla="*/ 39 w 251"/>
                <a:gd name="T1" fmla="*/ 49 h 221"/>
                <a:gd name="T2" fmla="*/ 39 w 251"/>
                <a:gd name="T3" fmla="*/ 183 h 221"/>
                <a:gd name="T4" fmla="*/ 0 w 251"/>
                <a:gd name="T5" fmla="*/ 205 h 221"/>
                <a:gd name="T6" fmla="*/ 0 w 251"/>
                <a:gd name="T7" fmla="*/ 221 h 221"/>
                <a:gd name="T8" fmla="*/ 56 w 251"/>
                <a:gd name="T9" fmla="*/ 219 h 221"/>
                <a:gd name="T10" fmla="*/ 112 w 251"/>
                <a:gd name="T11" fmla="*/ 221 h 221"/>
                <a:gd name="T12" fmla="*/ 112 w 251"/>
                <a:gd name="T13" fmla="*/ 205 h 221"/>
                <a:gd name="T14" fmla="*/ 73 w 251"/>
                <a:gd name="T15" fmla="*/ 183 h 221"/>
                <a:gd name="T16" fmla="*/ 73 w 251"/>
                <a:gd name="T17" fmla="*/ 91 h 221"/>
                <a:gd name="T18" fmla="*/ 140 w 251"/>
                <a:gd name="T19" fmla="*/ 11 h 221"/>
                <a:gd name="T20" fmla="*/ 177 w 251"/>
                <a:gd name="T21" fmla="*/ 67 h 221"/>
                <a:gd name="T22" fmla="*/ 177 w 251"/>
                <a:gd name="T23" fmla="*/ 183 h 221"/>
                <a:gd name="T24" fmla="*/ 138 w 251"/>
                <a:gd name="T25" fmla="*/ 205 h 221"/>
                <a:gd name="T26" fmla="*/ 138 w 251"/>
                <a:gd name="T27" fmla="*/ 221 h 221"/>
                <a:gd name="T28" fmla="*/ 195 w 251"/>
                <a:gd name="T29" fmla="*/ 219 h 221"/>
                <a:gd name="T30" fmla="*/ 251 w 251"/>
                <a:gd name="T31" fmla="*/ 221 h 221"/>
                <a:gd name="T32" fmla="*/ 251 w 251"/>
                <a:gd name="T33" fmla="*/ 205 h 221"/>
                <a:gd name="T34" fmla="*/ 212 w 251"/>
                <a:gd name="T35" fmla="*/ 190 h 221"/>
                <a:gd name="T36" fmla="*/ 212 w 251"/>
                <a:gd name="T37" fmla="*/ 95 h 221"/>
                <a:gd name="T38" fmla="*/ 196 w 251"/>
                <a:gd name="T39" fmla="*/ 19 h 221"/>
                <a:gd name="T40" fmla="*/ 144 w 251"/>
                <a:gd name="T41" fmla="*/ 0 h 221"/>
                <a:gd name="T42" fmla="*/ 70 w 251"/>
                <a:gd name="T43" fmla="*/ 53 h 221"/>
                <a:gd name="T44" fmla="*/ 70 w 251"/>
                <a:gd name="T45" fmla="*/ 0 h 221"/>
                <a:gd name="T46" fmla="*/ 0 w 251"/>
                <a:gd name="T47" fmla="*/ 6 h 221"/>
                <a:gd name="T48" fmla="*/ 0 w 251"/>
                <a:gd name="T49" fmla="*/ 21 h 221"/>
                <a:gd name="T50" fmla="*/ 39 w 251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5"/>
                    <a:pt x="33" y="205"/>
                    <a:pt x="0" y="205"/>
                  </a:cubicBezTo>
                  <a:lnTo>
                    <a:pt x="0" y="221"/>
                  </a:lnTo>
                  <a:cubicBezTo>
                    <a:pt x="17" y="220"/>
                    <a:pt x="43" y="219"/>
                    <a:pt x="56" y="219"/>
                  </a:cubicBezTo>
                  <a:cubicBezTo>
                    <a:pt x="69" y="219"/>
                    <a:pt x="95" y="220"/>
                    <a:pt x="112" y="221"/>
                  </a:cubicBezTo>
                  <a:lnTo>
                    <a:pt x="112" y="205"/>
                  </a:lnTo>
                  <a:cubicBezTo>
                    <a:pt x="79" y="205"/>
                    <a:pt x="73" y="205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9" y="11"/>
                    <a:pt x="140" y="11"/>
                  </a:cubicBezTo>
                  <a:cubicBezTo>
                    <a:pt x="172" y="11"/>
                    <a:pt x="177" y="38"/>
                    <a:pt x="177" y="67"/>
                  </a:cubicBezTo>
                  <a:lnTo>
                    <a:pt x="177" y="183"/>
                  </a:lnTo>
                  <a:cubicBezTo>
                    <a:pt x="177" y="205"/>
                    <a:pt x="172" y="205"/>
                    <a:pt x="138" y="205"/>
                  </a:cubicBezTo>
                  <a:lnTo>
                    <a:pt x="138" y="221"/>
                  </a:lnTo>
                  <a:cubicBezTo>
                    <a:pt x="156" y="220"/>
                    <a:pt x="181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5"/>
                  </a:lnTo>
                  <a:cubicBezTo>
                    <a:pt x="225" y="205"/>
                    <a:pt x="212" y="205"/>
                    <a:pt x="212" y="190"/>
                  </a:cubicBezTo>
                  <a:lnTo>
                    <a:pt x="212" y="95"/>
                  </a:lnTo>
                  <a:cubicBezTo>
                    <a:pt x="212" y="52"/>
                    <a:pt x="212" y="37"/>
                    <a:pt x="196" y="19"/>
                  </a:cubicBezTo>
                  <a:cubicBezTo>
                    <a:pt x="189" y="10"/>
                    <a:pt x="173" y="0"/>
                    <a:pt x="144" y="0"/>
                  </a:cubicBezTo>
                  <a:cubicBezTo>
                    <a:pt x="108" y="0"/>
                    <a:pt x="84" y="22"/>
                    <a:pt x="70" y="53"/>
                  </a:cubicBez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29" name="Freeform 11">
              <a:extLst>
                <a:ext uri="{FF2B5EF4-FFF2-40B4-BE49-F238E27FC236}">
                  <a16:creationId xmlns:a16="http://schemas.microsoft.com/office/drawing/2014/main" id="{A2A10A28-2621-4ADF-B698-186A363AA660}"/>
                </a:ext>
              </a:extLst>
            </p:cNvPr>
            <p:cNvSpPr>
              <a:spLocks noEditPoints="1"/>
            </p:cNvSpPr>
            <p:nvPr>
              <p:custDataLst>
                <p:tags r:id="rId373"/>
              </p:custDataLst>
            </p:nvPr>
          </p:nvSpPr>
          <p:spPr bwMode="auto">
            <a:xfrm>
              <a:off x="3070225" y="1138238"/>
              <a:ext cx="39688" cy="49213"/>
            </a:xfrm>
            <a:custGeom>
              <a:avLst/>
              <a:gdLst>
                <a:gd name="T0" fmla="*/ 42 w 193"/>
                <a:gd name="T1" fmla="*/ 98 h 229"/>
                <a:gd name="T2" fmla="*/ 103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1 w 193"/>
                <a:gd name="T9" fmla="*/ 108 h 229"/>
                <a:gd name="T10" fmla="*/ 180 w 193"/>
                <a:gd name="T11" fmla="*/ 108 h 229"/>
                <a:gd name="T12" fmla="*/ 193 w 193"/>
                <a:gd name="T13" fmla="*/ 98 h 229"/>
                <a:gd name="T14" fmla="*/ 103 w 193"/>
                <a:gd name="T15" fmla="*/ 0 h 229"/>
                <a:gd name="T16" fmla="*/ 0 w 193"/>
                <a:gd name="T17" fmla="*/ 114 h 229"/>
                <a:gd name="T18" fmla="*/ 109 w 193"/>
                <a:gd name="T19" fmla="*/ 229 h 229"/>
                <a:gd name="T20" fmla="*/ 193 w 193"/>
                <a:gd name="T21" fmla="*/ 164 h 229"/>
                <a:gd name="T22" fmla="*/ 186 w 193"/>
                <a:gd name="T23" fmla="*/ 158 h 229"/>
                <a:gd name="T24" fmla="*/ 180 w 193"/>
                <a:gd name="T25" fmla="*/ 165 h 229"/>
                <a:gd name="T26" fmla="*/ 112 w 193"/>
                <a:gd name="T27" fmla="*/ 217 h 229"/>
                <a:gd name="T28" fmla="*/ 56 w 193"/>
                <a:gd name="T29" fmla="*/ 183 h 229"/>
                <a:gd name="T30" fmla="*/ 41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4"/>
                    <a:pt x="86" y="11"/>
                    <a:pt x="103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2" y="98"/>
                  </a:lnTo>
                  <a:close/>
                  <a:moveTo>
                    <a:pt x="41" y="108"/>
                  </a:moveTo>
                  <a:lnTo>
                    <a:pt x="180" y="108"/>
                  </a:lnTo>
                  <a:cubicBezTo>
                    <a:pt x="191" y="108"/>
                    <a:pt x="193" y="108"/>
                    <a:pt x="193" y="98"/>
                  </a:cubicBezTo>
                  <a:cubicBezTo>
                    <a:pt x="193" y="49"/>
                    <a:pt x="166" y="0"/>
                    <a:pt x="103" y="0"/>
                  </a:cubicBezTo>
                  <a:cubicBezTo>
                    <a:pt x="46" y="0"/>
                    <a:pt x="0" y="52"/>
                    <a:pt x="0" y="114"/>
                  </a:cubicBezTo>
                  <a:cubicBezTo>
                    <a:pt x="0" y="181"/>
                    <a:pt x="52" y="229"/>
                    <a:pt x="109" y="229"/>
                  </a:cubicBezTo>
                  <a:cubicBezTo>
                    <a:pt x="170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6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2" y="217"/>
                    <a:pt x="117" y="217"/>
                    <a:pt x="112" y="217"/>
                  </a:cubicBezTo>
                  <a:cubicBezTo>
                    <a:pt x="87" y="217"/>
                    <a:pt x="67" y="202"/>
                    <a:pt x="56" y="183"/>
                  </a:cubicBezTo>
                  <a:cubicBezTo>
                    <a:pt x="41" y="159"/>
                    <a:pt x="41" y="126"/>
                    <a:pt x="41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0" name="Freeform 12">
              <a:extLst>
                <a:ext uri="{FF2B5EF4-FFF2-40B4-BE49-F238E27FC236}">
                  <a16:creationId xmlns:a16="http://schemas.microsoft.com/office/drawing/2014/main" id="{269B1336-1C13-4A10-BC31-CA7F2C74A9FE}"/>
                </a:ext>
              </a:extLst>
            </p:cNvPr>
            <p:cNvSpPr>
              <a:spLocks/>
            </p:cNvSpPr>
            <p:nvPr>
              <p:custDataLst>
                <p:tags r:id="rId374"/>
              </p:custDataLst>
            </p:nvPr>
          </p:nvSpPr>
          <p:spPr bwMode="auto">
            <a:xfrm>
              <a:off x="3151188" y="1111251"/>
              <a:ext cx="77788" cy="76200"/>
            </a:xfrm>
            <a:custGeom>
              <a:avLst/>
              <a:gdLst>
                <a:gd name="T0" fmla="*/ 214 w 378"/>
                <a:gd name="T1" fmla="*/ 66 h 341"/>
                <a:gd name="T2" fmla="*/ 170 w 378"/>
                <a:gd name="T3" fmla="*/ 0 h 341"/>
                <a:gd name="T4" fmla="*/ 90 w 378"/>
                <a:gd name="T5" fmla="*/ 48 h 341"/>
                <a:gd name="T6" fmla="*/ 96 w 378"/>
                <a:gd name="T7" fmla="*/ 51 h 341"/>
                <a:gd name="T8" fmla="*/ 132 w 378"/>
                <a:gd name="T9" fmla="*/ 28 h 341"/>
                <a:gd name="T10" fmla="*/ 133 w 378"/>
                <a:gd name="T11" fmla="*/ 27 h 341"/>
                <a:gd name="T12" fmla="*/ 172 w 378"/>
                <a:gd name="T13" fmla="*/ 94 h 341"/>
                <a:gd name="T14" fmla="*/ 179 w 378"/>
                <a:gd name="T15" fmla="*/ 168 h 341"/>
                <a:gd name="T16" fmla="*/ 58 w 378"/>
                <a:gd name="T17" fmla="*/ 243 h 341"/>
                <a:gd name="T18" fmla="*/ 0 w 378"/>
                <a:gd name="T19" fmla="*/ 313 h 341"/>
                <a:gd name="T20" fmla="*/ 24 w 378"/>
                <a:gd name="T21" fmla="*/ 341 h 341"/>
                <a:gd name="T22" fmla="*/ 62 w 378"/>
                <a:gd name="T23" fmla="*/ 317 h 341"/>
                <a:gd name="T24" fmla="*/ 58 w 378"/>
                <a:gd name="T25" fmla="*/ 313 h 341"/>
                <a:gd name="T26" fmla="*/ 42 w 378"/>
                <a:gd name="T27" fmla="*/ 291 h 341"/>
                <a:gd name="T28" fmla="*/ 95 w 378"/>
                <a:gd name="T29" fmla="*/ 236 h 341"/>
                <a:gd name="T30" fmla="*/ 181 w 378"/>
                <a:gd name="T31" fmla="*/ 184 h 341"/>
                <a:gd name="T32" fmla="*/ 189 w 378"/>
                <a:gd name="T33" fmla="*/ 268 h 341"/>
                <a:gd name="T34" fmla="*/ 233 w 378"/>
                <a:gd name="T35" fmla="*/ 341 h 341"/>
                <a:gd name="T36" fmla="*/ 313 w 378"/>
                <a:gd name="T37" fmla="*/ 293 h 341"/>
                <a:gd name="T38" fmla="*/ 308 w 378"/>
                <a:gd name="T39" fmla="*/ 289 h 341"/>
                <a:gd name="T40" fmla="*/ 271 w 378"/>
                <a:gd name="T41" fmla="*/ 313 h 341"/>
                <a:gd name="T42" fmla="*/ 266 w 378"/>
                <a:gd name="T43" fmla="*/ 313 h 341"/>
                <a:gd name="T44" fmla="*/ 231 w 378"/>
                <a:gd name="T45" fmla="*/ 240 h 341"/>
                <a:gd name="T46" fmla="*/ 223 w 378"/>
                <a:gd name="T47" fmla="*/ 159 h 341"/>
                <a:gd name="T48" fmla="*/ 378 w 378"/>
                <a:gd name="T49" fmla="*/ 28 h 341"/>
                <a:gd name="T50" fmla="*/ 355 w 378"/>
                <a:gd name="T51" fmla="*/ 0 h 341"/>
                <a:gd name="T52" fmla="*/ 316 w 378"/>
                <a:gd name="T53" fmla="*/ 24 h 341"/>
                <a:gd name="T54" fmla="*/ 320 w 378"/>
                <a:gd name="T55" fmla="*/ 27 h 341"/>
                <a:gd name="T56" fmla="*/ 336 w 378"/>
                <a:gd name="T57" fmla="*/ 49 h 341"/>
                <a:gd name="T58" fmla="*/ 292 w 378"/>
                <a:gd name="T59" fmla="*/ 98 h 341"/>
                <a:gd name="T60" fmla="*/ 221 w 378"/>
                <a:gd name="T61" fmla="*/ 142 h 341"/>
                <a:gd name="T62" fmla="*/ 214 w 378"/>
                <a:gd name="T63" fmla="*/ 6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78" h="341">
                  <a:moveTo>
                    <a:pt x="214" y="66"/>
                  </a:moveTo>
                  <a:cubicBezTo>
                    <a:pt x="210" y="28"/>
                    <a:pt x="205" y="0"/>
                    <a:pt x="170" y="0"/>
                  </a:cubicBezTo>
                  <a:cubicBezTo>
                    <a:pt x="123" y="0"/>
                    <a:pt x="90" y="34"/>
                    <a:pt x="90" y="48"/>
                  </a:cubicBezTo>
                  <a:cubicBezTo>
                    <a:pt x="90" y="51"/>
                    <a:pt x="93" y="51"/>
                    <a:pt x="96" y="51"/>
                  </a:cubicBezTo>
                  <a:cubicBezTo>
                    <a:pt x="101" y="51"/>
                    <a:pt x="123" y="45"/>
                    <a:pt x="132" y="28"/>
                  </a:cubicBezTo>
                  <a:lnTo>
                    <a:pt x="133" y="27"/>
                  </a:lnTo>
                  <a:cubicBezTo>
                    <a:pt x="161" y="27"/>
                    <a:pt x="167" y="43"/>
                    <a:pt x="172" y="94"/>
                  </a:cubicBezTo>
                  <a:lnTo>
                    <a:pt x="179" y="168"/>
                  </a:lnTo>
                  <a:cubicBezTo>
                    <a:pt x="161" y="178"/>
                    <a:pt x="94" y="218"/>
                    <a:pt x="58" y="243"/>
                  </a:cubicBezTo>
                  <a:cubicBezTo>
                    <a:pt x="1" y="283"/>
                    <a:pt x="0" y="298"/>
                    <a:pt x="0" y="313"/>
                  </a:cubicBezTo>
                  <a:cubicBezTo>
                    <a:pt x="0" y="330"/>
                    <a:pt x="9" y="341"/>
                    <a:pt x="24" y="341"/>
                  </a:cubicBezTo>
                  <a:cubicBezTo>
                    <a:pt x="39" y="341"/>
                    <a:pt x="62" y="324"/>
                    <a:pt x="62" y="317"/>
                  </a:cubicBezTo>
                  <a:cubicBezTo>
                    <a:pt x="62" y="314"/>
                    <a:pt x="60" y="314"/>
                    <a:pt x="58" y="313"/>
                  </a:cubicBezTo>
                  <a:cubicBezTo>
                    <a:pt x="54" y="313"/>
                    <a:pt x="42" y="311"/>
                    <a:pt x="42" y="291"/>
                  </a:cubicBezTo>
                  <a:cubicBezTo>
                    <a:pt x="42" y="278"/>
                    <a:pt x="42" y="272"/>
                    <a:pt x="95" y="236"/>
                  </a:cubicBezTo>
                  <a:cubicBezTo>
                    <a:pt x="126" y="216"/>
                    <a:pt x="155" y="200"/>
                    <a:pt x="181" y="184"/>
                  </a:cubicBezTo>
                  <a:cubicBezTo>
                    <a:pt x="181" y="185"/>
                    <a:pt x="188" y="260"/>
                    <a:pt x="189" y="268"/>
                  </a:cubicBezTo>
                  <a:cubicBezTo>
                    <a:pt x="193" y="308"/>
                    <a:pt x="197" y="341"/>
                    <a:pt x="233" y="341"/>
                  </a:cubicBezTo>
                  <a:cubicBezTo>
                    <a:pt x="281" y="341"/>
                    <a:pt x="313" y="307"/>
                    <a:pt x="313" y="293"/>
                  </a:cubicBezTo>
                  <a:cubicBezTo>
                    <a:pt x="313" y="289"/>
                    <a:pt x="311" y="289"/>
                    <a:pt x="308" y="289"/>
                  </a:cubicBezTo>
                  <a:cubicBezTo>
                    <a:pt x="303" y="289"/>
                    <a:pt x="281" y="296"/>
                    <a:pt x="271" y="313"/>
                  </a:cubicBezTo>
                  <a:cubicBezTo>
                    <a:pt x="270" y="313"/>
                    <a:pt x="267" y="313"/>
                    <a:pt x="266" y="313"/>
                  </a:cubicBezTo>
                  <a:cubicBezTo>
                    <a:pt x="238" y="313"/>
                    <a:pt x="235" y="282"/>
                    <a:pt x="231" y="240"/>
                  </a:cubicBezTo>
                  <a:cubicBezTo>
                    <a:pt x="229" y="224"/>
                    <a:pt x="228" y="211"/>
                    <a:pt x="223" y="159"/>
                  </a:cubicBezTo>
                  <a:cubicBezTo>
                    <a:pt x="378" y="66"/>
                    <a:pt x="378" y="49"/>
                    <a:pt x="378" y="28"/>
                  </a:cubicBezTo>
                  <a:cubicBezTo>
                    <a:pt x="378" y="11"/>
                    <a:pt x="369" y="0"/>
                    <a:pt x="355" y="0"/>
                  </a:cubicBezTo>
                  <a:cubicBezTo>
                    <a:pt x="339" y="0"/>
                    <a:pt x="316" y="17"/>
                    <a:pt x="316" y="24"/>
                  </a:cubicBezTo>
                  <a:cubicBezTo>
                    <a:pt x="316" y="27"/>
                    <a:pt x="319" y="27"/>
                    <a:pt x="320" y="27"/>
                  </a:cubicBezTo>
                  <a:cubicBezTo>
                    <a:pt x="324" y="28"/>
                    <a:pt x="336" y="30"/>
                    <a:pt x="336" y="49"/>
                  </a:cubicBezTo>
                  <a:cubicBezTo>
                    <a:pt x="336" y="62"/>
                    <a:pt x="334" y="69"/>
                    <a:pt x="292" y="98"/>
                  </a:cubicBezTo>
                  <a:cubicBezTo>
                    <a:pt x="277" y="108"/>
                    <a:pt x="256" y="121"/>
                    <a:pt x="221" y="142"/>
                  </a:cubicBezTo>
                  <a:lnTo>
                    <a:pt x="214" y="6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1" name="Freeform 13">
              <a:extLst>
                <a:ext uri="{FF2B5EF4-FFF2-40B4-BE49-F238E27FC236}">
                  <a16:creationId xmlns:a16="http://schemas.microsoft.com/office/drawing/2014/main" id="{EA47F82D-8ADF-4210-AEA4-B30407B23D06}"/>
                </a:ext>
              </a:extLst>
            </p:cNvPr>
            <p:cNvSpPr>
              <a:spLocks/>
            </p:cNvSpPr>
            <p:nvPr>
              <p:custDataLst>
                <p:tags r:id="rId375"/>
              </p:custDataLst>
            </p:nvPr>
          </p:nvSpPr>
          <p:spPr bwMode="auto">
            <a:xfrm>
              <a:off x="3225800" y="1149351"/>
              <a:ext cx="34925" cy="53975"/>
            </a:xfrm>
            <a:custGeom>
              <a:avLst/>
              <a:gdLst>
                <a:gd name="T0" fmla="*/ 83 w 171"/>
                <a:gd name="T1" fmla="*/ 11 h 246"/>
                <a:gd name="T2" fmla="*/ 84 w 171"/>
                <a:gd name="T3" fmla="*/ 5 h 246"/>
                <a:gd name="T4" fmla="*/ 79 w 171"/>
                <a:gd name="T5" fmla="*/ 0 h 246"/>
                <a:gd name="T6" fmla="*/ 34 w 171"/>
                <a:gd name="T7" fmla="*/ 4 h 246"/>
                <a:gd name="T8" fmla="*/ 26 w 171"/>
                <a:gd name="T9" fmla="*/ 12 h 246"/>
                <a:gd name="T10" fmla="*/ 35 w 171"/>
                <a:gd name="T11" fmla="*/ 17 h 246"/>
                <a:gd name="T12" fmla="*/ 52 w 171"/>
                <a:gd name="T13" fmla="*/ 22 h 246"/>
                <a:gd name="T14" fmla="*/ 51 w 171"/>
                <a:gd name="T15" fmla="*/ 30 h 246"/>
                <a:gd name="T16" fmla="*/ 1 w 171"/>
                <a:gd name="T17" fmla="*/ 227 h 246"/>
                <a:gd name="T18" fmla="*/ 0 w 171"/>
                <a:gd name="T19" fmla="*/ 235 h 246"/>
                <a:gd name="T20" fmla="*/ 12 w 171"/>
                <a:gd name="T21" fmla="*/ 246 h 246"/>
                <a:gd name="T22" fmla="*/ 28 w 171"/>
                <a:gd name="T23" fmla="*/ 231 h 246"/>
                <a:gd name="T24" fmla="*/ 45 w 171"/>
                <a:gd name="T25" fmla="*/ 164 h 246"/>
                <a:gd name="T26" fmla="*/ 89 w 171"/>
                <a:gd name="T27" fmla="*/ 192 h 246"/>
                <a:gd name="T28" fmla="*/ 89 w 171"/>
                <a:gd name="T29" fmla="*/ 199 h 246"/>
                <a:gd name="T30" fmla="*/ 87 w 171"/>
                <a:gd name="T31" fmla="*/ 210 h 246"/>
                <a:gd name="T32" fmla="*/ 124 w 171"/>
                <a:gd name="T33" fmla="*/ 246 h 246"/>
                <a:gd name="T34" fmla="*/ 169 w 171"/>
                <a:gd name="T35" fmla="*/ 193 h 246"/>
                <a:gd name="T36" fmla="*/ 163 w 171"/>
                <a:gd name="T37" fmla="*/ 188 h 246"/>
                <a:gd name="T38" fmla="*/ 156 w 171"/>
                <a:gd name="T39" fmla="*/ 196 h 246"/>
                <a:gd name="T40" fmla="*/ 125 w 171"/>
                <a:gd name="T41" fmla="*/ 236 h 246"/>
                <a:gd name="T42" fmla="*/ 113 w 171"/>
                <a:gd name="T43" fmla="*/ 218 h 246"/>
                <a:gd name="T44" fmla="*/ 115 w 171"/>
                <a:gd name="T45" fmla="*/ 202 h 246"/>
                <a:gd name="T46" fmla="*/ 117 w 171"/>
                <a:gd name="T47" fmla="*/ 192 h 246"/>
                <a:gd name="T48" fmla="*/ 60 w 171"/>
                <a:gd name="T49" fmla="*/ 155 h 246"/>
                <a:gd name="T50" fmla="*/ 89 w 171"/>
                <a:gd name="T51" fmla="*/ 132 h 246"/>
                <a:gd name="T52" fmla="*/ 144 w 171"/>
                <a:gd name="T53" fmla="*/ 98 h 246"/>
                <a:gd name="T54" fmla="*/ 156 w 171"/>
                <a:gd name="T55" fmla="*/ 103 h 246"/>
                <a:gd name="T56" fmla="*/ 137 w 171"/>
                <a:gd name="T57" fmla="*/ 123 h 246"/>
                <a:gd name="T58" fmla="*/ 151 w 171"/>
                <a:gd name="T59" fmla="*/ 135 h 246"/>
                <a:gd name="T60" fmla="*/ 171 w 171"/>
                <a:gd name="T61" fmla="*/ 113 h 246"/>
                <a:gd name="T62" fmla="*/ 144 w 171"/>
                <a:gd name="T63" fmla="*/ 89 h 246"/>
                <a:gd name="T64" fmla="*/ 89 w 171"/>
                <a:gd name="T65" fmla="*/ 119 h 246"/>
                <a:gd name="T66" fmla="*/ 48 w 171"/>
                <a:gd name="T67" fmla="*/ 150 h 246"/>
                <a:gd name="T68" fmla="*/ 83 w 171"/>
                <a:gd name="T69" fmla="*/ 11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1" h="246">
                  <a:moveTo>
                    <a:pt x="83" y="11"/>
                  </a:moveTo>
                  <a:cubicBezTo>
                    <a:pt x="83" y="10"/>
                    <a:pt x="84" y="6"/>
                    <a:pt x="84" y="5"/>
                  </a:cubicBezTo>
                  <a:cubicBezTo>
                    <a:pt x="84" y="4"/>
                    <a:pt x="83" y="0"/>
                    <a:pt x="79" y="0"/>
                  </a:cubicBezTo>
                  <a:cubicBezTo>
                    <a:pt x="72" y="0"/>
                    <a:pt x="43" y="3"/>
                    <a:pt x="34" y="4"/>
                  </a:cubicBezTo>
                  <a:cubicBezTo>
                    <a:pt x="31" y="4"/>
                    <a:pt x="26" y="5"/>
                    <a:pt x="26" y="12"/>
                  </a:cubicBezTo>
                  <a:cubicBezTo>
                    <a:pt x="26" y="17"/>
                    <a:pt x="31" y="17"/>
                    <a:pt x="35" y="17"/>
                  </a:cubicBezTo>
                  <a:cubicBezTo>
                    <a:pt x="52" y="17"/>
                    <a:pt x="52" y="19"/>
                    <a:pt x="52" y="22"/>
                  </a:cubicBezTo>
                  <a:cubicBezTo>
                    <a:pt x="52" y="25"/>
                    <a:pt x="51" y="27"/>
                    <a:pt x="51" y="30"/>
                  </a:cubicBezTo>
                  <a:lnTo>
                    <a:pt x="1" y="227"/>
                  </a:lnTo>
                  <a:cubicBezTo>
                    <a:pt x="0" y="233"/>
                    <a:pt x="0" y="234"/>
                    <a:pt x="0" y="235"/>
                  </a:cubicBezTo>
                  <a:cubicBezTo>
                    <a:pt x="0" y="240"/>
                    <a:pt x="4" y="246"/>
                    <a:pt x="12" y="246"/>
                  </a:cubicBezTo>
                  <a:cubicBezTo>
                    <a:pt x="21" y="246"/>
                    <a:pt x="26" y="239"/>
                    <a:pt x="28" y="231"/>
                  </a:cubicBezTo>
                  <a:cubicBezTo>
                    <a:pt x="28" y="230"/>
                    <a:pt x="43" y="169"/>
                    <a:pt x="45" y="164"/>
                  </a:cubicBezTo>
                  <a:cubicBezTo>
                    <a:pt x="69" y="166"/>
                    <a:pt x="89" y="174"/>
                    <a:pt x="89" y="192"/>
                  </a:cubicBezTo>
                  <a:cubicBezTo>
                    <a:pt x="89" y="194"/>
                    <a:pt x="89" y="196"/>
                    <a:pt x="89" y="199"/>
                  </a:cubicBezTo>
                  <a:cubicBezTo>
                    <a:pt x="87" y="204"/>
                    <a:pt x="87" y="206"/>
                    <a:pt x="87" y="210"/>
                  </a:cubicBezTo>
                  <a:cubicBezTo>
                    <a:pt x="87" y="235"/>
                    <a:pt x="107" y="246"/>
                    <a:pt x="124" y="246"/>
                  </a:cubicBezTo>
                  <a:cubicBezTo>
                    <a:pt x="158" y="246"/>
                    <a:pt x="169" y="193"/>
                    <a:pt x="169" y="193"/>
                  </a:cubicBezTo>
                  <a:cubicBezTo>
                    <a:pt x="169" y="188"/>
                    <a:pt x="164" y="188"/>
                    <a:pt x="163" y="188"/>
                  </a:cubicBezTo>
                  <a:cubicBezTo>
                    <a:pt x="158" y="188"/>
                    <a:pt x="158" y="190"/>
                    <a:pt x="156" y="196"/>
                  </a:cubicBezTo>
                  <a:cubicBezTo>
                    <a:pt x="152" y="211"/>
                    <a:pt x="142" y="236"/>
                    <a:pt x="125" y="236"/>
                  </a:cubicBezTo>
                  <a:cubicBezTo>
                    <a:pt x="116" y="236"/>
                    <a:pt x="113" y="228"/>
                    <a:pt x="113" y="218"/>
                  </a:cubicBezTo>
                  <a:cubicBezTo>
                    <a:pt x="113" y="212"/>
                    <a:pt x="113" y="211"/>
                    <a:pt x="115" y="202"/>
                  </a:cubicBezTo>
                  <a:cubicBezTo>
                    <a:pt x="115" y="201"/>
                    <a:pt x="117" y="195"/>
                    <a:pt x="117" y="192"/>
                  </a:cubicBezTo>
                  <a:cubicBezTo>
                    <a:pt x="117" y="161"/>
                    <a:pt x="75" y="156"/>
                    <a:pt x="60" y="155"/>
                  </a:cubicBezTo>
                  <a:cubicBezTo>
                    <a:pt x="71" y="148"/>
                    <a:pt x="83" y="137"/>
                    <a:pt x="89" y="132"/>
                  </a:cubicBezTo>
                  <a:cubicBezTo>
                    <a:pt x="107" y="115"/>
                    <a:pt x="125" y="98"/>
                    <a:pt x="144" y="98"/>
                  </a:cubicBezTo>
                  <a:cubicBezTo>
                    <a:pt x="148" y="98"/>
                    <a:pt x="153" y="100"/>
                    <a:pt x="156" y="103"/>
                  </a:cubicBezTo>
                  <a:cubicBezTo>
                    <a:pt x="141" y="105"/>
                    <a:pt x="137" y="117"/>
                    <a:pt x="137" y="123"/>
                  </a:cubicBezTo>
                  <a:cubicBezTo>
                    <a:pt x="137" y="130"/>
                    <a:pt x="143" y="135"/>
                    <a:pt x="151" y="135"/>
                  </a:cubicBezTo>
                  <a:cubicBezTo>
                    <a:pt x="161" y="135"/>
                    <a:pt x="171" y="128"/>
                    <a:pt x="171" y="113"/>
                  </a:cubicBezTo>
                  <a:cubicBezTo>
                    <a:pt x="171" y="102"/>
                    <a:pt x="163" y="89"/>
                    <a:pt x="144" y="89"/>
                  </a:cubicBezTo>
                  <a:cubicBezTo>
                    <a:pt x="125" y="89"/>
                    <a:pt x="106" y="103"/>
                    <a:pt x="89" y="119"/>
                  </a:cubicBezTo>
                  <a:cubicBezTo>
                    <a:pt x="74" y="133"/>
                    <a:pt x="62" y="144"/>
                    <a:pt x="48" y="150"/>
                  </a:cubicBezTo>
                  <a:lnTo>
                    <a:pt x="83" y="1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2" name="Freeform 14">
              <a:extLst>
                <a:ext uri="{FF2B5EF4-FFF2-40B4-BE49-F238E27FC236}">
                  <a16:creationId xmlns:a16="http://schemas.microsoft.com/office/drawing/2014/main" id="{599046F3-BE4E-46E5-B136-349AD966D710}"/>
                </a:ext>
              </a:extLst>
            </p:cNvPr>
            <p:cNvSpPr>
              <a:spLocks noEditPoints="1"/>
            </p:cNvSpPr>
            <p:nvPr>
              <p:custDataLst>
                <p:tags r:id="rId376"/>
              </p:custDataLst>
            </p:nvPr>
          </p:nvSpPr>
          <p:spPr bwMode="auto">
            <a:xfrm>
              <a:off x="3308350" y="1138238"/>
              <a:ext cx="47625" cy="49213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79 h 229"/>
                <a:gd name="T6" fmla="*/ 225 w 225"/>
                <a:gd name="T7" fmla="*/ 151 h 229"/>
                <a:gd name="T8" fmla="*/ 212 w 225"/>
                <a:gd name="T9" fmla="*/ 151 h 229"/>
                <a:gd name="T10" fmla="*/ 212 w 225"/>
                <a:gd name="T11" fmla="*/ 179 h 229"/>
                <a:gd name="T12" fmla="*/ 194 w 225"/>
                <a:gd name="T13" fmla="*/ 211 h 229"/>
                <a:gd name="T14" fmla="*/ 176 w 225"/>
                <a:gd name="T15" fmla="*/ 186 h 229"/>
                <a:gd name="T16" fmla="*/ 176 w 225"/>
                <a:gd name="T17" fmla="*/ 86 h 229"/>
                <a:gd name="T18" fmla="*/ 158 w 225"/>
                <a:gd name="T19" fmla="*/ 28 h 229"/>
                <a:gd name="T20" fmla="*/ 89 w 225"/>
                <a:gd name="T21" fmla="*/ 0 h 229"/>
                <a:gd name="T22" fmla="*/ 14 w 225"/>
                <a:gd name="T23" fmla="*/ 57 h 229"/>
                <a:gd name="T24" fmla="*/ 37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1 w 225"/>
                <a:gd name="T33" fmla="*/ 75 h 229"/>
                <a:gd name="T34" fmla="*/ 141 w 225"/>
                <a:gd name="T35" fmla="*/ 93 h 229"/>
                <a:gd name="T36" fmla="*/ 50 w 225"/>
                <a:gd name="T37" fmla="*/ 111 h 229"/>
                <a:gd name="T38" fmla="*/ 0 w 225"/>
                <a:gd name="T39" fmla="*/ 176 h 229"/>
                <a:gd name="T40" fmla="*/ 80 w 225"/>
                <a:gd name="T41" fmla="*/ 229 h 229"/>
                <a:gd name="T42" fmla="*/ 145 w 225"/>
                <a:gd name="T43" fmla="*/ 186 h 229"/>
                <a:gd name="T44" fmla="*/ 141 w 225"/>
                <a:gd name="T45" fmla="*/ 104 h 229"/>
                <a:gd name="T46" fmla="*/ 141 w 225"/>
                <a:gd name="T47" fmla="*/ 154 h 229"/>
                <a:gd name="T48" fmla="*/ 83 w 225"/>
                <a:gd name="T49" fmla="*/ 218 h 229"/>
                <a:gd name="T50" fmla="*/ 38 w 225"/>
                <a:gd name="T51" fmla="*/ 176 h 229"/>
                <a:gd name="T52" fmla="*/ 141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0" y="227"/>
                    <a:pt x="184" y="227"/>
                  </a:cubicBezTo>
                  <a:cubicBezTo>
                    <a:pt x="194" y="227"/>
                    <a:pt x="225" y="220"/>
                    <a:pt x="225" y="179"/>
                  </a:cubicBezTo>
                  <a:lnTo>
                    <a:pt x="225" y="151"/>
                  </a:lnTo>
                  <a:lnTo>
                    <a:pt x="212" y="151"/>
                  </a:lnTo>
                  <a:lnTo>
                    <a:pt x="212" y="179"/>
                  </a:lnTo>
                  <a:cubicBezTo>
                    <a:pt x="212" y="208"/>
                    <a:pt x="200" y="211"/>
                    <a:pt x="194" y="211"/>
                  </a:cubicBezTo>
                  <a:cubicBezTo>
                    <a:pt x="178" y="211"/>
                    <a:pt x="176" y="189"/>
                    <a:pt x="176" y="186"/>
                  </a:cubicBezTo>
                  <a:lnTo>
                    <a:pt x="176" y="86"/>
                  </a:lnTo>
                  <a:cubicBezTo>
                    <a:pt x="176" y="66"/>
                    <a:pt x="176" y="46"/>
                    <a:pt x="158" y="28"/>
                  </a:cubicBezTo>
                  <a:cubicBezTo>
                    <a:pt x="138" y="8"/>
                    <a:pt x="113" y="0"/>
                    <a:pt x="89" y="0"/>
                  </a:cubicBezTo>
                  <a:cubicBezTo>
                    <a:pt x="49" y="0"/>
                    <a:pt x="14" y="24"/>
                    <a:pt x="14" y="57"/>
                  </a:cubicBezTo>
                  <a:cubicBezTo>
                    <a:pt x="14" y="72"/>
                    <a:pt x="24" y="80"/>
                    <a:pt x="37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8" y="35"/>
                    <a:pt x="35" y="34"/>
                  </a:cubicBezTo>
                  <a:cubicBezTo>
                    <a:pt x="48" y="17"/>
                    <a:pt x="73" y="11"/>
                    <a:pt x="89" y="11"/>
                  </a:cubicBezTo>
                  <a:cubicBezTo>
                    <a:pt x="113" y="11"/>
                    <a:pt x="141" y="31"/>
                    <a:pt x="141" y="75"/>
                  </a:cubicBezTo>
                  <a:lnTo>
                    <a:pt x="141" y="93"/>
                  </a:lnTo>
                  <a:cubicBezTo>
                    <a:pt x="116" y="95"/>
                    <a:pt x="81" y="96"/>
                    <a:pt x="50" y="111"/>
                  </a:cubicBezTo>
                  <a:cubicBezTo>
                    <a:pt x="12" y="128"/>
                    <a:pt x="0" y="154"/>
                    <a:pt x="0" y="176"/>
                  </a:cubicBezTo>
                  <a:cubicBezTo>
                    <a:pt x="0" y="217"/>
                    <a:pt x="48" y="229"/>
                    <a:pt x="80" y="229"/>
                  </a:cubicBezTo>
                  <a:cubicBezTo>
                    <a:pt x="112" y="229"/>
                    <a:pt x="135" y="209"/>
                    <a:pt x="145" y="186"/>
                  </a:cubicBezTo>
                  <a:close/>
                  <a:moveTo>
                    <a:pt x="141" y="104"/>
                  </a:moveTo>
                  <a:lnTo>
                    <a:pt x="141" y="154"/>
                  </a:lnTo>
                  <a:cubicBezTo>
                    <a:pt x="141" y="201"/>
                    <a:pt x="105" y="218"/>
                    <a:pt x="83" y="218"/>
                  </a:cubicBezTo>
                  <a:cubicBezTo>
                    <a:pt x="59" y="218"/>
                    <a:pt x="38" y="201"/>
                    <a:pt x="38" y="176"/>
                  </a:cubicBezTo>
                  <a:cubicBezTo>
                    <a:pt x="38" y="148"/>
                    <a:pt x="59" y="107"/>
                    <a:pt x="141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3" name="Freeform 15">
              <a:extLst>
                <a:ext uri="{FF2B5EF4-FFF2-40B4-BE49-F238E27FC236}">
                  <a16:creationId xmlns:a16="http://schemas.microsoft.com/office/drawing/2014/main" id="{26666996-4703-415F-8BEA-3B599F6677CD}"/>
                </a:ext>
              </a:extLst>
            </p:cNvPr>
            <p:cNvSpPr>
              <a:spLocks/>
            </p:cNvSpPr>
            <p:nvPr>
              <p:custDataLst>
                <p:tags r:id="rId377"/>
              </p:custDataLst>
            </p:nvPr>
          </p:nvSpPr>
          <p:spPr bwMode="auto">
            <a:xfrm>
              <a:off x="3359150" y="1138238"/>
              <a:ext cx="52388" cy="49213"/>
            </a:xfrm>
            <a:custGeom>
              <a:avLst/>
              <a:gdLst>
                <a:gd name="T0" fmla="*/ 39 w 251"/>
                <a:gd name="T1" fmla="*/ 49 h 221"/>
                <a:gd name="T2" fmla="*/ 39 w 251"/>
                <a:gd name="T3" fmla="*/ 183 h 221"/>
                <a:gd name="T4" fmla="*/ 0 w 251"/>
                <a:gd name="T5" fmla="*/ 205 h 221"/>
                <a:gd name="T6" fmla="*/ 0 w 251"/>
                <a:gd name="T7" fmla="*/ 221 h 221"/>
                <a:gd name="T8" fmla="*/ 56 w 251"/>
                <a:gd name="T9" fmla="*/ 219 h 221"/>
                <a:gd name="T10" fmla="*/ 112 w 251"/>
                <a:gd name="T11" fmla="*/ 221 h 221"/>
                <a:gd name="T12" fmla="*/ 112 w 251"/>
                <a:gd name="T13" fmla="*/ 205 h 221"/>
                <a:gd name="T14" fmla="*/ 73 w 251"/>
                <a:gd name="T15" fmla="*/ 183 h 221"/>
                <a:gd name="T16" fmla="*/ 73 w 251"/>
                <a:gd name="T17" fmla="*/ 91 h 221"/>
                <a:gd name="T18" fmla="*/ 140 w 251"/>
                <a:gd name="T19" fmla="*/ 11 h 221"/>
                <a:gd name="T20" fmla="*/ 177 w 251"/>
                <a:gd name="T21" fmla="*/ 67 h 221"/>
                <a:gd name="T22" fmla="*/ 177 w 251"/>
                <a:gd name="T23" fmla="*/ 183 h 221"/>
                <a:gd name="T24" fmla="*/ 138 w 251"/>
                <a:gd name="T25" fmla="*/ 205 h 221"/>
                <a:gd name="T26" fmla="*/ 138 w 251"/>
                <a:gd name="T27" fmla="*/ 221 h 221"/>
                <a:gd name="T28" fmla="*/ 195 w 251"/>
                <a:gd name="T29" fmla="*/ 219 h 221"/>
                <a:gd name="T30" fmla="*/ 251 w 251"/>
                <a:gd name="T31" fmla="*/ 221 h 221"/>
                <a:gd name="T32" fmla="*/ 251 w 251"/>
                <a:gd name="T33" fmla="*/ 205 h 221"/>
                <a:gd name="T34" fmla="*/ 212 w 251"/>
                <a:gd name="T35" fmla="*/ 190 h 221"/>
                <a:gd name="T36" fmla="*/ 212 w 251"/>
                <a:gd name="T37" fmla="*/ 95 h 221"/>
                <a:gd name="T38" fmla="*/ 196 w 251"/>
                <a:gd name="T39" fmla="*/ 19 h 221"/>
                <a:gd name="T40" fmla="*/ 144 w 251"/>
                <a:gd name="T41" fmla="*/ 0 h 221"/>
                <a:gd name="T42" fmla="*/ 70 w 251"/>
                <a:gd name="T43" fmla="*/ 53 h 221"/>
                <a:gd name="T44" fmla="*/ 70 w 251"/>
                <a:gd name="T45" fmla="*/ 0 h 221"/>
                <a:gd name="T46" fmla="*/ 0 w 251"/>
                <a:gd name="T47" fmla="*/ 6 h 221"/>
                <a:gd name="T48" fmla="*/ 0 w 251"/>
                <a:gd name="T49" fmla="*/ 21 h 221"/>
                <a:gd name="T50" fmla="*/ 39 w 251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5"/>
                    <a:pt x="33" y="205"/>
                    <a:pt x="0" y="205"/>
                  </a:cubicBezTo>
                  <a:lnTo>
                    <a:pt x="0" y="221"/>
                  </a:lnTo>
                  <a:cubicBezTo>
                    <a:pt x="17" y="220"/>
                    <a:pt x="43" y="219"/>
                    <a:pt x="56" y="219"/>
                  </a:cubicBezTo>
                  <a:cubicBezTo>
                    <a:pt x="69" y="219"/>
                    <a:pt x="95" y="220"/>
                    <a:pt x="112" y="221"/>
                  </a:cubicBezTo>
                  <a:lnTo>
                    <a:pt x="112" y="205"/>
                  </a:lnTo>
                  <a:cubicBezTo>
                    <a:pt x="78" y="205"/>
                    <a:pt x="73" y="205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8" y="11"/>
                    <a:pt x="140" y="11"/>
                  </a:cubicBezTo>
                  <a:cubicBezTo>
                    <a:pt x="172" y="11"/>
                    <a:pt x="177" y="38"/>
                    <a:pt x="177" y="67"/>
                  </a:cubicBezTo>
                  <a:lnTo>
                    <a:pt x="177" y="183"/>
                  </a:lnTo>
                  <a:cubicBezTo>
                    <a:pt x="177" y="205"/>
                    <a:pt x="172" y="205"/>
                    <a:pt x="138" y="205"/>
                  </a:cubicBezTo>
                  <a:lnTo>
                    <a:pt x="138" y="221"/>
                  </a:lnTo>
                  <a:cubicBezTo>
                    <a:pt x="156" y="220"/>
                    <a:pt x="181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5"/>
                  </a:lnTo>
                  <a:cubicBezTo>
                    <a:pt x="225" y="205"/>
                    <a:pt x="212" y="205"/>
                    <a:pt x="212" y="190"/>
                  </a:cubicBezTo>
                  <a:lnTo>
                    <a:pt x="212" y="95"/>
                  </a:lnTo>
                  <a:cubicBezTo>
                    <a:pt x="212" y="52"/>
                    <a:pt x="212" y="37"/>
                    <a:pt x="196" y="19"/>
                  </a:cubicBezTo>
                  <a:cubicBezTo>
                    <a:pt x="189" y="10"/>
                    <a:pt x="173" y="0"/>
                    <a:pt x="144" y="0"/>
                  </a:cubicBezTo>
                  <a:cubicBezTo>
                    <a:pt x="107" y="0"/>
                    <a:pt x="84" y="22"/>
                    <a:pt x="70" y="53"/>
                  </a:cubicBez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DDC0F0A8-6110-45F5-B85F-3DCFB0EF7513}"/>
                </a:ext>
              </a:extLst>
            </p:cNvPr>
            <p:cNvSpPr>
              <a:spLocks noEditPoints="1"/>
            </p:cNvSpPr>
            <p:nvPr>
              <p:custDataLst>
                <p:tags r:id="rId378"/>
              </p:custDataLst>
            </p:nvPr>
          </p:nvSpPr>
          <p:spPr bwMode="auto">
            <a:xfrm>
              <a:off x="3416300" y="1111251"/>
              <a:ext cx="50800" cy="76200"/>
            </a:xfrm>
            <a:custGeom>
              <a:avLst/>
              <a:gdLst>
                <a:gd name="T0" fmla="*/ 172 w 245"/>
                <a:gd name="T1" fmla="*/ 319 h 352"/>
                <a:gd name="T2" fmla="*/ 172 w 245"/>
                <a:gd name="T3" fmla="*/ 352 h 352"/>
                <a:gd name="T4" fmla="*/ 245 w 245"/>
                <a:gd name="T5" fmla="*/ 347 h 352"/>
                <a:gd name="T6" fmla="*/ 245 w 245"/>
                <a:gd name="T7" fmla="*/ 331 h 352"/>
                <a:gd name="T8" fmla="*/ 206 w 245"/>
                <a:gd name="T9" fmla="*/ 303 h 352"/>
                <a:gd name="T10" fmla="*/ 206 w 245"/>
                <a:gd name="T11" fmla="*/ 0 h 352"/>
                <a:gd name="T12" fmla="*/ 135 w 245"/>
                <a:gd name="T13" fmla="*/ 6 h 352"/>
                <a:gd name="T14" fmla="*/ 135 w 245"/>
                <a:gd name="T15" fmla="*/ 21 h 352"/>
                <a:gd name="T16" fmla="*/ 174 w 245"/>
                <a:gd name="T17" fmla="*/ 49 h 352"/>
                <a:gd name="T18" fmla="*/ 174 w 245"/>
                <a:gd name="T19" fmla="*/ 157 h 352"/>
                <a:gd name="T20" fmla="*/ 111 w 245"/>
                <a:gd name="T21" fmla="*/ 126 h 352"/>
                <a:gd name="T22" fmla="*/ 0 w 245"/>
                <a:gd name="T23" fmla="*/ 239 h 352"/>
                <a:gd name="T24" fmla="*/ 105 w 245"/>
                <a:gd name="T25" fmla="*/ 352 h 352"/>
                <a:gd name="T26" fmla="*/ 172 w 245"/>
                <a:gd name="T27" fmla="*/ 319 h 352"/>
                <a:gd name="T28" fmla="*/ 172 w 245"/>
                <a:gd name="T29" fmla="*/ 186 h 352"/>
                <a:gd name="T30" fmla="*/ 172 w 245"/>
                <a:gd name="T31" fmla="*/ 288 h 352"/>
                <a:gd name="T32" fmla="*/ 167 w 245"/>
                <a:gd name="T33" fmla="*/ 306 h 352"/>
                <a:gd name="T34" fmla="*/ 108 w 245"/>
                <a:gd name="T35" fmla="*/ 341 h 352"/>
                <a:gd name="T36" fmla="*/ 55 w 245"/>
                <a:gd name="T37" fmla="*/ 309 h 352"/>
                <a:gd name="T38" fmla="*/ 41 w 245"/>
                <a:gd name="T39" fmla="*/ 240 h 352"/>
                <a:gd name="T40" fmla="*/ 56 w 245"/>
                <a:gd name="T41" fmla="*/ 169 h 352"/>
                <a:gd name="T42" fmla="*/ 113 w 245"/>
                <a:gd name="T43" fmla="*/ 137 h 352"/>
                <a:gd name="T44" fmla="*/ 167 w 245"/>
                <a:gd name="T45" fmla="*/ 167 h 352"/>
                <a:gd name="T46" fmla="*/ 172 w 245"/>
                <a:gd name="T47" fmla="*/ 186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5" h="352">
                  <a:moveTo>
                    <a:pt x="172" y="319"/>
                  </a:moveTo>
                  <a:lnTo>
                    <a:pt x="172" y="352"/>
                  </a:lnTo>
                  <a:lnTo>
                    <a:pt x="245" y="347"/>
                  </a:lnTo>
                  <a:lnTo>
                    <a:pt x="245" y="331"/>
                  </a:lnTo>
                  <a:cubicBezTo>
                    <a:pt x="210" y="331"/>
                    <a:pt x="206" y="328"/>
                    <a:pt x="206" y="303"/>
                  </a:cubicBezTo>
                  <a:lnTo>
                    <a:pt x="206" y="0"/>
                  </a:lnTo>
                  <a:lnTo>
                    <a:pt x="135" y="6"/>
                  </a:lnTo>
                  <a:lnTo>
                    <a:pt x="135" y="21"/>
                  </a:lnTo>
                  <a:cubicBezTo>
                    <a:pt x="170" y="21"/>
                    <a:pt x="174" y="25"/>
                    <a:pt x="174" y="49"/>
                  </a:cubicBezTo>
                  <a:lnTo>
                    <a:pt x="174" y="157"/>
                  </a:lnTo>
                  <a:cubicBezTo>
                    <a:pt x="159" y="139"/>
                    <a:pt x="138" y="126"/>
                    <a:pt x="111" y="126"/>
                  </a:cubicBezTo>
                  <a:cubicBezTo>
                    <a:pt x="52" y="126"/>
                    <a:pt x="0" y="175"/>
                    <a:pt x="0" y="239"/>
                  </a:cubicBezTo>
                  <a:cubicBezTo>
                    <a:pt x="0" y="303"/>
                    <a:pt x="48" y="352"/>
                    <a:pt x="105" y="352"/>
                  </a:cubicBezTo>
                  <a:cubicBezTo>
                    <a:pt x="137" y="352"/>
                    <a:pt x="160" y="335"/>
                    <a:pt x="172" y="319"/>
                  </a:cubicBezTo>
                  <a:close/>
                  <a:moveTo>
                    <a:pt x="172" y="186"/>
                  </a:moveTo>
                  <a:lnTo>
                    <a:pt x="172" y="288"/>
                  </a:lnTo>
                  <a:cubicBezTo>
                    <a:pt x="172" y="297"/>
                    <a:pt x="172" y="298"/>
                    <a:pt x="167" y="306"/>
                  </a:cubicBezTo>
                  <a:cubicBezTo>
                    <a:pt x="152" y="330"/>
                    <a:pt x="129" y="341"/>
                    <a:pt x="108" y="341"/>
                  </a:cubicBezTo>
                  <a:cubicBezTo>
                    <a:pt x="85" y="341"/>
                    <a:pt x="67" y="328"/>
                    <a:pt x="55" y="309"/>
                  </a:cubicBezTo>
                  <a:cubicBezTo>
                    <a:pt x="42" y="289"/>
                    <a:pt x="41" y="260"/>
                    <a:pt x="41" y="240"/>
                  </a:cubicBezTo>
                  <a:cubicBezTo>
                    <a:pt x="41" y="221"/>
                    <a:pt x="42" y="192"/>
                    <a:pt x="56" y="169"/>
                  </a:cubicBezTo>
                  <a:cubicBezTo>
                    <a:pt x="67" y="154"/>
                    <a:pt x="86" y="137"/>
                    <a:pt x="113" y="137"/>
                  </a:cubicBezTo>
                  <a:cubicBezTo>
                    <a:pt x="130" y="137"/>
                    <a:pt x="151" y="145"/>
                    <a:pt x="167" y="167"/>
                  </a:cubicBezTo>
                  <a:cubicBezTo>
                    <a:pt x="172" y="176"/>
                    <a:pt x="172" y="177"/>
                    <a:pt x="172" y="186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5" name="Freeform 17">
              <a:extLst>
                <a:ext uri="{FF2B5EF4-FFF2-40B4-BE49-F238E27FC236}">
                  <a16:creationId xmlns:a16="http://schemas.microsoft.com/office/drawing/2014/main" id="{31EF1688-59CF-42E6-8C00-40D569F38EA3}"/>
                </a:ext>
              </a:extLst>
            </p:cNvPr>
            <p:cNvSpPr>
              <a:spLocks/>
            </p:cNvSpPr>
            <p:nvPr>
              <p:custDataLst>
                <p:tags r:id="rId379"/>
              </p:custDataLst>
            </p:nvPr>
          </p:nvSpPr>
          <p:spPr bwMode="auto">
            <a:xfrm>
              <a:off x="2759075" y="1250951"/>
              <a:ext cx="33338" cy="68263"/>
            </a:xfrm>
            <a:custGeom>
              <a:avLst/>
              <a:gdLst>
                <a:gd name="T0" fmla="*/ 76 w 156"/>
                <a:gd name="T1" fmla="*/ 107 h 312"/>
                <a:gd name="T2" fmla="*/ 148 w 156"/>
                <a:gd name="T3" fmla="*/ 107 h 312"/>
                <a:gd name="T4" fmla="*/ 148 w 156"/>
                <a:gd name="T5" fmla="*/ 92 h 312"/>
                <a:gd name="T6" fmla="*/ 76 w 156"/>
                <a:gd name="T7" fmla="*/ 92 h 312"/>
                <a:gd name="T8" fmla="*/ 76 w 156"/>
                <a:gd name="T9" fmla="*/ 0 h 312"/>
                <a:gd name="T10" fmla="*/ 64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2 w 156"/>
                <a:gd name="T17" fmla="*/ 107 h 312"/>
                <a:gd name="T18" fmla="*/ 42 w 156"/>
                <a:gd name="T19" fmla="*/ 245 h 312"/>
                <a:gd name="T20" fmla="*/ 106 w 156"/>
                <a:gd name="T21" fmla="*/ 312 h 312"/>
                <a:gd name="T22" fmla="*/ 156 w 156"/>
                <a:gd name="T23" fmla="*/ 245 h 312"/>
                <a:gd name="T24" fmla="*/ 156 w 156"/>
                <a:gd name="T25" fmla="*/ 217 h 312"/>
                <a:gd name="T26" fmla="*/ 143 w 156"/>
                <a:gd name="T27" fmla="*/ 217 h 312"/>
                <a:gd name="T28" fmla="*/ 143 w 156"/>
                <a:gd name="T29" fmla="*/ 244 h 312"/>
                <a:gd name="T30" fmla="*/ 110 w 156"/>
                <a:gd name="T31" fmla="*/ 300 h 312"/>
                <a:gd name="T32" fmla="*/ 76 w 156"/>
                <a:gd name="T33" fmla="*/ 246 h 312"/>
                <a:gd name="T34" fmla="*/ 76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6" y="107"/>
                  </a:moveTo>
                  <a:lnTo>
                    <a:pt x="148" y="107"/>
                  </a:lnTo>
                  <a:lnTo>
                    <a:pt x="148" y="92"/>
                  </a:lnTo>
                  <a:lnTo>
                    <a:pt x="76" y="92"/>
                  </a:lnTo>
                  <a:lnTo>
                    <a:pt x="76" y="0"/>
                  </a:lnTo>
                  <a:lnTo>
                    <a:pt x="64" y="0"/>
                  </a:lnTo>
                  <a:cubicBezTo>
                    <a:pt x="63" y="41"/>
                    <a:pt x="49" y="94"/>
                    <a:pt x="0" y="96"/>
                  </a:cubicBezTo>
                  <a:lnTo>
                    <a:pt x="0" y="107"/>
                  </a:lnTo>
                  <a:lnTo>
                    <a:pt x="42" y="107"/>
                  </a:lnTo>
                  <a:lnTo>
                    <a:pt x="42" y="245"/>
                  </a:lnTo>
                  <a:cubicBezTo>
                    <a:pt x="42" y="306"/>
                    <a:pt x="88" y="312"/>
                    <a:pt x="106" y="312"/>
                  </a:cubicBezTo>
                  <a:cubicBezTo>
                    <a:pt x="142" y="312"/>
                    <a:pt x="156" y="277"/>
                    <a:pt x="156" y="245"/>
                  </a:cubicBezTo>
                  <a:lnTo>
                    <a:pt x="156" y="217"/>
                  </a:lnTo>
                  <a:lnTo>
                    <a:pt x="143" y="217"/>
                  </a:lnTo>
                  <a:lnTo>
                    <a:pt x="143" y="244"/>
                  </a:lnTo>
                  <a:cubicBezTo>
                    <a:pt x="143" y="281"/>
                    <a:pt x="128" y="300"/>
                    <a:pt x="110" y="300"/>
                  </a:cubicBezTo>
                  <a:cubicBezTo>
                    <a:pt x="76" y="300"/>
                    <a:pt x="76" y="254"/>
                    <a:pt x="76" y="246"/>
                  </a:cubicBezTo>
                  <a:lnTo>
                    <a:pt x="76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6" name="Freeform 18">
              <a:extLst>
                <a:ext uri="{FF2B5EF4-FFF2-40B4-BE49-F238E27FC236}">
                  <a16:creationId xmlns:a16="http://schemas.microsoft.com/office/drawing/2014/main" id="{1099C4A9-D7AD-43E1-90A6-A3AB292142A0}"/>
                </a:ext>
              </a:extLst>
            </p:cNvPr>
            <p:cNvSpPr>
              <a:spLocks noEditPoints="1"/>
            </p:cNvSpPr>
            <p:nvPr>
              <p:custDataLst>
                <p:tags r:id="rId380"/>
              </p:custDataLst>
            </p:nvPr>
          </p:nvSpPr>
          <p:spPr bwMode="auto">
            <a:xfrm>
              <a:off x="2801938" y="1268413"/>
              <a:ext cx="46038" cy="50800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79 h 229"/>
                <a:gd name="T6" fmla="*/ 225 w 225"/>
                <a:gd name="T7" fmla="*/ 151 h 229"/>
                <a:gd name="T8" fmla="*/ 212 w 225"/>
                <a:gd name="T9" fmla="*/ 151 h 229"/>
                <a:gd name="T10" fmla="*/ 212 w 225"/>
                <a:gd name="T11" fmla="*/ 179 h 229"/>
                <a:gd name="T12" fmla="*/ 194 w 225"/>
                <a:gd name="T13" fmla="*/ 211 h 229"/>
                <a:gd name="T14" fmla="*/ 176 w 225"/>
                <a:gd name="T15" fmla="*/ 186 h 229"/>
                <a:gd name="T16" fmla="*/ 176 w 225"/>
                <a:gd name="T17" fmla="*/ 87 h 229"/>
                <a:gd name="T18" fmla="*/ 158 w 225"/>
                <a:gd name="T19" fmla="*/ 28 h 229"/>
                <a:gd name="T20" fmla="*/ 90 w 225"/>
                <a:gd name="T21" fmla="*/ 0 h 229"/>
                <a:gd name="T22" fmla="*/ 14 w 225"/>
                <a:gd name="T23" fmla="*/ 57 h 229"/>
                <a:gd name="T24" fmla="*/ 37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1 w 225"/>
                <a:gd name="T33" fmla="*/ 75 h 229"/>
                <a:gd name="T34" fmla="*/ 141 w 225"/>
                <a:gd name="T35" fmla="*/ 94 h 229"/>
                <a:gd name="T36" fmla="*/ 50 w 225"/>
                <a:gd name="T37" fmla="*/ 112 h 229"/>
                <a:gd name="T38" fmla="*/ 0 w 225"/>
                <a:gd name="T39" fmla="*/ 176 h 229"/>
                <a:gd name="T40" fmla="*/ 80 w 225"/>
                <a:gd name="T41" fmla="*/ 229 h 229"/>
                <a:gd name="T42" fmla="*/ 145 w 225"/>
                <a:gd name="T43" fmla="*/ 186 h 229"/>
                <a:gd name="T44" fmla="*/ 141 w 225"/>
                <a:gd name="T45" fmla="*/ 104 h 229"/>
                <a:gd name="T46" fmla="*/ 141 w 225"/>
                <a:gd name="T47" fmla="*/ 154 h 229"/>
                <a:gd name="T48" fmla="*/ 83 w 225"/>
                <a:gd name="T49" fmla="*/ 218 h 229"/>
                <a:gd name="T50" fmla="*/ 38 w 225"/>
                <a:gd name="T51" fmla="*/ 176 h 229"/>
                <a:gd name="T52" fmla="*/ 141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0" y="227"/>
                    <a:pt x="184" y="227"/>
                  </a:cubicBezTo>
                  <a:cubicBezTo>
                    <a:pt x="194" y="227"/>
                    <a:pt x="225" y="220"/>
                    <a:pt x="225" y="179"/>
                  </a:cubicBezTo>
                  <a:lnTo>
                    <a:pt x="225" y="151"/>
                  </a:lnTo>
                  <a:lnTo>
                    <a:pt x="212" y="151"/>
                  </a:lnTo>
                  <a:lnTo>
                    <a:pt x="212" y="179"/>
                  </a:lnTo>
                  <a:cubicBezTo>
                    <a:pt x="212" y="208"/>
                    <a:pt x="200" y="211"/>
                    <a:pt x="194" y="211"/>
                  </a:cubicBezTo>
                  <a:cubicBezTo>
                    <a:pt x="178" y="211"/>
                    <a:pt x="176" y="189"/>
                    <a:pt x="176" y="186"/>
                  </a:cubicBezTo>
                  <a:lnTo>
                    <a:pt x="176" y="87"/>
                  </a:lnTo>
                  <a:cubicBezTo>
                    <a:pt x="176" y="66"/>
                    <a:pt x="176" y="46"/>
                    <a:pt x="158" y="28"/>
                  </a:cubicBezTo>
                  <a:cubicBezTo>
                    <a:pt x="138" y="8"/>
                    <a:pt x="114" y="0"/>
                    <a:pt x="90" y="0"/>
                  </a:cubicBezTo>
                  <a:cubicBezTo>
                    <a:pt x="49" y="0"/>
                    <a:pt x="14" y="24"/>
                    <a:pt x="14" y="57"/>
                  </a:cubicBezTo>
                  <a:cubicBezTo>
                    <a:pt x="14" y="72"/>
                    <a:pt x="24" y="80"/>
                    <a:pt x="37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8" y="35"/>
                    <a:pt x="35" y="34"/>
                  </a:cubicBezTo>
                  <a:cubicBezTo>
                    <a:pt x="48" y="17"/>
                    <a:pt x="73" y="11"/>
                    <a:pt x="89" y="11"/>
                  </a:cubicBezTo>
                  <a:cubicBezTo>
                    <a:pt x="113" y="11"/>
                    <a:pt x="141" y="31"/>
                    <a:pt x="141" y="75"/>
                  </a:cubicBezTo>
                  <a:lnTo>
                    <a:pt x="141" y="94"/>
                  </a:lnTo>
                  <a:cubicBezTo>
                    <a:pt x="116" y="95"/>
                    <a:pt x="81" y="97"/>
                    <a:pt x="50" y="112"/>
                  </a:cubicBezTo>
                  <a:cubicBezTo>
                    <a:pt x="12" y="129"/>
                    <a:pt x="0" y="154"/>
                    <a:pt x="0" y="176"/>
                  </a:cubicBezTo>
                  <a:cubicBezTo>
                    <a:pt x="0" y="217"/>
                    <a:pt x="48" y="229"/>
                    <a:pt x="80" y="229"/>
                  </a:cubicBezTo>
                  <a:cubicBezTo>
                    <a:pt x="113" y="229"/>
                    <a:pt x="135" y="209"/>
                    <a:pt x="145" y="186"/>
                  </a:cubicBezTo>
                  <a:close/>
                  <a:moveTo>
                    <a:pt x="141" y="104"/>
                  </a:moveTo>
                  <a:lnTo>
                    <a:pt x="141" y="154"/>
                  </a:lnTo>
                  <a:cubicBezTo>
                    <a:pt x="141" y="201"/>
                    <a:pt x="106" y="218"/>
                    <a:pt x="83" y="218"/>
                  </a:cubicBezTo>
                  <a:cubicBezTo>
                    <a:pt x="59" y="218"/>
                    <a:pt x="38" y="201"/>
                    <a:pt x="38" y="176"/>
                  </a:cubicBezTo>
                  <a:cubicBezTo>
                    <a:pt x="38" y="148"/>
                    <a:pt x="59" y="107"/>
                    <a:pt x="141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7" name="Freeform 19">
              <a:extLst>
                <a:ext uri="{FF2B5EF4-FFF2-40B4-BE49-F238E27FC236}">
                  <a16:creationId xmlns:a16="http://schemas.microsoft.com/office/drawing/2014/main" id="{B71E8A15-868D-4158-B88A-E826948EADBB}"/>
                </a:ext>
              </a:extLst>
            </p:cNvPr>
            <p:cNvSpPr>
              <a:spLocks/>
            </p:cNvSpPr>
            <p:nvPr>
              <p:custDataLst>
                <p:tags r:id="rId381"/>
              </p:custDataLst>
            </p:nvPr>
          </p:nvSpPr>
          <p:spPr bwMode="auto">
            <a:xfrm>
              <a:off x="2851150" y="1270001"/>
              <a:ext cx="34925" cy="47625"/>
            </a:xfrm>
            <a:custGeom>
              <a:avLst/>
              <a:gdLst>
                <a:gd name="T0" fmla="*/ 69 w 168"/>
                <a:gd name="T1" fmla="*/ 55 h 221"/>
                <a:gd name="T2" fmla="*/ 69 w 168"/>
                <a:gd name="T3" fmla="*/ 0 h 221"/>
                <a:gd name="T4" fmla="*/ 0 w 168"/>
                <a:gd name="T5" fmla="*/ 6 h 221"/>
                <a:gd name="T6" fmla="*/ 0 w 168"/>
                <a:gd name="T7" fmla="*/ 21 h 221"/>
                <a:gd name="T8" fmla="*/ 39 w 168"/>
                <a:gd name="T9" fmla="*/ 49 h 221"/>
                <a:gd name="T10" fmla="*/ 39 w 168"/>
                <a:gd name="T11" fmla="*/ 183 h 221"/>
                <a:gd name="T12" fmla="*/ 0 w 168"/>
                <a:gd name="T13" fmla="*/ 205 h 221"/>
                <a:gd name="T14" fmla="*/ 0 w 168"/>
                <a:gd name="T15" fmla="*/ 221 h 221"/>
                <a:gd name="T16" fmla="*/ 57 w 168"/>
                <a:gd name="T17" fmla="*/ 219 h 221"/>
                <a:gd name="T18" fmla="*/ 120 w 168"/>
                <a:gd name="T19" fmla="*/ 221 h 221"/>
                <a:gd name="T20" fmla="*/ 120 w 168"/>
                <a:gd name="T21" fmla="*/ 205 h 221"/>
                <a:gd name="T22" fmla="*/ 110 w 168"/>
                <a:gd name="T23" fmla="*/ 205 h 221"/>
                <a:gd name="T24" fmla="*/ 72 w 168"/>
                <a:gd name="T25" fmla="*/ 182 h 221"/>
                <a:gd name="T26" fmla="*/ 72 w 168"/>
                <a:gd name="T27" fmla="*/ 105 h 221"/>
                <a:gd name="T28" fmla="*/ 131 w 168"/>
                <a:gd name="T29" fmla="*/ 11 h 221"/>
                <a:gd name="T30" fmla="*/ 136 w 168"/>
                <a:gd name="T31" fmla="*/ 12 h 221"/>
                <a:gd name="T32" fmla="*/ 125 w 168"/>
                <a:gd name="T33" fmla="*/ 31 h 221"/>
                <a:gd name="T34" fmla="*/ 146 w 168"/>
                <a:gd name="T35" fmla="*/ 53 h 221"/>
                <a:gd name="T36" fmla="*/ 168 w 168"/>
                <a:gd name="T37" fmla="*/ 31 h 221"/>
                <a:gd name="T38" fmla="*/ 131 w 168"/>
                <a:gd name="T39" fmla="*/ 0 h 221"/>
                <a:gd name="T40" fmla="*/ 69 w 168"/>
                <a:gd name="T41" fmla="*/ 5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221">
                  <a:moveTo>
                    <a:pt x="69" y="55"/>
                  </a:moveTo>
                  <a:lnTo>
                    <a:pt x="69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183"/>
                  </a:lnTo>
                  <a:cubicBezTo>
                    <a:pt x="39" y="205"/>
                    <a:pt x="33" y="205"/>
                    <a:pt x="0" y="205"/>
                  </a:cubicBezTo>
                  <a:lnTo>
                    <a:pt x="0" y="221"/>
                  </a:lnTo>
                  <a:cubicBezTo>
                    <a:pt x="19" y="220"/>
                    <a:pt x="43" y="219"/>
                    <a:pt x="57" y="219"/>
                  </a:cubicBezTo>
                  <a:cubicBezTo>
                    <a:pt x="77" y="219"/>
                    <a:pt x="100" y="219"/>
                    <a:pt x="120" y="221"/>
                  </a:cubicBezTo>
                  <a:lnTo>
                    <a:pt x="120" y="205"/>
                  </a:lnTo>
                  <a:lnTo>
                    <a:pt x="110" y="205"/>
                  </a:lnTo>
                  <a:cubicBezTo>
                    <a:pt x="73" y="205"/>
                    <a:pt x="72" y="200"/>
                    <a:pt x="72" y="182"/>
                  </a:cubicBezTo>
                  <a:lnTo>
                    <a:pt x="72" y="105"/>
                  </a:lnTo>
                  <a:cubicBezTo>
                    <a:pt x="72" y="56"/>
                    <a:pt x="93" y="11"/>
                    <a:pt x="131" y="11"/>
                  </a:cubicBezTo>
                  <a:cubicBezTo>
                    <a:pt x="134" y="11"/>
                    <a:pt x="135" y="11"/>
                    <a:pt x="136" y="12"/>
                  </a:cubicBezTo>
                  <a:cubicBezTo>
                    <a:pt x="135" y="12"/>
                    <a:pt x="125" y="18"/>
                    <a:pt x="125" y="31"/>
                  </a:cubicBezTo>
                  <a:cubicBezTo>
                    <a:pt x="125" y="45"/>
                    <a:pt x="135" y="53"/>
                    <a:pt x="146" y="53"/>
                  </a:cubicBezTo>
                  <a:cubicBezTo>
                    <a:pt x="155" y="53"/>
                    <a:pt x="168" y="47"/>
                    <a:pt x="168" y="31"/>
                  </a:cubicBezTo>
                  <a:cubicBezTo>
                    <a:pt x="168" y="15"/>
                    <a:pt x="152" y="0"/>
                    <a:pt x="131" y="0"/>
                  </a:cubicBezTo>
                  <a:cubicBezTo>
                    <a:pt x="94" y="0"/>
                    <a:pt x="76" y="34"/>
                    <a:pt x="69" y="5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8" name="Freeform 20">
              <a:extLst>
                <a:ext uri="{FF2B5EF4-FFF2-40B4-BE49-F238E27FC236}">
                  <a16:creationId xmlns:a16="http://schemas.microsoft.com/office/drawing/2014/main" id="{69328F0F-1654-45DD-906F-3303B110F9FB}"/>
                </a:ext>
              </a:extLst>
            </p:cNvPr>
            <p:cNvSpPr>
              <a:spLocks noEditPoints="1"/>
            </p:cNvSpPr>
            <p:nvPr>
              <p:custDataLst>
                <p:tags r:id="rId382"/>
              </p:custDataLst>
            </p:nvPr>
          </p:nvSpPr>
          <p:spPr bwMode="auto">
            <a:xfrm>
              <a:off x="2892425" y="1268413"/>
              <a:ext cx="46038" cy="73025"/>
            </a:xfrm>
            <a:custGeom>
              <a:avLst/>
              <a:gdLst>
                <a:gd name="T0" fmla="*/ 97 w 228"/>
                <a:gd name="T1" fmla="*/ 140 h 329"/>
                <a:gd name="T2" fmla="*/ 54 w 228"/>
                <a:gd name="T3" fmla="*/ 79 h 329"/>
                <a:gd name="T4" fmla="*/ 61 w 228"/>
                <a:gd name="T5" fmla="*/ 37 h 329"/>
                <a:gd name="T6" fmla="*/ 97 w 228"/>
                <a:gd name="T7" fmla="*/ 17 h 329"/>
                <a:gd name="T8" fmla="*/ 140 w 228"/>
                <a:gd name="T9" fmla="*/ 78 h 329"/>
                <a:gd name="T10" fmla="*/ 132 w 228"/>
                <a:gd name="T11" fmla="*/ 120 h 329"/>
                <a:gd name="T12" fmla="*/ 97 w 228"/>
                <a:gd name="T13" fmla="*/ 140 h 329"/>
                <a:gd name="T14" fmla="*/ 39 w 228"/>
                <a:gd name="T15" fmla="*/ 159 h 329"/>
                <a:gd name="T16" fmla="*/ 48 w 228"/>
                <a:gd name="T17" fmla="*/ 136 h 329"/>
                <a:gd name="T18" fmla="*/ 97 w 228"/>
                <a:gd name="T19" fmla="*/ 151 h 329"/>
                <a:gd name="T20" fmla="*/ 178 w 228"/>
                <a:gd name="T21" fmla="*/ 79 h 329"/>
                <a:gd name="T22" fmla="*/ 157 w 228"/>
                <a:gd name="T23" fmla="*/ 30 h 329"/>
                <a:gd name="T24" fmla="*/ 202 w 228"/>
                <a:gd name="T25" fmla="*/ 11 h 329"/>
                <a:gd name="T26" fmla="*/ 207 w 228"/>
                <a:gd name="T27" fmla="*/ 11 h 329"/>
                <a:gd name="T28" fmla="*/ 199 w 228"/>
                <a:gd name="T29" fmla="*/ 25 h 329"/>
                <a:gd name="T30" fmla="*/ 214 w 228"/>
                <a:gd name="T31" fmla="*/ 39 h 329"/>
                <a:gd name="T32" fmla="*/ 228 w 228"/>
                <a:gd name="T33" fmla="*/ 24 h 329"/>
                <a:gd name="T34" fmla="*/ 203 w 228"/>
                <a:gd name="T35" fmla="*/ 0 h 329"/>
                <a:gd name="T36" fmla="*/ 150 w 228"/>
                <a:gd name="T37" fmla="*/ 23 h 329"/>
                <a:gd name="T38" fmla="*/ 97 w 228"/>
                <a:gd name="T39" fmla="*/ 5 h 329"/>
                <a:gd name="T40" fmla="*/ 16 w 228"/>
                <a:gd name="T41" fmla="*/ 78 h 329"/>
                <a:gd name="T42" fmla="*/ 40 w 228"/>
                <a:gd name="T43" fmla="*/ 130 h 329"/>
                <a:gd name="T44" fmla="*/ 24 w 228"/>
                <a:gd name="T45" fmla="*/ 171 h 329"/>
                <a:gd name="T46" fmla="*/ 46 w 228"/>
                <a:gd name="T47" fmla="*/ 215 h 329"/>
                <a:gd name="T48" fmla="*/ 0 w 228"/>
                <a:gd name="T49" fmla="*/ 265 h 329"/>
                <a:gd name="T50" fmla="*/ 110 w 228"/>
                <a:gd name="T51" fmla="*/ 329 h 329"/>
                <a:gd name="T52" fmla="*/ 221 w 228"/>
                <a:gd name="T53" fmla="*/ 264 h 329"/>
                <a:gd name="T54" fmla="*/ 189 w 228"/>
                <a:gd name="T55" fmla="*/ 207 h 329"/>
                <a:gd name="T56" fmla="*/ 103 w 228"/>
                <a:gd name="T57" fmla="*/ 193 h 329"/>
                <a:gd name="T58" fmla="*/ 65 w 228"/>
                <a:gd name="T59" fmla="*/ 193 h 329"/>
                <a:gd name="T60" fmla="*/ 39 w 228"/>
                <a:gd name="T61" fmla="*/ 159 h 329"/>
                <a:gd name="T62" fmla="*/ 111 w 228"/>
                <a:gd name="T63" fmla="*/ 317 h 329"/>
                <a:gd name="T64" fmla="*/ 26 w 228"/>
                <a:gd name="T65" fmla="*/ 265 h 329"/>
                <a:gd name="T66" fmla="*/ 67 w 228"/>
                <a:gd name="T67" fmla="*/ 222 h 329"/>
                <a:gd name="T68" fmla="*/ 96 w 228"/>
                <a:gd name="T69" fmla="*/ 222 h 329"/>
                <a:gd name="T70" fmla="*/ 195 w 228"/>
                <a:gd name="T71" fmla="*/ 265 h 329"/>
                <a:gd name="T72" fmla="*/ 111 w 228"/>
                <a:gd name="T73" fmla="*/ 317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8" h="329">
                  <a:moveTo>
                    <a:pt x="97" y="140"/>
                  </a:moveTo>
                  <a:cubicBezTo>
                    <a:pt x="54" y="140"/>
                    <a:pt x="54" y="90"/>
                    <a:pt x="54" y="79"/>
                  </a:cubicBezTo>
                  <a:cubicBezTo>
                    <a:pt x="54" y="65"/>
                    <a:pt x="54" y="49"/>
                    <a:pt x="61" y="37"/>
                  </a:cubicBezTo>
                  <a:cubicBezTo>
                    <a:pt x="65" y="31"/>
                    <a:pt x="77" y="17"/>
                    <a:pt x="97" y="17"/>
                  </a:cubicBezTo>
                  <a:cubicBezTo>
                    <a:pt x="140" y="17"/>
                    <a:pt x="140" y="67"/>
                    <a:pt x="140" y="78"/>
                  </a:cubicBezTo>
                  <a:cubicBezTo>
                    <a:pt x="140" y="92"/>
                    <a:pt x="140" y="108"/>
                    <a:pt x="132" y="120"/>
                  </a:cubicBezTo>
                  <a:cubicBezTo>
                    <a:pt x="128" y="126"/>
                    <a:pt x="117" y="140"/>
                    <a:pt x="97" y="140"/>
                  </a:cubicBezTo>
                  <a:close/>
                  <a:moveTo>
                    <a:pt x="39" y="159"/>
                  </a:moveTo>
                  <a:cubicBezTo>
                    <a:pt x="39" y="157"/>
                    <a:pt x="39" y="146"/>
                    <a:pt x="48" y="136"/>
                  </a:cubicBezTo>
                  <a:cubicBezTo>
                    <a:pt x="67" y="150"/>
                    <a:pt x="87" y="151"/>
                    <a:pt x="97" y="151"/>
                  </a:cubicBezTo>
                  <a:cubicBezTo>
                    <a:pt x="143" y="151"/>
                    <a:pt x="178" y="117"/>
                    <a:pt x="178" y="79"/>
                  </a:cubicBezTo>
                  <a:cubicBezTo>
                    <a:pt x="178" y="60"/>
                    <a:pt x="170" y="42"/>
                    <a:pt x="157" y="30"/>
                  </a:cubicBezTo>
                  <a:cubicBezTo>
                    <a:pt x="175" y="13"/>
                    <a:pt x="193" y="11"/>
                    <a:pt x="202" y="11"/>
                  </a:cubicBezTo>
                  <a:cubicBezTo>
                    <a:pt x="203" y="11"/>
                    <a:pt x="206" y="11"/>
                    <a:pt x="207" y="11"/>
                  </a:cubicBezTo>
                  <a:cubicBezTo>
                    <a:pt x="202" y="13"/>
                    <a:pt x="199" y="19"/>
                    <a:pt x="199" y="25"/>
                  </a:cubicBezTo>
                  <a:cubicBezTo>
                    <a:pt x="199" y="33"/>
                    <a:pt x="206" y="39"/>
                    <a:pt x="214" y="39"/>
                  </a:cubicBezTo>
                  <a:cubicBezTo>
                    <a:pt x="219" y="39"/>
                    <a:pt x="228" y="36"/>
                    <a:pt x="228" y="24"/>
                  </a:cubicBezTo>
                  <a:cubicBezTo>
                    <a:pt x="228" y="16"/>
                    <a:pt x="222" y="0"/>
                    <a:pt x="203" y="0"/>
                  </a:cubicBezTo>
                  <a:cubicBezTo>
                    <a:pt x="193" y="0"/>
                    <a:pt x="171" y="3"/>
                    <a:pt x="150" y="23"/>
                  </a:cubicBezTo>
                  <a:cubicBezTo>
                    <a:pt x="129" y="7"/>
                    <a:pt x="108" y="5"/>
                    <a:pt x="97" y="5"/>
                  </a:cubicBezTo>
                  <a:cubicBezTo>
                    <a:pt x="51" y="5"/>
                    <a:pt x="16" y="40"/>
                    <a:pt x="16" y="78"/>
                  </a:cubicBezTo>
                  <a:cubicBezTo>
                    <a:pt x="16" y="100"/>
                    <a:pt x="27" y="119"/>
                    <a:pt x="40" y="130"/>
                  </a:cubicBezTo>
                  <a:cubicBezTo>
                    <a:pt x="33" y="137"/>
                    <a:pt x="24" y="153"/>
                    <a:pt x="24" y="171"/>
                  </a:cubicBezTo>
                  <a:cubicBezTo>
                    <a:pt x="24" y="186"/>
                    <a:pt x="31" y="205"/>
                    <a:pt x="46" y="215"/>
                  </a:cubicBezTo>
                  <a:cubicBezTo>
                    <a:pt x="16" y="224"/>
                    <a:pt x="0" y="245"/>
                    <a:pt x="0" y="265"/>
                  </a:cubicBezTo>
                  <a:cubicBezTo>
                    <a:pt x="0" y="301"/>
                    <a:pt x="50" y="329"/>
                    <a:pt x="110" y="329"/>
                  </a:cubicBezTo>
                  <a:cubicBezTo>
                    <a:pt x="169" y="329"/>
                    <a:pt x="221" y="303"/>
                    <a:pt x="221" y="264"/>
                  </a:cubicBezTo>
                  <a:cubicBezTo>
                    <a:pt x="221" y="247"/>
                    <a:pt x="214" y="221"/>
                    <a:pt x="189" y="207"/>
                  </a:cubicBezTo>
                  <a:cubicBezTo>
                    <a:pt x="162" y="193"/>
                    <a:pt x="133" y="193"/>
                    <a:pt x="103" y="193"/>
                  </a:cubicBezTo>
                  <a:cubicBezTo>
                    <a:pt x="90" y="193"/>
                    <a:pt x="69" y="193"/>
                    <a:pt x="65" y="193"/>
                  </a:cubicBezTo>
                  <a:cubicBezTo>
                    <a:pt x="50" y="191"/>
                    <a:pt x="39" y="175"/>
                    <a:pt x="39" y="159"/>
                  </a:cubicBezTo>
                  <a:close/>
                  <a:moveTo>
                    <a:pt x="111" y="317"/>
                  </a:moveTo>
                  <a:cubicBezTo>
                    <a:pt x="60" y="317"/>
                    <a:pt x="26" y="292"/>
                    <a:pt x="26" y="265"/>
                  </a:cubicBezTo>
                  <a:cubicBezTo>
                    <a:pt x="26" y="242"/>
                    <a:pt x="45" y="224"/>
                    <a:pt x="67" y="222"/>
                  </a:cubicBezTo>
                  <a:lnTo>
                    <a:pt x="96" y="222"/>
                  </a:lnTo>
                  <a:cubicBezTo>
                    <a:pt x="139" y="222"/>
                    <a:pt x="195" y="222"/>
                    <a:pt x="195" y="265"/>
                  </a:cubicBezTo>
                  <a:cubicBezTo>
                    <a:pt x="195" y="292"/>
                    <a:pt x="160" y="317"/>
                    <a:pt x="111" y="31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39" name="Freeform 21">
              <a:extLst>
                <a:ext uri="{FF2B5EF4-FFF2-40B4-BE49-F238E27FC236}">
                  <a16:creationId xmlns:a16="http://schemas.microsoft.com/office/drawing/2014/main" id="{7C448787-7938-4A43-82D8-B53DA6083024}"/>
                </a:ext>
              </a:extLst>
            </p:cNvPr>
            <p:cNvSpPr>
              <a:spLocks noEditPoints="1"/>
            </p:cNvSpPr>
            <p:nvPr>
              <p:custDataLst>
                <p:tags r:id="rId383"/>
              </p:custDataLst>
            </p:nvPr>
          </p:nvSpPr>
          <p:spPr bwMode="auto">
            <a:xfrm>
              <a:off x="2943225" y="1268413"/>
              <a:ext cx="39688" cy="50800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2 w 193"/>
                <a:gd name="T9" fmla="*/ 109 h 229"/>
                <a:gd name="T10" fmla="*/ 181 w 193"/>
                <a:gd name="T11" fmla="*/ 109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7 w 193"/>
                <a:gd name="T23" fmla="*/ 158 h 229"/>
                <a:gd name="T24" fmla="*/ 180 w 193"/>
                <a:gd name="T25" fmla="*/ 165 h 229"/>
                <a:gd name="T26" fmla="*/ 113 w 193"/>
                <a:gd name="T27" fmla="*/ 217 h 229"/>
                <a:gd name="T28" fmla="*/ 57 w 193"/>
                <a:gd name="T29" fmla="*/ 183 h 229"/>
                <a:gd name="T30" fmla="*/ 42 w 193"/>
                <a:gd name="T31" fmla="*/ 10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4"/>
                    <a:pt x="87" y="11"/>
                    <a:pt x="104" y="11"/>
                  </a:cubicBezTo>
                  <a:cubicBezTo>
                    <a:pt x="155" y="11"/>
                    <a:pt x="160" y="79"/>
                    <a:pt x="160" y="98"/>
                  </a:cubicBezTo>
                  <a:lnTo>
                    <a:pt x="42" y="98"/>
                  </a:lnTo>
                  <a:close/>
                  <a:moveTo>
                    <a:pt x="42" y="109"/>
                  </a:moveTo>
                  <a:lnTo>
                    <a:pt x="181" y="109"/>
                  </a:lnTo>
                  <a:cubicBezTo>
                    <a:pt x="192" y="109"/>
                    <a:pt x="193" y="109"/>
                    <a:pt x="193" y="98"/>
                  </a:cubicBezTo>
                  <a:cubicBezTo>
                    <a:pt x="193" y="49"/>
                    <a:pt x="166" y="0"/>
                    <a:pt x="104" y="0"/>
                  </a:cubicBezTo>
                  <a:cubicBezTo>
                    <a:pt x="46" y="0"/>
                    <a:pt x="0" y="52"/>
                    <a:pt x="0" y="114"/>
                  </a:cubicBezTo>
                  <a:cubicBezTo>
                    <a:pt x="0" y="181"/>
                    <a:pt x="53" y="229"/>
                    <a:pt x="110" y="229"/>
                  </a:cubicBezTo>
                  <a:cubicBezTo>
                    <a:pt x="171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7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7" y="183"/>
                  </a:cubicBezTo>
                  <a:cubicBezTo>
                    <a:pt x="42" y="159"/>
                    <a:pt x="42" y="127"/>
                    <a:pt x="42" y="10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0" name="Freeform 22">
              <a:extLst>
                <a:ext uri="{FF2B5EF4-FFF2-40B4-BE49-F238E27FC236}">
                  <a16:creationId xmlns:a16="http://schemas.microsoft.com/office/drawing/2014/main" id="{25BC3810-D912-450A-BD48-7F418E177AB2}"/>
                </a:ext>
              </a:extLst>
            </p:cNvPr>
            <p:cNvSpPr>
              <a:spLocks/>
            </p:cNvSpPr>
            <p:nvPr>
              <p:custDataLst>
                <p:tags r:id="rId384"/>
              </p:custDataLst>
            </p:nvPr>
          </p:nvSpPr>
          <p:spPr bwMode="auto">
            <a:xfrm>
              <a:off x="2987675" y="1250951"/>
              <a:ext cx="31750" cy="68263"/>
            </a:xfrm>
            <a:custGeom>
              <a:avLst/>
              <a:gdLst>
                <a:gd name="T0" fmla="*/ 77 w 156"/>
                <a:gd name="T1" fmla="*/ 107 h 312"/>
                <a:gd name="T2" fmla="*/ 148 w 156"/>
                <a:gd name="T3" fmla="*/ 107 h 312"/>
                <a:gd name="T4" fmla="*/ 148 w 156"/>
                <a:gd name="T5" fmla="*/ 92 h 312"/>
                <a:gd name="T6" fmla="*/ 77 w 156"/>
                <a:gd name="T7" fmla="*/ 92 h 312"/>
                <a:gd name="T8" fmla="*/ 77 w 156"/>
                <a:gd name="T9" fmla="*/ 0 h 312"/>
                <a:gd name="T10" fmla="*/ 65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3 w 156"/>
                <a:gd name="T17" fmla="*/ 107 h 312"/>
                <a:gd name="T18" fmla="*/ 43 w 156"/>
                <a:gd name="T19" fmla="*/ 245 h 312"/>
                <a:gd name="T20" fmla="*/ 107 w 156"/>
                <a:gd name="T21" fmla="*/ 312 h 312"/>
                <a:gd name="T22" fmla="*/ 156 w 156"/>
                <a:gd name="T23" fmla="*/ 245 h 312"/>
                <a:gd name="T24" fmla="*/ 156 w 156"/>
                <a:gd name="T25" fmla="*/ 217 h 312"/>
                <a:gd name="T26" fmla="*/ 144 w 156"/>
                <a:gd name="T27" fmla="*/ 217 h 312"/>
                <a:gd name="T28" fmla="*/ 144 w 156"/>
                <a:gd name="T29" fmla="*/ 244 h 312"/>
                <a:gd name="T30" fmla="*/ 110 w 156"/>
                <a:gd name="T31" fmla="*/ 300 h 312"/>
                <a:gd name="T32" fmla="*/ 77 w 156"/>
                <a:gd name="T33" fmla="*/ 246 h 312"/>
                <a:gd name="T34" fmla="*/ 77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7" y="107"/>
                  </a:moveTo>
                  <a:lnTo>
                    <a:pt x="148" y="107"/>
                  </a:lnTo>
                  <a:lnTo>
                    <a:pt x="148" y="92"/>
                  </a:lnTo>
                  <a:lnTo>
                    <a:pt x="77" y="92"/>
                  </a:lnTo>
                  <a:lnTo>
                    <a:pt x="77" y="0"/>
                  </a:lnTo>
                  <a:lnTo>
                    <a:pt x="65" y="0"/>
                  </a:lnTo>
                  <a:cubicBezTo>
                    <a:pt x="64" y="41"/>
                    <a:pt x="49" y="94"/>
                    <a:pt x="0" y="96"/>
                  </a:cubicBezTo>
                  <a:lnTo>
                    <a:pt x="0" y="107"/>
                  </a:lnTo>
                  <a:lnTo>
                    <a:pt x="43" y="107"/>
                  </a:lnTo>
                  <a:lnTo>
                    <a:pt x="43" y="245"/>
                  </a:lnTo>
                  <a:cubicBezTo>
                    <a:pt x="43" y="306"/>
                    <a:pt x="89" y="312"/>
                    <a:pt x="107" y="312"/>
                  </a:cubicBezTo>
                  <a:cubicBezTo>
                    <a:pt x="142" y="312"/>
                    <a:pt x="156" y="277"/>
                    <a:pt x="156" y="245"/>
                  </a:cubicBezTo>
                  <a:lnTo>
                    <a:pt x="156" y="217"/>
                  </a:lnTo>
                  <a:lnTo>
                    <a:pt x="144" y="217"/>
                  </a:lnTo>
                  <a:lnTo>
                    <a:pt x="144" y="244"/>
                  </a:lnTo>
                  <a:cubicBezTo>
                    <a:pt x="144" y="281"/>
                    <a:pt x="129" y="300"/>
                    <a:pt x="110" y="300"/>
                  </a:cubicBezTo>
                  <a:cubicBezTo>
                    <a:pt x="77" y="300"/>
                    <a:pt x="77" y="254"/>
                    <a:pt x="77" y="246"/>
                  </a:cubicBezTo>
                  <a:lnTo>
                    <a:pt x="77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1" name="Freeform 23">
              <a:extLst>
                <a:ext uri="{FF2B5EF4-FFF2-40B4-BE49-F238E27FC236}">
                  <a16:creationId xmlns:a16="http://schemas.microsoft.com/office/drawing/2014/main" id="{3EDEC083-6C46-4FEF-90D5-889B02FEA2E9}"/>
                </a:ext>
              </a:extLst>
            </p:cNvPr>
            <p:cNvSpPr>
              <a:spLocks/>
            </p:cNvSpPr>
            <p:nvPr>
              <p:custDataLst>
                <p:tags r:id="rId385"/>
              </p:custDataLst>
            </p:nvPr>
          </p:nvSpPr>
          <p:spPr bwMode="auto">
            <a:xfrm>
              <a:off x="3063875" y="1268413"/>
              <a:ext cx="33338" cy="50800"/>
            </a:xfrm>
            <a:custGeom>
              <a:avLst/>
              <a:gdLst>
                <a:gd name="T0" fmla="*/ 87 w 163"/>
                <a:gd name="T1" fmla="*/ 127 h 229"/>
                <a:gd name="T2" fmla="*/ 139 w 163"/>
                <a:gd name="T3" fmla="*/ 173 h 229"/>
                <a:gd name="T4" fmla="*/ 83 w 163"/>
                <a:gd name="T5" fmla="*/ 218 h 229"/>
                <a:gd name="T6" fmla="*/ 13 w 163"/>
                <a:gd name="T7" fmla="*/ 147 h 229"/>
                <a:gd name="T8" fmla="*/ 6 w 163"/>
                <a:gd name="T9" fmla="*/ 139 h 229"/>
                <a:gd name="T10" fmla="*/ 0 w 163"/>
                <a:gd name="T11" fmla="*/ 151 h 229"/>
                <a:gd name="T12" fmla="*/ 0 w 163"/>
                <a:gd name="T13" fmla="*/ 217 h 229"/>
                <a:gd name="T14" fmla="*/ 5 w 163"/>
                <a:gd name="T15" fmla="*/ 229 h 229"/>
                <a:gd name="T16" fmla="*/ 18 w 163"/>
                <a:gd name="T17" fmla="*/ 219 h 229"/>
                <a:gd name="T18" fmla="*/ 28 w 163"/>
                <a:gd name="T19" fmla="*/ 208 h 229"/>
                <a:gd name="T20" fmla="*/ 83 w 163"/>
                <a:gd name="T21" fmla="*/ 229 h 229"/>
                <a:gd name="T22" fmla="*/ 163 w 163"/>
                <a:gd name="T23" fmla="*/ 160 h 229"/>
                <a:gd name="T24" fmla="*/ 142 w 163"/>
                <a:gd name="T25" fmla="*/ 113 h 229"/>
                <a:gd name="T26" fmla="*/ 85 w 163"/>
                <a:gd name="T27" fmla="*/ 89 h 229"/>
                <a:gd name="T28" fmla="*/ 24 w 163"/>
                <a:gd name="T29" fmla="*/ 48 h 229"/>
                <a:gd name="T30" fmla="*/ 80 w 163"/>
                <a:gd name="T31" fmla="*/ 10 h 229"/>
                <a:gd name="T32" fmla="*/ 138 w 163"/>
                <a:gd name="T33" fmla="*/ 70 h 229"/>
                <a:gd name="T34" fmla="*/ 144 w 163"/>
                <a:gd name="T35" fmla="*/ 75 h 229"/>
                <a:gd name="T36" fmla="*/ 150 w 163"/>
                <a:gd name="T37" fmla="*/ 63 h 229"/>
                <a:gd name="T38" fmla="*/ 150 w 163"/>
                <a:gd name="T39" fmla="*/ 12 h 229"/>
                <a:gd name="T40" fmla="*/ 145 w 163"/>
                <a:gd name="T41" fmla="*/ 0 h 229"/>
                <a:gd name="T42" fmla="*/ 135 w 163"/>
                <a:gd name="T43" fmla="*/ 6 h 229"/>
                <a:gd name="T44" fmla="*/ 126 w 163"/>
                <a:gd name="T45" fmla="*/ 14 h 229"/>
                <a:gd name="T46" fmla="*/ 80 w 163"/>
                <a:gd name="T47" fmla="*/ 0 h 229"/>
                <a:gd name="T48" fmla="*/ 0 w 163"/>
                <a:gd name="T49" fmla="*/ 62 h 229"/>
                <a:gd name="T50" fmla="*/ 21 w 163"/>
                <a:gd name="T51" fmla="*/ 104 h 229"/>
                <a:gd name="T52" fmla="*/ 87 w 163"/>
                <a:gd name="T53" fmla="*/ 12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3" h="229">
                  <a:moveTo>
                    <a:pt x="87" y="127"/>
                  </a:moveTo>
                  <a:cubicBezTo>
                    <a:pt x="98" y="129"/>
                    <a:pt x="139" y="137"/>
                    <a:pt x="139" y="173"/>
                  </a:cubicBezTo>
                  <a:cubicBezTo>
                    <a:pt x="139" y="198"/>
                    <a:pt x="121" y="218"/>
                    <a:pt x="83" y="218"/>
                  </a:cubicBezTo>
                  <a:cubicBezTo>
                    <a:pt x="41" y="218"/>
                    <a:pt x="23" y="190"/>
                    <a:pt x="13" y="147"/>
                  </a:cubicBezTo>
                  <a:cubicBezTo>
                    <a:pt x="12" y="141"/>
                    <a:pt x="11" y="139"/>
                    <a:pt x="6" y="139"/>
                  </a:cubicBezTo>
                  <a:cubicBezTo>
                    <a:pt x="0" y="139"/>
                    <a:pt x="0" y="142"/>
                    <a:pt x="0" y="151"/>
                  </a:cubicBezTo>
                  <a:lnTo>
                    <a:pt x="0" y="217"/>
                  </a:lnTo>
                  <a:cubicBezTo>
                    <a:pt x="0" y="226"/>
                    <a:pt x="0" y="229"/>
                    <a:pt x="5" y="229"/>
                  </a:cubicBezTo>
                  <a:cubicBezTo>
                    <a:pt x="8" y="229"/>
                    <a:pt x="8" y="229"/>
                    <a:pt x="18" y="219"/>
                  </a:cubicBezTo>
                  <a:cubicBezTo>
                    <a:pt x="19" y="218"/>
                    <a:pt x="19" y="217"/>
                    <a:pt x="28" y="208"/>
                  </a:cubicBezTo>
                  <a:cubicBezTo>
                    <a:pt x="50" y="229"/>
                    <a:pt x="72" y="229"/>
                    <a:pt x="83" y="229"/>
                  </a:cubicBezTo>
                  <a:cubicBezTo>
                    <a:pt x="140" y="229"/>
                    <a:pt x="163" y="196"/>
                    <a:pt x="163" y="160"/>
                  </a:cubicBezTo>
                  <a:cubicBezTo>
                    <a:pt x="163" y="134"/>
                    <a:pt x="148" y="119"/>
                    <a:pt x="142" y="113"/>
                  </a:cubicBezTo>
                  <a:cubicBezTo>
                    <a:pt x="125" y="97"/>
                    <a:pt x="106" y="93"/>
                    <a:pt x="85" y="89"/>
                  </a:cubicBezTo>
                  <a:cubicBezTo>
                    <a:pt x="57" y="83"/>
                    <a:pt x="24" y="77"/>
                    <a:pt x="24" y="48"/>
                  </a:cubicBezTo>
                  <a:cubicBezTo>
                    <a:pt x="24" y="30"/>
                    <a:pt x="37" y="10"/>
                    <a:pt x="80" y="10"/>
                  </a:cubicBezTo>
                  <a:cubicBezTo>
                    <a:pt x="134" y="10"/>
                    <a:pt x="137" y="55"/>
                    <a:pt x="138" y="70"/>
                  </a:cubicBezTo>
                  <a:cubicBezTo>
                    <a:pt x="138" y="75"/>
                    <a:pt x="143" y="75"/>
                    <a:pt x="144" y="75"/>
                  </a:cubicBezTo>
                  <a:cubicBezTo>
                    <a:pt x="150" y="75"/>
                    <a:pt x="150" y="72"/>
                    <a:pt x="150" y="63"/>
                  </a:cubicBezTo>
                  <a:lnTo>
                    <a:pt x="150" y="12"/>
                  </a:lnTo>
                  <a:cubicBezTo>
                    <a:pt x="150" y="4"/>
                    <a:pt x="150" y="0"/>
                    <a:pt x="145" y="0"/>
                  </a:cubicBezTo>
                  <a:cubicBezTo>
                    <a:pt x="142" y="0"/>
                    <a:pt x="141" y="0"/>
                    <a:pt x="135" y="6"/>
                  </a:cubicBezTo>
                  <a:cubicBezTo>
                    <a:pt x="133" y="8"/>
                    <a:pt x="128" y="13"/>
                    <a:pt x="126" y="14"/>
                  </a:cubicBezTo>
                  <a:cubicBezTo>
                    <a:pt x="107" y="0"/>
                    <a:pt x="87" y="0"/>
                    <a:pt x="80" y="0"/>
                  </a:cubicBezTo>
                  <a:cubicBezTo>
                    <a:pt x="19" y="0"/>
                    <a:pt x="0" y="34"/>
                    <a:pt x="0" y="62"/>
                  </a:cubicBezTo>
                  <a:cubicBezTo>
                    <a:pt x="0" y="79"/>
                    <a:pt x="8" y="93"/>
                    <a:pt x="21" y="104"/>
                  </a:cubicBezTo>
                  <a:cubicBezTo>
                    <a:pt x="37" y="117"/>
                    <a:pt x="51" y="120"/>
                    <a:pt x="87" y="1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2" name="Freeform 24">
              <a:extLst>
                <a:ext uri="{FF2B5EF4-FFF2-40B4-BE49-F238E27FC236}">
                  <a16:creationId xmlns:a16="http://schemas.microsoft.com/office/drawing/2014/main" id="{6770C92A-6998-408A-8FB9-F098D6FB8DD2}"/>
                </a:ext>
              </a:extLst>
            </p:cNvPr>
            <p:cNvSpPr>
              <a:spLocks/>
            </p:cNvSpPr>
            <p:nvPr>
              <p:custDataLst>
                <p:tags r:id="rId386"/>
              </p:custDataLst>
            </p:nvPr>
          </p:nvSpPr>
          <p:spPr bwMode="auto">
            <a:xfrm>
              <a:off x="3101975" y="1250951"/>
              <a:ext cx="31750" cy="68263"/>
            </a:xfrm>
            <a:custGeom>
              <a:avLst/>
              <a:gdLst>
                <a:gd name="T0" fmla="*/ 77 w 156"/>
                <a:gd name="T1" fmla="*/ 107 h 312"/>
                <a:gd name="T2" fmla="*/ 148 w 156"/>
                <a:gd name="T3" fmla="*/ 107 h 312"/>
                <a:gd name="T4" fmla="*/ 148 w 156"/>
                <a:gd name="T5" fmla="*/ 92 h 312"/>
                <a:gd name="T6" fmla="*/ 77 w 156"/>
                <a:gd name="T7" fmla="*/ 92 h 312"/>
                <a:gd name="T8" fmla="*/ 77 w 156"/>
                <a:gd name="T9" fmla="*/ 0 h 312"/>
                <a:gd name="T10" fmla="*/ 65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3 w 156"/>
                <a:gd name="T17" fmla="*/ 107 h 312"/>
                <a:gd name="T18" fmla="*/ 43 w 156"/>
                <a:gd name="T19" fmla="*/ 245 h 312"/>
                <a:gd name="T20" fmla="*/ 107 w 156"/>
                <a:gd name="T21" fmla="*/ 312 h 312"/>
                <a:gd name="T22" fmla="*/ 156 w 156"/>
                <a:gd name="T23" fmla="*/ 245 h 312"/>
                <a:gd name="T24" fmla="*/ 156 w 156"/>
                <a:gd name="T25" fmla="*/ 217 h 312"/>
                <a:gd name="T26" fmla="*/ 144 w 156"/>
                <a:gd name="T27" fmla="*/ 217 h 312"/>
                <a:gd name="T28" fmla="*/ 144 w 156"/>
                <a:gd name="T29" fmla="*/ 244 h 312"/>
                <a:gd name="T30" fmla="*/ 110 w 156"/>
                <a:gd name="T31" fmla="*/ 300 h 312"/>
                <a:gd name="T32" fmla="*/ 77 w 156"/>
                <a:gd name="T33" fmla="*/ 246 h 312"/>
                <a:gd name="T34" fmla="*/ 77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7" y="107"/>
                  </a:moveTo>
                  <a:lnTo>
                    <a:pt x="148" y="107"/>
                  </a:lnTo>
                  <a:lnTo>
                    <a:pt x="148" y="92"/>
                  </a:lnTo>
                  <a:lnTo>
                    <a:pt x="77" y="92"/>
                  </a:lnTo>
                  <a:lnTo>
                    <a:pt x="77" y="0"/>
                  </a:lnTo>
                  <a:lnTo>
                    <a:pt x="65" y="0"/>
                  </a:lnTo>
                  <a:cubicBezTo>
                    <a:pt x="64" y="41"/>
                    <a:pt x="49" y="94"/>
                    <a:pt x="0" y="96"/>
                  </a:cubicBezTo>
                  <a:lnTo>
                    <a:pt x="0" y="107"/>
                  </a:lnTo>
                  <a:lnTo>
                    <a:pt x="43" y="107"/>
                  </a:lnTo>
                  <a:lnTo>
                    <a:pt x="43" y="245"/>
                  </a:lnTo>
                  <a:cubicBezTo>
                    <a:pt x="43" y="306"/>
                    <a:pt x="89" y="312"/>
                    <a:pt x="107" y="312"/>
                  </a:cubicBezTo>
                  <a:cubicBezTo>
                    <a:pt x="142" y="312"/>
                    <a:pt x="156" y="277"/>
                    <a:pt x="156" y="245"/>
                  </a:cubicBezTo>
                  <a:lnTo>
                    <a:pt x="156" y="217"/>
                  </a:lnTo>
                  <a:lnTo>
                    <a:pt x="144" y="217"/>
                  </a:lnTo>
                  <a:lnTo>
                    <a:pt x="144" y="244"/>
                  </a:lnTo>
                  <a:cubicBezTo>
                    <a:pt x="144" y="281"/>
                    <a:pt x="129" y="300"/>
                    <a:pt x="110" y="300"/>
                  </a:cubicBezTo>
                  <a:cubicBezTo>
                    <a:pt x="77" y="300"/>
                    <a:pt x="77" y="254"/>
                    <a:pt x="77" y="246"/>
                  </a:cubicBezTo>
                  <a:lnTo>
                    <a:pt x="77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3" name="Freeform 25">
              <a:extLst>
                <a:ext uri="{FF2B5EF4-FFF2-40B4-BE49-F238E27FC236}">
                  <a16:creationId xmlns:a16="http://schemas.microsoft.com/office/drawing/2014/main" id="{E4183212-C16C-415F-BC1F-D2FEDDB00405}"/>
                </a:ext>
              </a:extLst>
            </p:cNvPr>
            <p:cNvSpPr>
              <a:spLocks/>
            </p:cNvSpPr>
            <p:nvPr>
              <p:custDataLst>
                <p:tags r:id="rId387"/>
              </p:custDataLst>
            </p:nvPr>
          </p:nvSpPr>
          <p:spPr bwMode="auto">
            <a:xfrm>
              <a:off x="3143250" y="1270001"/>
              <a:ext cx="34925" cy="47625"/>
            </a:xfrm>
            <a:custGeom>
              <a:avLst/>
              <a:gdLst>
                <a:gd name="T0" fmla="*/ 70 w 168"/>
                <a:gd name="T1" fmla="*/ 55 h 221"/>
                <a:gd name="T2" fmla="*/ 70 w 168"/>
                <a:gd name="T3" fmla="*/ 0 h 221"/>
                <a:gd name="T4" fmla="*/ 0 w 168"/>
                <a:gd name="T5" fmla="*/ 6 h 221"/>
                <a:gd name="T6" fmla="*/ 0 w 168"/>
                <a:gd name="T7" fmla="*/ 21 h 221"/>
                <a:gd name="T8" fmla="*/ 39 w 168"/>
                <a:gd name="T9" fmla="*/ 49 h 221"/>
                <a:gd name="T10" fmla="*/ 39 w 168"/>
                <a:gd name="T11" fmla="*/ 183 h 221"/>
                <a:gd name="T12" fmla="*/ 0 w 168"/>
                <a:gd name="T13" fmla="*/ 205 h 221"/>
                <a:gd name="T14" fmla="*/ 0 w 168"/>
                <a:gd name="T15" fmla="*/ 221 h 221"/>
                <a:gd name="T16" fmla="*/ 57 w 168"/>
                <a:gd name="T17" fmla="*/ 219 h 221"/>
                <a:gd name="T18" fmla="*/ 121 w 168"/>
                <a:gd name="T19" fmla="*/ 221 h 221"/>
                <a:gd name="T20" fmla="*/ 121 w 168"/>
                <a:gd name="T21" fmla="*/ 205 h 221"/>
                <a:gd name="T22" fmla="*/ 110 w 168"/>
                <a:gd name="T23" fmla="*/ 205 h 221"/>
                <a:gd name="T24" fmla="*/ 72 w 168"/>
                <a:gd name="T25" fmla="*/ 182 h 221"/>
                <a:gd name="T26" fmla="*/ 72 w 168"/>
                <a:gd name="T27" fmla="*/ 105 h 221"/>
                <a:gd name="T28" fmla="*/ 131 w 168"/>
                <a:gd name="T29" fmla="*/ 11 h 221"/>
                <a:gd name="T30" fmla="*/ 137 w 168"/>
                <a:gd name="T31" fmla="*/ 12 h 221"/>
                <a:gd name="T32" fmla="*/ 125 w 168"/>
                <a:gd name="T33" fmla="*/ 31 h 221"/>
                <a:gd name="T34" fmla="*/ 147 w 168"/>
                <a:gd name="T35" fmla="*/ 53 h 221"/>
                <a:gd name="T36" fmla="*/ 168 w 168"/>
                <a:gd name="T37" fmla="*/ 31 h 221"/>
                <a:gd name="T38" fmla="*/ 131 w 168"/>
                <a:gd name="T39" fmla="*/ 0 h 221"/>
                <a:gd name="T40" fmla="*/ 70 w 168"/>
                <a:gd name="T41" fmla="*/ 5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221">
                  <a:moveTo>
                    <a:pt x="70" y="55"/>
                  </a:move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183"/>
                  </a:lnTo>
                  <a:cubicBezTo>
                    <a:pt x="39" y="205"/>
                    <a:pt x="34" y="205"/>
                    <a:pt x="0" y="205"/>
                  </a:cubicBezTo>
                  <a:lnTo>
                    <a:pt x="0" y="221"/>
                  </a:lnTo>
                  <a:cubicBezTo>
                    <a:pt x="20" y="220"/>
                    <a:pt x="43" y="219"/>
                    <a:pt x="57" y="219"/>
                  </a:cubicBezTo>
                  <a:cubicBezTo>
                    <a:pt x="77" y="219"/>
                    <a:pt x="101" y="219"/>
                    <a:pt x="121" y="221"/>
                  </a:cubicBezTo>
                  <a:lnTo>
                    <a:pt x="121" y="205"/>
                  </a:lnTo>
                  <a:lnTo>
                    <a:pt x="110" y="205"/>
                  </a:lnTo>
                  <a:cubicBezTo>
                    <a:pt x="73" y="205"/>
                    <a:pt x="72" y="200"/>
                    <a:pt x="72" y="182"/>
                  </a:cubicBezTo>
                  <a:lnTo>
                    <a:pt x="72" y="105"/>
                  </a:lnTo>
                  <a:cubicBezTo>
                    <a:pt x="72" y="56"/>
                    <a:pt x="93" y="11"/>
                    <a:pt x="131" y="11"/>
                  </a:cubicBezTo>
                  <a:cubicBezTo>
                    <a:pt x="135" y="11"/>
                    <a:pt x="136" y="11"/>
                    <a:pt x="137" y="12"/>
                  </a:cubicBezTo>
                  <a:cubicBezTo>
                    <a:pt x="135" y="12"/>
                    <a:pt x="125" y="18"/>
                    <a:pt x="125" y="31"/>
                  </a:cubicBezTo>
                  <a:cubicBezTo>
                    <a:pt x="125" y="45"/>
                    <a:pt x="136" y="53"/>
                    <a:pt x="147" y="53"/>
                  </a:cubicBezTo>
                  <a:cubicBezTo>
                    <a:pt x="156" y="53"/>
                    <a:pt x="168" y="47"/>
                    <a:pt x="168" y="31"/>
                  </a:cubicBezTo>
                  <a:cubicBezTo>
                    <a:pt x="168" y="15"/>
                    <a:pt x="153" y="0"/>
                    <a:pt x="131" y="0"/>
                  </a:cubicBezTo>
                  <a:cubicBezTo>
                    <a:pt x="95" y="0"/>
                    <a:pt x="77" y="34"/>
                    <a:pt x="70" y="5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4" name="Freeform 26">
              <a:extLst>
                <a:ext uri="{FF2B5EF4-FFF2-40B4-BE49-F238E27FC236}">
                  <a16:creationId xmlns:a16="http://schemas.microsoft.com/office/drawing/2014/main" id="{AFA51BE4-C9BE-478A-9728-FFFCC3B6BFEE}"/>
                </a:ext>
              </a:extLst>
            </p:cNvPr>
            <p:cNvSpPr>
              <a:spLocks/>
            </p:cNvSpPr>
            <p:nvPr>
              <p:custDataLst>
                <p:tags r:id="rId388"/>
              </p:custDataLst>
            </p:nvPr>
          </p:nvSpPr>
          <p:spPr bwMode="auto">
            <a:xfrm>
              <a:off x="3184525" y="1270001"/>
              <a:ext cx="50800" cy="49213"/>
            </a:xfrm>
            <a:custGeom>
              <a:avLst/>
              <a:gdLst>
                <a:gd name="T0" fmla="*/ 179 w 250"/>
                <a:gd name="T1" fmla="*/ 181 h 226"/>
                <a:gd name="T2" fmla="*/ 179 w 250"/>
                <a:gd name="T3" fmla="*/ 226 h 226"/>
                <a:gd name="T4" fmla="*/ 250 w 250"/>
                <a:gd name="T5" fmla="*/ 221 h 226"/>
                <a:gd name="T6" fmla="*/ 250 w 250"/>
                <a:gd name="T7" fmla="*/ 205 h 226"/>
                <a:gd name="T8" fmla="*/ 212 w 250"/>
                <a:gd name="T9" fmla="*/ 177 h 226"/>
                <a:gd name="T10" fmla="*/ 212 w 250"/>
                <a:gd name="T11" fmla="*/ 0 h 226"/>
                <a:gd name="T12" fmla="*/ 138 w 250"/>
                <a:gd name="T13" fmla="*/ 6 h 226"/>
                <a:gd name="T14" fmla="*/ 138 w 250"/>
                <a:gd name="T15" fmla="*/ 21 h 226"/>
                <a:gd name="T16" fmla="*/ 177 w 250"/>
                <a:gd name="T17" fmla="*/ 49 h 226"/>
                <a:gd name="T18" fmla="*/ 177 w 250"/>
                <a:gd name="T19" fmla="*/ 138 h 226"/>
                <a:gd name="T20" fmla="*/ 117 w 250"/>
                <a:gd name="T21" fmla="*/ 215 h 226"/>
                <a:gd name="T22" fmla="*/ 73 w 250"/>
                <a:gd name="T23" fmla="*/ 166 h 226"/>
                <a:gd name="T24" fmla="*/ 73 w 250"/>
                <a:gd name="T25" fmla="*/ 0 h 226"/>
                <a:gd name="T26" fmla="*/ 0 w 250"/>
                <a:gd name="T27" fmla="*/ 6 h 226"/>
                <a:gd name="T28" fmla="*/ 0 w 250"/>
                <a:gd name="T29" fmla="*/ 21 h 226"/>
                <a:gd name="T30" fmla="*/ 38 w 250"/>
                <a:gd name="T31" fmla="*/ 67 h 226"/>
                <a:gd name="T32" fmla="*/ 38 w 250"/>
                <a:gd name="T33" fmla="*/ 142 h 226"/>
                <a:gd name="T34" fmla="*/ 114 w 250"/>
                <a:gd name="T35" fmla="*/ 226 h 226"/>
                <a:gd name="T36" fmla="*/ 179 w 250"/>
                <a:gd name="T37" fmla="*/ 18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0" h="226">
                  <a:moveTo>
                    <a:pt x="179" y="181"/>
                  </a:moveTo>
                  <a:lnTo>
                    <a:pt x="179" y="226"/>
                  </a:lnTo>
                  <a:lnTo>
                    <a:pt x="250" y="221"/>
                  </a:lnTo>
                  <a:lnTo>
                    <a:pt x="250" y="205"/>
                  </a:lnTo>
                  <a:cubicBezTo>
                    <a:pt x="216" y="205"/>
                    <a:pt x="212" y="202"/>
                    <a:pt x="212" y="177"/>
                  </a:cubicBezTo>
                  <a:lnTo>
                    <a:pt x="212" y="0"/>
                  </a:lnTo>
                  <a:lnTo>
                    <a:pt x="138" y="6"/>
                  </a:lnTo>
                  <a:lnTo>
                    <a:pt x="138" y="21"/>
                  </a:lnTo>
                  <a:cubicBezTo>
                    <a:pt x="173" y="21"/>
                    <a:pt x="177" y="25"/>
                    <a:pt x="177" y="49"/>
                  </a:cubicBezTo>
                  <a:lnTo>
                    <a:pt x="177" y="138"/>
                  </a:lnTo>
                  <a:cubicBezTo>
                    <a:pt x="177" y="181"/>
                    <a:pt x="153" y="215"/>
                    <a:pt x="117" y="215"/>
                  </a:cubicBezTo>
                  <a:cubicBezTo>
                    <a:pt x="75" y="215"/>
                    <a:pt x="73" y="192"/>
                    <a:pt x="73" y="166"/>
                  </a:cubicBezTo>
                  <a:lnTo>
                    <a:pt x="73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8" y="21"/>
                    <a:pt x="38" y="23"/>
                    <a:pt x="38" y="67"/>
                  </a:cubicBezTo>
                  <a:lnTo>
                    <a:pt x="38" y="142"/>
                  </a:lnTo>
                  <a:cubicBezTo>
                    <a:pt x="38" y="181"/>
                    <a:pt x="38" y="226"/>
                    <a:pt x="114" y="226"/>
                  </a:cubicBezTo>
                  <a:cubicBezTo>
                    <a:pt x="142" y="226"/>
                    <a:pt x="164" y="212"/>
                    <a:pt x="179" y="181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5" name="Freeform 27">
              <a:extLst>
                <a:ext uri="{FF2B5EF4-FFF2-40B4-BE49-F238E27FC236}">
                  <a16:creationId xmlns:a16="http://schemas.microsoft.com/office/drawing/2014/main" id="{D1B016C3-EE46-4ECF-B769-75412EF7E57A}"/>
                </a:ext>
              </a:extLst>
            </p:cNvPr>
            <p:cNvSpPr>
              <a:spLocks/>
            </p:cNvSpPr>
            <p:nvPr>
              <p:custDataLst>
                <p:tags r:id="rId389"/>
              </p:custDataLst>
            </p:nvPr>
          </p:nvSpPr>
          <p:spPr bwMode="auto">
            <a:xfrm>
              <a:off x="3240088" y="1268413"/>
              <a:ext cx="39688" cy="50800"/>
            </a:xfrm>
            <a:custGeom>
              <a:avLst/>
              <a:gdLst>
                <a:gd name="T0" fmla="*/ 42 w 190"/>
                <a:gd name="T1" fmla="*/ 115 h 229"/>
                <a:gd name="T2" fmla="*/ 109 w 190"/>
                <a:gd name="T3" fmla="*/ 13 h 229"/>
                <a:gd name="T4" fmla="*/ 163 w 190"/>
                <a:gd name="T5" fmla="*/ 31 h 229"/>
                <a:gd name="T6" fmla="*/ 139 w 190"/>
                <a:gd name="T7" fmla="*/ 54 h 229"/>
                <a:gd name="T8" fmla="*/ 162 w 190"/>
                <a:gd name="T9" fmla="*/ 77 h 229"/>
                <a:gd name="T10" fmla="*/ 185 w 190"/>
                <a:gd name="T11" fmla="*/ 54 h 229"/>
                <a:gd name="T12" fmla="*/ 109 w 190"/>
                <a:gd name="T13" fmla="*/ 0 h 229"/>
                <a:gd name="T14" fmla="*/ 0 w 190"/>
                <a:gd name="T15" fmla="*/ 116 h 229"/>
                <a:gd name="T16" fmla="*/ 108 w 190"/>
                <a:gd name="T17" fmla="*/ 229 h 229"/>
                <a:gd name="T18" fmla="*/ 190 w 190"/>
                <a:gd name="T19" fmla="*/ 164 h 229"/>
                <a:gd name="T20" fmla="*/ 184 w 190"/>
                <a:gd name="T21" fmla="*/ 159 h 229"/>
                <a:gd name="T22" fmla="*/ 177 w 190"/>
                <a:gd name="T23" fmla="*/ 164 h 229"/>
                <a:gd name="T24" fmla="*/ 112 w 190"/>
                <a:gd name="T25" fmla="*/ 217 h 229"/>
                <a:gd name="T26" fmla="*/ 42 w 190"/>
                <a:gd name="T27" fmla="*/ 11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229">
                  <a:moveTo>
                    <a:pt x="42" y="115"/>
                  </a:moveTo>
                  <a:cubicBezTo>
                    <a:pt x="42" y="34"/>
                    <a:pt x="83" y="13"/>
                    <a:pt x="109" y="13"/>
                  </a:cubicBezTo>
                  <a:cubicBezTo>
                    <a:pt x="114" y="13"/>
                    <a:pt x="145" y="13"/>
                    <a:pt x="163" y="31"/>
                  </a:cubicBezTo>
                  <a:cubicBezTo>
                    <a:pt x="142" y="33"/>
                    <a:pt x="139" y="48"/>
                    <a:pt x="139" y="54"/>
                  </a:cubicBezTo>
                  <a:cubicBezTo>
                    <a:pt x="139" y="67"/>
                    <a:pt x="148" y="77"/>
                    <a:pt x="162" y="77"/>
                  </a:cubicBezTo>
                  <a:cubicBezTo>
                    <a:pt x="175" y="77"/>
                    <a:pt x="185" y="69"/>
                    <a:pt x="185" y="54"/>
                  </a:cubicBezTo>
                  <a:cubicBezTo>
                    <a:pt x="185" y="20"/>
                    <a:pt x="147" y="0"/>
                    <a:pt x="109" y="0"/>
                  </a:cubicBezTo>
                  <a:cubicBezTo>
                    <a:pt x="46" y="0"/>
                    <a:pt x="0" y="54"/>
                    <a:pt x="0" y="116"/>
                  </a:cubicBezTo>
                  <a:cubicBezTo>
                    <a:pt x="0" y="180"/>
                    <a:pt x="50" y="229"/>
                    <a:pt x="108" y="229"/>
                  </a:cubicBezTo>
                  <a:cubicBezTo>
                    <a:pt x="174" y="229"/>
                    <a:pt x="190" y="169"/>
                    <a:pt x="190" y="164"/>
                  </a:cubicBezTo>
                  <a:cubicBezTo>
                    <a:pt x="190" y="159"/>
                    <a:pt x="185" y="159"/>
                    <a:pt x="184" y="159"/>
                  </a:cubicBezTo>
                  <a:cubicBezTo>
                    <a:pt x="179" y="159"/>
                    <a:pt x="178" y="161"/>
                    <a:pt x="177" y="164"/>
                  </a:cubicBezTo>
                  <a:cubicBezTo>
                    <a:pt x="163" y="211"/>
                    <a:pt x="131" y="217"/>
                    <a:pt x="112" y="217"/>
                  </a:cubicBezTo>
                  <a:cubicBezTo>
                    <a:pt x="86" y="217"/>
                    <a:pt x="42" y="195"/>
                    <a:pt x="42" y="1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6" name="Freeform 28">
              <a:extLst>
                <a:ext uri="{FF2B5EF4-FFF2-40B4-BE49-F238E27FC236}">
                  <a16:creationId xmlns:a16="http://schemas.microsoft.com/office/drawing/2014/main" id="{6A21C038-9845-475D-BABE-6ED514093F93}"/>
                </a:ext>
              </a:extLst>
            </p:cNvPr>
            <p:cNvSpPr>
              <a:spLocks/>
            </p:cNvSpPr>
            <p:nvPr>
              <p:custDataLst>
                <p:tags r:id="rId390"/>
              </p:custDataLst>
            </p:nvPr>
          </p:nvSpPr>
          <p:spPr bwMode="auto">
            <a:xfrm>
              <a:off x="3284538" y="1250951"/>
              <a:ext cx="31750" cy="68263"/>
            </a:xfrm>
            <a:custGeom>
              <a:avLst/>
              <a:gdLst>
                <a:gd name="T0" fmla="*/ 77 w 156"/>
                <a:gd name="T1" fmla="*/ 107 h 312"/>
                <a:gd name="T2" fmla="*/ 148 w 156"/>
                <a:gd name="T3" fmla="*/ 107 h 312"/>
                <a:gd name="T4" fmla="*/ 148 w 156"/>
                <a:gd name="T5" fmla="*/ 92 h 312"/>
                <a:gd name="T6" fmla="*/ 77 w 156"/>
                <a:gd name="T7" fmla="*/ 92 h 312"/>
                <a:gd name="T8" fmla="*/ 77 w 156"/>
                <a:gd name="T9" fmla="*/ 0 h 312"/>
                <a:gd name="T10" fmla="*/ 65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3 w 156"/>
                <a:gd name="T17" fmla="*/ 107 h 312"/>
                <a:gd name="T18" fmla="*/ 43 w 156"/>
                <a:gd name="T19" fmla="*/ 245 h 312"/>
                <a:gd name="T20" fmla="*/ 107 w 156"/>
                <a:gd name="T21" fmla="*/ 312 h 312"/>
                <a:gd name="T22" fmla="*/ 156 w 156"/>
                <a:gd name="T23" fmla="*/ 245 h 312"/>
                <a:gd name="T24" fmla="*/ 156 w 156"/>
                <a:gd name="T25" fmla="*/ 217 h 312"/>
                <a:gd name="T26" fmla="*/ 144 w 156"/>
                <a:gd name="T27" fmla="*/ 217 h 312"/>
                <a:gd name="T28" fmla="*/ 144 w 156"/>
                <a:gd name="T29" fmla="*/ 244 h 312"/>
                <a:gd name="T30" fmla="*/ 111 w 156"/>
                <a:gd name="T31" fmla="*/ 300 h 312"/>
                <a:gd name="T32" fmla="*/ 77 w 156"/>
                <a:gd name="T33" fmla="*/ 246 h 312"/>
                <a:gd name="T34" fmla="*/ 77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7" y="107"/>
                  </a:moveTo>
                  <a:lnTo>
                    <a:pt x="148" y="107"/>
                  </a:lnTo>
                  <a:lnTo>
                    <a:pt x="148" y="92"/>
                  </a:lnTo>
                  <a:lnTo>
                    <a:pt x="77" y="92"/>
                  </a:lnTo>
                  <a:lnTo>
                    <a:pt x="77" y="0"/>
                  </a:lnTo>
                  <a:lnTo>
                    <a:pt x="65" y="0"/>
                  </a:lnTo>
                  <a:cubicBezTo>
                    <a:pt x="64" y="41"/>
                    <a:pt x="49" y="94"/>
                    <a:pt x="0" y="96"/>
                  </a:cubicBezTo>
                  <a:lnTo>
                    <a:pt x="0" y="107"/>
                  </a:lnTo>
                  <a:lnTo>
                    <a:pt x="43" y="107"/>
                  </a:lnTo>
                  <a:lnTo>
                    <a:pt x="43" y="245"/>
                  </a:lnTo>
                  <a:cubicBezTo>
                    <a:pt x="43" y="306"/>
                    <a:pt x="89" y="312"/>
                    <a:pt x="107" y="312"/>
                  </a:cubicBezTo>
                  <a:cubicBezTo>
                    <a:pt x="143" y="312"/>
                    <a:pt x="156" y="277"/>
                    <a:pt x="156" y="245"/>
                  </a:cubicBezTo>
                  <a:lnTo>
                    <a:pt x="156" y="217"/>
                  </a:lnTo>
                  <a:lnTo>
                    <a:pt x="144" y="217"/>
                  </a:lnTo>
                  <a:lnTo>
                    <a:pt x="144" y="244"/>
                  </a:lnTo>
                  <a:cubicBezTo>
                    <a:pt x="144" y="281"/>
                    <a:pt x="129" y="300"/>
                    <a:pt x="111" y="300"/>
                  </a:cubicBezTo>
                  <a:cubicBezTo>
                    <a:pt x="77" y="300"/>
                    <a:pt x="77" y="254"/>
                    <a:pt x="77" y="246"/>
                  </a:cubicBezTo>
                  <a:lnTo>
                    <a:pt x="77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7" name="Freeform 29">
              <a:extLst>
                <a:ext uri="{FF2B5EF4-FFF2-40B4-BE49-F238E27FC236}">
                  <a16:creationId xmlns:a16="http://schemas.microsoft.com/office/drawing/2014/main" id="{0C0D6026-8667-41EC-82B6-0E6828987182}"/>
                </a:ext>
              </a:extLst>
            </p:cNvPr>
            <p:cNvSpPr>
              <a:spLocks/>
            </p:cNvSpPr>
            <p:nvPr>
              <p:custDataLst>
                <p:tags r:id="rId391"/>
              </p:custDataLst>
            </p:nvPr>
          </p:nvSpPr>
          <p:spPr bwMode="auto">
            <a:xfrm>
              <a:off x="3325813" y="1270001"/>
              <a:ext cx="52388" cy="49213"/>
            </a:xfrm>
            <a:custGeom>
              <a:avLst/>
              <a:gdLst>
                <a:gd name="T0" fmla="*/ 179 w 250"/>
                <a:gd name="T1" fmla="*/ 181 h 226"/>
                <a:gd name="T2" fmla="*/ 179 w 250"/>
                <a:gd name="T3" fmla="*/ 226 h 226"/>
                <a:gd name="T4" fmla="*/ 250 w 250"/>
                <a:gd name="T5" fmla="*/ 221 h 226"/>
                <a:gd name="T6" fmla="*/ 250 w 250"/>
                <a:gd name="T7" fmla="*/ 205 h 226"/>
                <a:gd name="T8" fmla="*/ 212 w 250"/>
                <a:gd name="T9" fmla="*/ 177 h 226"/>
                <a:gd name="T10" fmla="*/ 212 w 250"/>
                <a:gd name="T11" fmla="*/ 0 h 226"/>
                <a:gd name="T12" fmla="*/ 138 w 250"/>
                <a:gd name="T13" fmla="*/ 6 h 226"/>
                <a:gd name="T14" fmla="*/ 138 w 250"/>
                <a:gd name="T15" fmla="*/ 21 h 226"/>
                <a:gd name="T16" fmla="*/ 177 w 250"/>
                <a:gd name="T17" fmla="*/ 49 h 226"/>
                <a:gd name="T18" fmla="*/ 177 w 250"/>
                <a:gd name="T19" fmla="*/ 138 h 226"/>
                <a:gd name="T20" fmla="*/ 117 w 250"/>
                <a:gd name="T21" fmla="*/ 215 h 226"/>
                <a:gd name="T22" fmla="*/ 73 w 250"/>
                <a:gd name="T23" fmla="*/ 166 h 226"/>
                <a:gd name="T24" fmla="*/ 73 w 250"/>
                <a:gd name="T25" fmla="*/ 0 h 226"/>
                <a:gd name="T26" fmla="*/ 0 w 250"/>
                <a:gd name="T27" fmla="*/ 6 h 226"/>
                <a:gd name="T28" fmla="*/ 0 w 250"/>
                <a:gd name="T29" fmla="*/ 21 h 226"/>
                <a:gd name="T30" fmla="*/ 38 w 250"/>
                <a:gd name="T31" fmla="*/ 67 h 226"/>
                <a:gd name="T32" fmla="*/ 38 w 250"/>
                <a:gd name="T33" fmla="*/ 142 h 226"/>
                <a:gd name="T34" fmla="*/ 114 w 250"/>
                <a:gd name="T35" fmla="*/ 226 h 226"/>
                <a:gd name="T36" fmla="*/ 179 w 250"/>
                <a:gd name="T37" fmla="*/ 18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0" h="226">
                  <a:moveTo>
                    <a:pt x="179" y="181"/>
                  </a:moveTo>
                  <a:lnTo>
                    <a:pt x="179" y="226"/>
                  </a:lnTo>
                  <a:lnTo>
                    <a:pt x="250" y="221"/>
                  </a:lnTo>
                  <a:lnTo>
                    <a:pt x="250" y="205"/>
                  </a:lnTo>
                  <a:cubicBezTo>
                    <a:pt x="216" y="205"/>
                    <a:pt x="212" y="202"/>
                    <a:pt x="212" y="177"/>
                  </a:cubicBezTo>
                  <a:lnTo>
                    <a:pt x="212" y="0"/>
                  </a:lnTo>
                  <a:lnTo>
                    <a:pt x="138" y="6"/>
                  </a:lnTo>
                  <a:lnTo>
                    <a:pt x="138" y="21"/>
                  </a:lnTo>
                  <a:cubicBezTo>
                    <a:pt x="173" y="21"/>
                    <a:pt x="177" y="25"/>
                    <a:pt x="177" y="49"/>
                  </a:cubicBezTo>
                  <a:lnTo>
                    <a:pt x="177" y="138"/>
                  </a:lnTo>
                  <a:cubicBezTo>
                    <a:pt x="177" y="181"/>
                    <a:pt x="153" y="215"/>
                    <a:pt x="117" y="215"/>
                  </a:cubicBezTo>
                  <a:cubicBezTo>
                    <a:pt x="75" y="215"/>
                    <a:pt x="73" y="192"/>
                    <a:pt x="73" y="166"/>
                  </a:cubicBezTo>
                  <a:lnTo>
                    <a:pt x="73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8" y="21"/>
                    <a:pt x="38" y="23"/>
                    <a:pt x="38" y="67"/>
                  </a:cubicBezTo>
                  <a:lnTo>
                    <a:pt x="38" y="142"/>
                  </a:lnTo>
                  <a:cubicBezTo>
                    <a:pt x="38" y="181"/>
                    <a:pt x="38" y="226"/>
                    <a:pt x="114" y="226"/>
                  </a:cubicBezTo>
                  <a:cubicBezTo>
                    <a:pt x="142" y="226"/>
                    <a:pt x="164" y="212"/>
                    <a:pt x="179" y="181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8" name="Freeform 30">
              <a:extLst>
                <a:ext uri="{FF2B5EF4-FFF2-40B4-BE49-F238E27FC236}">
                  <a16:creationId xmlns:a16="http://schemas.microsoft.com/office/drawing/2014/main" id="{133A4435-183E-4F7A-9B71-20D0289BFE21}"/>
                </a:ext>
              </a:extLst>
            </p:cNvPr>
            <p:cNvSpPr>
              <a:spLocks/>
            </p:cNvSpPr>
            <p:nvPr>
              <p:custDataLst>
                <p:tags r:id="rId392"/>
              </p:custDataLst>
            </p:nvPr>
          </p:nvSpPr>
          <p:spPr bwMode="auto">
            <a:xfrm>
              <a:off x="3382963" y="1270001"/>
              <a:ext cx="34925" cy="47625"/>
            </a:xfrm>
            <a:custGeom>
              <a:avLst/>
              <a:gdLst>
                <a:gd name="T0" fmla="*/ 70 w 168"/>
                <a:gd name="T1" fmla="*/ 55 h 221"/>
                <a:gd name="T2" fmla="*/ 70 w 168"/>
                <a:gd name="T3" fmla="*/ 0 h 221"/>
                <a:gd name="T4" fmla="*/ 0 w 168"/>
                <a:gd name="T5" fmla="*/ 6 h 221"/>
                <a:gd name="T6" fmla="*/ 0 w 168"/>
                <a:gd name="T7" fmla="*/ 21 h 221"/>
                <a:gd name="T8" fmla="*/ 39 w 168"/>
                <a:gd name="T9" fmla="*/ 49 h 221"/>
                <a:gd name="T10" fmla="*/ 39 w 168"/>
                <a:gd name="T11" fmla="*/ 183 h 221"/>
                <a:gd name="T12" fmla="*/ 0 w 168"/>
                <a:gd name="T13" fmla="*/ 205 h 221"/>
                <a:gd name="T14" fmla="*/ 0 w 168"/>
                <a:gd name="T15" fmla="*/ 221 h 221"/>
                <a:gd name="T16" fmla="*/ 57 w 168"/>
                <a:gd name="T17" fmla="*/ 219 h 221"/>
                <a:gd name="T18" fmla="*/ 121 w 168"/>
                <a:gd name="T19" fmla="*/ 221 h 221"/>
                <a:gd name="T20" fmla="*/ 121 w 168"/>
                <a:gd name="T21" fmla="*/ 205 h 221"/>
                <a:gd name="T22" fmla="*/ 110 w 168"/>
                <a:gd name="T23" fmla="*/ 205 h 221"/>
                <a:gd name="T24" fmla="*/ 72 w 168"/>
                <a:gd name="T25" fmla="*/ 182 h 221"/>
                <a:gd name="T26" fmla="*/ 72 w 168"/>
                <a:gd name="T27" fmla="*/ 105 h 221"/>
                <a:gd name="T28" fmla="*/ 131 w 168"/>
                <a:gd name="T29" fmla="*/ 11 h 221"/>
                <a:gd name="T30" fmla="*/ 137 w 168"/>
                <a:gd name="T31" fmla="*/ 12 h 221"/>
                <a:gd name="T32" fmla="*/ 125 w 168"/>
                <a:gd name="T33" fmla="*/ 31 h 221"/>
                <a:gd name="T34" fmla="*/ 147 w 168"/>
                <a:gd name="T35" fmla="*/ 53 h 221"/>
                <a:gd name="T36" fmla="*/ 168 w 168"/>
                <a:gd name="T37" fmla="*/ 31 h 221"/>
                <a:gd name="T38" fmla="*/ 131 w 168"/>
                <a:gd name="T39" fmla="*/ 0 h 221"/>
                <a:gd name="T40" fmla="*/ 70 w 168"/>
                <a:gd name="T41" fmla="*/ 5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221">
                  <a:moveTo>
                    <a:pt x="70" y="55"/>
                  </a:move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183"/>
                  </a:lnTo>
                  <a:cubicBezTo>
                    <a:pt x="39" y="205"/>
                    <a:pt x="34" y="205"/>
                    <a:pt x="0" y="205"/>
                  </a:cubicBezTo>
                  <a:lnTo>
                    <a:pt x="0" y="221"/>
                  </a:lnTo>
                  <a:cubicBezTo>
                    <a:pt x="20" y="220"/>
                    <a:pt x="43" y="219"/>
                    <a:pt x="57" y="219"/>
                  </a:cubicBezTo>
                  <a:cubicBezTo>
                    <a:pt x="77" y="219"/>
                    <a:pt x="101" y="219"/>
                    <a:pt x="121" y="221"/>
                  </a:cubicBezTo>
                  <a:lnTo>
                    <a:pt x="121" y="205"/>
                  </a:lnTo>
                  <a:lnTo>
                    <a:pt x="110" y="205"/>
                  </a:lnTo>
                  <a:cubicBezTo>
                    <a:pt x="73" y="205"/>
                    <a:pt x="72" y="200"/>
                    <a:pt x="72" y="182"/>
                  </a:cubicBezTo>
                  <a:lnTo>
                    <a:pt x="72" y="105"/>
                  </a:lnTo>
                  <a:cubicBezTo>
                    <a:pt x="72" y="56"/>
                    <a:pt x="93" y="11"/>
                    <a:pt x="131" y="11"/>
                  </a:cubicBezTo>
                  <a:cubicBezTo>
                    <a:pt x="135" y="11"/>
                    <a:pt x="136" y="11"/>
                    <a:pt x="137" y="12"/>
                  </a:cubicBezTo>
                  <a:cubicBezTo>
                    <a:pt x="135" y="12"/>
                    <a:pt x="125" y="18"/>
                    <a:pt x="125" y="31"/>
                  </a:cubicBezTo>
                  <a:cubicBezTo>
                    <a:pt x="125" y="45"/>
                    <a:pt x="136" y="53"/>
                    <a:pt x="147" y="53"/>
                  </a:cubicBezTo>
                  <a:cubicBezTo>
                    <a:pt x="156" y="53"/>
                    <a:pt x="168" y="47"/>
                    <a:pt x="168" y="31"/>
                  </a:cubicBezTo>
                  <a:cubicBezTo>
                    <a:pt x="168" y="15"/>
                    <a:pt x="153" y="0"/>
                    <a:pt x="131" y="0"/>
                  </a:cubicBezTo>
                  <a:cubicBezTo>
                    <a:pt x="95" y="0"/>
                    <a:pt x="77" y="34"/>
                    <a:pt x="70" y="5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49" name="Freeform 31">
              <a:extLst>
                <a:ext uri="{FF2B5EF4-FFF2-40B4-BE49-F238E27FC236}">
                  <a16:creationId xmlns:a16="http://schemas.microsoft.com/office/drawing/2014/main" id="{13C6F17C-DC34-4A4C-81D3-4E83C96A126F}"/>
                </a:ext>
              </a:extLst>
            </p:cNvPr>
            <p:cNvSpPr>
              <a:spLocks noEditPoints="1"/>
            </p:cNvSpPr>
            <p:nvPr>
              <p:custDataLst>
                <p:tags r:id="rId393"/>
              </p:custDataLst>
            </p:nvPr>
          </p:nvSpPr>
          <p:spPr bwMode="auto">
            <a:xfrm>
              <a:off x="3422650" y="1268413"/>
              <a:ext cx="39688" cy="50800"/>
            </a:xfrm>
            <a:custGeom>
              <a:avLst/>
              <a:gdLst>
                <a:gd name="T0" fmla="*/ 42 w 193"/>
                <a:gd name="T1" fmla="*/ 98 h 229"/>
                <a:gd name="T2" fmla="*/ 103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1 w 193"/>
                <a:gd name="T9" fmla="*/ 109 h 229"/>
                <a:gd name="T10" fmla="*/ 180 w 193"/>
                <a:gd name="T11" fmla="*/ 109 h 229"/>
                <a:gd name="T12" fmla="*/ 193 w 193"/>
                <a:gd name="T13" fmla="*/ 98 h 229"/>
                <a:gd name="T14" fmla="*/ 103 w 193"/>
                <a:gd name="T15" fmla="*/ 0 h 229"/>
                <a:gd name="T16" fmla="*/ 0 w 193"/>
                <a:gd name="T17" fmla="*/ 114 h 229"/>
                <a:gd name="T18" fmla="*/ 109 w 193"/>
                <a:gd name="T19" fmla="*/ 229 h 229"/>
                <a:gd name="T20" fmla="*/ 193 w 193"/>
                <a:gd name="T21" fmla="*/ 164 h 229"/>
                <a:gd name="T22" fmla="*/ 186 w 193"/>
                <a:gd name="T23" fmla="*/ 158 h 229"/>
                <a:gd name="T24" fmla="*/ 180 w 193"/>
                <a:gd name="T25" fmla="*/ 165 h 229"/>
                <a:gd name="T26" fmla="*/ 112 w 193"/>
                <a:gd name="T27" fmla="*/ 217 h 229"/>
                <a:gd name="T28" fmla="*/ 56 w 193"/>
                <a:gd name="T29" fmla="*/ 183 h 229"/>
                <a:gd name="T30" fmla="*/ 41 w 193"/>
                <a:gd name="T31" fmla="*/ 10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4" y="24"/>
                    <a:pt x="86" y="11"/>
                    <a:pt x="103" y="11"/>
                  </a:cubicBezTo>
                  <a:cubicBezTo>
                    <a:pt x="155" y="11"/>
                    <a:pt x="160" y="79"/>
                    <a:pt x="160" y="98"/>
                  </a:cubicBezTo>
                  <a:lnTo>
                    <a:pt x="42" y="98"/>
                  </a:lnTo>
                  <a:close/>
                  <a:moveTo>
                    <a:pt x="41" y="109"/>
                  </a:moveTo>
                  <a:lnTo>
                    <a:pt x="180" y="109"/>
                  </a:lnTo>
                  <a:cubicBezTo>
                    <a:pt x="191" y="109"/>
                    <a:pt x="193" y="109"/>
                    <a:pt x="193" y="98"/>
                  </a:cubicBezTo>
                  <a:cubicBezTo>
                    <a:pt x="193" y="49"/>
                    <a:pt x="166" y="0"/>
                    <a:pt x="103" y="0"/>
                  </a:cubicBezTo>
                  <a:cubicBezTo>
                    <a:pt x="46" y="0"/>
                    <a:pt x="0" y="52"/>
                    <a:pt x="0" y="114"/>
                  </a:cubicBezTo>
                  <a:cubicBezTo>
                    <a:pt x="0" y="181"/>
                    <a:pt x="52" y="229"/>
                    <a:pt x="109" y="229"/>
                  </a:cubicBezTo>
                  <a:cubicBezTo>
                    <a:pt x="170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6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2" y="217"/>
                    <a:pt x="117" y="217"/>
                    <a:pt x="112" y="217"/>
                  </a:cubicBezTo>
                  <a:cubicBezTo>
                    <a:pt x="87" y="217"/>
                    <a:pt x="67" y="202"/>
                    <a:pt x="56" y="183"/>
                  </a:cubicBezTo>
                  <a:cubicBezTo>
                    <a:pt x="41" y="159"/>
                    <a:pt x="41" y="127"/>
                    <a:pt x="41" y="10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0" name="Freeform 32">
              <a:extLst>
                <a:ext uri="{FF2B5EF4-FFF2-40B4-BE49-F238E27FC236}">
                  <a16:creationId xmlns:a16="http://schemas.microsoft.com/office/drawing/2014/main" id="{E28C506A-2271-48E2-A252-404EE87B5515}"/>
                </a:ext>
              </a:extLst>
            </p:cNvPr>
            <p:cNvSpPr>
              <a:spLocks/>
            </p:cNvSpPr>
            <p:nvPr>
              <p:custDataLst>
                <p:tags r:id="rId394"/>
              </p:custDataLst>
            </p:nvPr>
          </p:nvSpPr>
          <p:spPr bwMode="auto">
            <a:xfrm>
              <a:off x="3502025" y="1244601"/>
              <a:ext cx="69850" cy="73025"/>
            </a:xfrm>
            <a:custGeom>
              <a:avLst/>
              <a:gdLst>
                <a:gd name="T0" fmla="*/ 201 w 339"/>
                <a:gd name="T1" fmla="*/ 35 h 338"/>
                <a:gd name="T2" fmla="*/ 213 w 339"/>
                <a:gd name="T3" fmla="*/ 17 h 338"/>
                <a:gd name="T4" fmla="*/ 244 w 339"/>
                <a:gd name="T5" fmla="*/ 16 h 338"/>
                <a:gd name="T6" fmla="*/ 317 w 339"/>
                <a:gd name="T7" fmla="*/ 56 h 338"/>
                <a:gd name="T8" fmla="*/ 313 w 339"/>
                <a:gd name="T9" fmla="*/ 96 h 338"/>
                <a:gd name="T10" fmla="*/ 311 w 339"/>
                <a:gd name="T11" fmla="*/ 106 h 338"/>
                <a:gd name="T12" fmla="*/ 317 w 339"/>
                <a:gd name="T13" fmla="*/ 112 h 338"/>
                <a:gd name="T14" fmla="*/ 325 w 339"/>
                <a:gd name="T15" fmla="*/ 101 h 338"/>
                <a:gd name="T16" fmla="*/ 338 w 339"/>
                <a:gd name="T17" fmla="*/ 14 h 338"/>
                <a:gd name="T18" fmla="*/ 339 w 339"/>
                <a:gd name="T19" fmla="*/ 6 h 338"/>
                <a:gd name="T20" fmla="*/ 326 w 339"/>
                <a:gd name="T21" fmla="*/ 0 h 338"/>
                <a:gd name="T22" fmla="*/ 49 w 339"/>
                <a:gd name="T23" fmla="*/ 0 h 338"/>
                <a:gd name="T24" fmla="*/ 33 w 339"/>
                <a:gd name="T25" fmla="*/ 10 h 338"/>
                <a:gd name="T26" fmla="*/ 3 w 339"/>
                <a:gd name="T27" fmla="*/ 98 h 338"/>
                <a:gd name="T28" fmla="*/ 0 w 339"/>
                <a:gd name="T29" fmla="*/ 107 h 338"/>
                <a:gd name="T30" fmla="*/ 6 w 339"/>
                <a:gd name="T31" fmla="*/ 112 h 338"/>
                <a:gd name="T32" fmla="*/ 15 w 339"/>
                <a:gd name="T33" fmla="*/ 102 h 338"/>
                <a:gd name="T34" fmla="*/ 128 w 339"/>
                <a:gd name="T35" fmla="*/ 16 h 338"/>
                <a:gd name="T36" fmla="*/ 148 w 339"/>
                <a:gd name="T37" fmla="*/ 16 h 338"/>
                <a:gd name="T38" fmla="*/ 162 w 339"/>
                <a:gd name="T39" fmla="*/ 22 h 338"/>
                <a:gd name="T40" fmla="*/ 160 w 339"/>
                <a:gd name="T41" fmla="*/ 32 h 338"/>
                <a:gd name="T42" fmla="*/ 93 w 339"/>
                <a:gd name="T43" fmla="*/ 298 h 338"/>
                <a:gd name="T44" fmla="*/ 34 w 339"/>
                <a:gd name="T45" fmla="*/ 322 h 338"/>
                <a:gd name="T46" fmla="*/ 13 w 339"/>
                <a:gd name="T47" fmla="*/ 332 h 338"/>
                <a:gd name="T48" fmla="*/ 21 w 339"/>
                <a:gd name="T49" fmla="*/ 338 h 338"/>
                <a:gd name="T50" fmla="*/ 62 w 339"/>
                <a:gd name="T51" fmla="*/ 337 h 338"/>
                <a:gd name="T52" fmla="*/ 104 w 339"/>
                <a:gd name="T53" fmla="*/ 336 h 338"/>
                <a:gd name="T54" fmla="*/ 146 w 339"/>
                <a:gd name="T55" fmla="*/ 337 h 338"/>
                <a:gd name="T56" fmla="*/ 189 w 339"/>
                <a:gd name="T57" fmla="*/ 338 h 338"/>
                <a:gd name="T58" fmla="*/ 200 w 339"/>
                <a:gd name="T59" fmla="*/ 328 h 338"/>
                <a:gd name="T60" fmla="*/ 183 w 339"/>
                <a:gd name="T61" fmla="*/ 322 h 338"/>
                <a:gd name="T62" fmla="*/ 151 w 339"/>
                <a:gd name="T63" fmla="*/ 321 h 338"/>
                <a:gd name="T64" fmla="*/ 133 w 339"/>
                <a:gd name="T65" fmla="*/ 310 h 338"/>
                <a:gd name="T66" fmla="*/ 135 w 339"/>
                <a:gd name="T67" fmla="*/ 300 h 338"/>
                <a:gd name="T68" fmla="*/ 201 w 339"/>
                <a:gd name="T69" fmla="*/ 3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9" h="338">
                  <a:moveTo>
                    <a:pt x="201" y="35"/>
                  </a:moveTo>
                  <a:cubicBezTo>
                    <a:pt x="205" y="21"/>
                    <a:pt x="207" y="18"/>
                    <a:pt x="213" y="17"/>
                  </a:cubicBezTo>
                  <a:cubicBezTo>
                    <a:pt x="217" y="16"/>
                    <a:pt x="233" y="16"/>
                    <a:pt x="244" y="16"/>
                  </a:cubicBezTo>
                  <a:cubicBezTo>
                    <a:pt x="294" y="16"/>
                    <a:pt x="317" y="18"/>
                    <a:pt x="317" y="56"/>
                  </a:cubicBezTo>
                  <a:cubicBezTo>
                    <a:pt x="317" y="64"/>
                    <a:pt x="315" y="83"/>
                    <a:pt x="313" y="96"/>
                  </a:cubicBezTo>
                  <a:cubicBezTo>
                    <a:pt x="312" y="98"/>
                    <a:pt x="311" y="104"/>
                    <a:pt x="311" y="106"/>
                  </a:cubicBezTo>
                  <a:cubicBezTo>
                    <a:pt x="311" y="109"/>
                    <a:pt x="313" y="112"/>
                    <a:pt x="317" y="112"/>
                  </a:cubicBezTo>
                  <a:cubicBezTo>
                    <a:pt x="323" y="112"/>
                    <a:pt x="324" y="108"/>
                    <a:pt x="325" y="101"/>
                  </a:cubicBezTo>
                  <a:lnTo>
                    <a:pt x="338" y="14"/>
                  </a:lnTo>
                  <a:cubicBezTo>
                    <a:pt x="339" y="12"/>
                    <a:pt x="339" y="7"/>
                    <a:pt x="339" y="6"/>
                  </a:cubicBezTo>
                  <a:cubicBezTo>
                    <a:pt x="339" y="0"/>
                    <a:pt x="334" y="0"/>
                    <a:pt x="326" y="0"/>
                  </a:cubicBezTo>
                  <a:lnTo>
                    <a:pt x="49" y="0"/>
                  </a:lnTo>
                  <a:cubicBezTo>
                    <a:pt x="37" y="0"/>
                    <a:pt x="36" y="1"/>
                    <a:pt x="33" y="10"/>
                  </a:cubicBezTo>
                  <a:lnTo>
                    <a:pt x="3" y="98"/>
                  </a:lnTo>
                  <a:cubicBezTo>
                    <a:pt x="3" y="99"/>
                    <a:pt x="0" y="106"/>
                    <a:pt x="0" y="107"/>
                  </a:cubicBezTo>
                  <a:cubicBezTo>
                    <a:pt x="0" y="110"/>
                    <a:pt x="3" y="112"/>
                    <a:pt x="6" y="112"/>
                  </a:cubicBezTo>
                  <a:cubicBezTo>
                    <a:pt x="11" y="112"/>
                    <a:pt x="12" y="110"/>
                    <a:pt x="15" y="102"/>
                  </a:cubicBezTo>
                  <a:cubicBezTo>
                    <a:pt x="41" y="25"/>
                    <a:pt x="54" y="16"/>
                    <a:pt x="128" y="16"/>
                  </a:cubicBezTo>
                  <a:lnTo>
                    <a:pt x="148" y="16"/>
                  </a:lnTo>
                  <a:cubicBezTo>
                    <a:pt x="162" y="16"/>
                    <a:pt x="162" y="18"/>
                    <a:pt x="162" y="22"/>
                  </a:cubicBezTo>
                  <a:cubicBezTo>
                    <a:pt x="162" y="25"/>
                    <a:pt x="160" y="31"/>
                    <a:pt x="160" y="32"/>
                  </a:cubicBezTo>
                  <a:lnTo>
                    <a:pt x="93" y="298"/>
                  </a:lnTo>
                  <a:cubicBezTo>
                    <a:pt x="88" y="317"/>
                    <a:pt x="87" y="322"/>
                    <a:pt x="34" y="322"/>
                  </a:cubicBezTo>
                  <a:cubicBezTo>
                    <a:pt x="16" y="322"/>
                    <a:pt x="13" y="322"/>
                    <a:pt x="13" y="332"/>
                  </a:cubicBezTo>
                  <a:cubicBezTo>
                    <a:pt x="13" y="338"/>
                    <a:pt x="18" y="338"/>
                    <a:pt x="21" y="338"/>
                  </a:cubicBezTo>
                  <a:cubicBezTo>
                    <a:pt x="34" y="338"/>
                    <a:pt x="48" y="337"/>
                    <a:pt x="62" y="337"/>
                  </a:cubicBezTo>
                  <a:cubicBezTo>
                    <a:pt x="76" y="337"/>
                    <a:pt x="90" y="336"/>
                    <a:pt x="104" y="336"/>
                  </a:cubicBezTo>
                  <a:cubicBezTo>
                    <a:pt x="118" y="336"/>
                    <a:pt x="132" y="337"/>
                    <a:pt x="146" y="337"/>
                  </a:cubicBezTo>
                  <a:cubicBezTo>
                    <a:pt x="160" y="337"/>
                    <a:pt x="175" y="338"/>
                    <a:pt x="189" y="338"/>
                  </a:cubicBezTo>
                  <a:cubicBezTo>
                    <a:pt x="194" y="338"/>
                    <a:pt x="200" y="338"/>
                    <a:pt x="200" y="328"/>
                  </a:cubicBezTo>
                  <a:cubicBezTo>
                    <a:pt x="200" y="322"/>
                    <a:pt x="196" y="322"/>
                    <a:pt x="183" y="322"/>
                  </a:cubicBezTo>
                  <a:cubicBezTo>
                    <a:pt x="171" y="322"/>
                    <a:pt x="164" y="322"/>
                    <a:pt x="151" y="321"/>
                  </a:cubicBezTo>
                  <a:cubicBezTo>
                    <a:pt x="137" y="320"/>
                    <a:pt x="133" y="318"/>
                    <a:pt x="133" y="310"/>
                  </a:cubicBezTo>
                  <a:cubicBezTo>
                    <a:pt x="133" y="310"/>
                    <a:pt x="133" y="307"/>
                    <a:pt x="135" y="300"/>
                  </a:cubicBezTo>
                  <a:lnTo>
                    <a:pt x="201" y="3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68" name="그룹 167" descr="\documentclass{article}&#10;\usepackage{amsmath}&#10;\pagestyle{empty}&#10;\begin{document}&#10;&#10;State $s_k$&#10;&#10;&#10;\end{document}" title="IguanaTex Vector Display">
            <a:extLst>
              <a:ext uri="{FF2B5EF4-FFF2-40B4-BE49-F238E27FC236}">
                <a16:creationId xmlns:a16="http://schemas.microsoft.com/office/drawing/2014/main" id="{B09D737C-E938-4347-BB5F-246D73174EFD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994029" y="2178050"/>
            <a:ext cx="434401" cy="108981"/>
            <a:chOff x="2994029" y="2178050"/>
            <a:chExt cx="404813" cy="112713"/>
          </a:xfrm>
        </p:grpSpPr>
        <p:sp>
          <p:nvSpPr>
            <p:cNvPr id="160" name="Freeform 39">
              <a:extLst>
                <a:ext uri="{FF2B5EF4-FFF2-40B4-BE49-F238E27FC236}">
                  <a16:creationId xmlns:a16="http://schemas.microsoft.com/office/drawing/2014/main" id="{0DDBF5A4-41D8-49D7-AFA1-A48E6FC9C389}"/>
                </a:ext>
              </a:extLst>
            </p:cNvPr>
            <p:cNvSpPr>
              <a:spLocks/>
            </p:cNvSpPr>
            <p:nvPr>
              <p:custDataLst>
                <p:tags r:id="rId362"/>
              </p:custDataLst>
            </p:nvPr>
          </p:nvSpPr>
          <p:spPr bwMode="auto">
            <a:xfrm>
              <a:off x="2994029" y="2178050"/>
              <a:ext cx="52388" cy="95250"/>
            </a:xfrm>
            <a:custGeom>
              <a:avLst/>
              <a:gdLst>
                <a:gd name="T0" fmla="*/ 146 w 221"/>
                <a:gd name="T1" fmla="*/ 158 h 363"/>
                <a:gd name="T2" fmla="*/ 82 w 221"/>
                <a:gd name="T3" fmla="*/ 143 h 363"/>
                <a:gd name="T4" fmla="*/ 32 w 221"/>
                <a:gd name="T5" fmla="*/ 79 h 363"/>
                <a:gd name="T6" fmla="*/ 98 w 221"/>
                <a:gd name="T7" fmla="*/ 14 h 363"/>
                <a:gd name="T8" fmla="*/ 195 w 221"/>
                <a:gd name="T9" fmla="*/ 118 h 363"/>
                <a:gd name="T10" fmla="*/ 201 w 221"/>
                <a:gd name="T11" fmla="*/ 124 h 363"/>
                <a:gd name="T12" fmla="*/ 208 w 221"/>
                <a:gd name="T13" fmla="*/ 112 h 363"/>
                <a:gd name="T14" fmla="*/ 208 w 221"/>
                <a:gd name="T15" fmla="*/ 12 h 363"/>
                <a:gd name="T16" fmla="*/ 202 w 221"/>
                <a:gd name="T17" fmla="*/ 0 h 363"/>
                <a:gd name="T18" fmla="*/ 195 w 221"/>
                <a:gd name="T19" fmla="*/ 6 h 363"/>
                <a:gd name="T20" fmla="*/ 177 w 221"/>
                <a:gd name="T21" fmla="*/ 35 h 363"/>
                <a:gd name="T22" fmla="*/ 97 w 221"/>
                <a:gd name="T23" fmla="*/ 0 h 363"/>
                <a:gd name="T24" fmla="*/ 0 w 221"/>
                <a:gd name="T25" fmla="*/ 97 h 363"/>
                <a:gd name="T26" fmla="*/ 66 w 221"/>
                <a:gd name="T27" fmla="*/ 188 h 363"/>
                <a:gd name="T28" fmla="*/ 131 w 221"/>
                <a:gd name="T29" fmla="*/ 205 h 363"/>
                <a:gd name="T30" fmla="*/ 174 w 221"/>
                <a:gd name="T31" fmla="*/ 230 h 363"/>
                <a:gd name="T32" fmla="*/ 189 w 221"/>
                <a:gd name="T33" fmla="*/ 276 h 363"/>
                <a:gd name="T34" fmla="*/ 122 w 221"/>
                <a:gd name="T35" fmla="*/ 347 h 363"/>
                <a:gd name="T36" fmla="*/ 44 w 221"/>
                <a:gd name="T37" fmla="*/ 320 h 363"/>
                <a:gd name="T38" fmla="*/ 13 w 221"/>
                <a:gd name="T39" fmla="*/ 244 h 363"/>
                <a:gd name="T40" fmla="*/ 7 w 221"/>
                <a:gd name="T41" fmla="*/ 239 h 363"/>
                <a:gd name="T42" fmla="*/ 0 w 221"/>
                <a:gd name="T43" fmla="*/ 251 h 363"/>
                <a:gd name="T44" fmla="*/ 0 w 221"/>
                <a:gd name="T45" fmla="*/ 351 h 363"/>
                <a:gd name="T46" fmla="*/ 6 w 221"/>
                <a:gd name="T47" fmla="*/ 363 h 363"/>
                <a:gd name="T48" fmla="*/ 13 w 221"/>
                <a:gd name="T49" fmla="*/ 356 h 363"/>
                <a:gd name="T50" fmla="*/ 31 w 221"/>
                <a:gd name="T51" fmla="*/ 328 h 363"/>
                <a:gd name="T52" fmla="*/ 123 w 221"/>
                <a:gd name="T53" fmla="*/ 363 h 363"/>
                <a:gd name="T54" fmla="*/ 221 w 221"/>
                <a:gd name="T55" fmla="*/ 259 h 363"/>
                <a:gd name="T56" fmla="*/ 146 w 221"/>
                <a:gd name="T57" fmla="*/ 158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1" h="363">
                  <a:moveTo>
                    <a:pt x="146" y="158"/>
                  </a:moveTo>
                  <a:lnTo>
                    <a:pt x="82" y="143"/>
                  </a:lnTo>
                  <a:cubicBezTo>
                    <a:pt x="52" y="135"/>
                    <a:pt x="32" y="108"/>
                    <a:pt x="32" y="79"/>
                  </a:cubicBezTo>
                  <a:cubicBezTo>
                    <a:pt x="32" y="44"/>
                    <a:pt x="59" y="14"/>
                    <a:pt x="98" y="14"/>
                  </a:cubicBezTo>
                  <a:cubicBezTo>
                    <a:pt x="181" y="14"/>
                    <a:pt x="192" y="96"/>
                    <a:pt x="195" y="118"/>
                  </a:cubicBezTo>
                  <a:cubicBezTo>
                    <a:pt x="196" y="121"/>
                    <a:pt x="196" y="124"/>
                    <a:pt x="201" y="124"/>
                  </a:cubicBezTo>
                  <a:cubicBezTo>
                    <a:pt x="208" y="124"/>
                    <a:pt x="208" y="122"/>
                    <a:pt x="208" y="112"/>
                  </a:cubicBezTo>
                  <a:lnTo>
                    <a:pt x="208" y="12"/>
                  </a:lnTo>
                  <a:cubicBezTo>
                    <a:pt x="208" y="3"/>
                    <a:pt x="208" y="0"/>
                    <a:pt x="202" y="0"/>
                  </a:cubicBezTo>
                  <a:cubicBezTo>
                    <a:pt x="199" y="0"/>
                    <a:pt x="198" y="0"/>
                    <a:pt x="195" y="6"/>
                  </a:cubicBezTo>
                  <a:lnTo>
                    <a:pt x="177" y="35"/>
                  </a:lnTo>
                  <a:cubicBezTo>
                    <a:pt x="162" y="20"/>
                    <a:pt x="142" y="0"/>
                    <a:pt x="97" y="0"/>
                  </a:cubicBezTo>
                  <a:cubicBezTo>
                    <a:pt x="42" y="0"/>
                    <a:pt x="0" y="44"/>
                    <a:pt x="0" y="97"/>
                  </a:cubicBezTo>
                  <a:cubicBezTo>
                    <a:pt x="0" y="138"/>
                    <a:pt x="27" y="175"/>
                    <a:pt x="66" y="188"/>
                  </a:cubicBezTo>
                  <a:cubicBezTo>
                    <a:pt x="71" y="190"/>
                    <a:pt x="96" y="196"/>
                    <a:pt x="131" y="205"/>
                  </a:cubicBezTo>
                  <a:cubicBezTo>
                    <a:pt x="145" y="208"/>
                    <a:pt x="160" y="212"/>
                    <a:pt x="174" y="230"/>
                  </a:cubicBezTo>
                  <a:cubicBezTo>
                    <a:pt x="184" y="243"/>
                    <a:pt x="189" y="260"/>
                    <a:pt x="189" y="276"/>
                  </a:cubicBezTo>
                  <a:cubicBezTo>
                    <a:pt x="189" y="311"/>
                    <a:pt x="164" y="347"/>
                    <a:pt x="122" y="347"/>
                  </a:cubicBezTo>
                  <a:cubicBezTo>
                    <a:pt x="108" y="347"/>
                    <a:pt x="70" y="345"/>
                    <a:pt x="44" y="320"/>
                  </a:cubicBezTo>
                  <a:cubicBezTo>
                    <a:pt x="15" y="293"/>
                    <a:pt x="13" y="262"/>
                    <a:pt x="13" y="244"/>
                  </a:cubicBezTo>
                  <a:cubicBezTo>
                    <a:pt x="12" y="239"/>
                    <a:pt x="8" y="239"/>
                    <a:pt x="7" y="239"/>
                  </a:cubicBezTo>
                  <a:cubicBezTo>
                    <a:pt x="0" y="239"/>
                    <a:pt x="0" y="242"/>
                    <a:pt x="0" y="251"/>
                  </a:cubicBezTo>
                  <a:lnTo>
                    <a:pt x="0" y="351"/>
                  </a:lnTo>
                  <a:cubicBezTo>
                    <a:pt x="0" y="359"/>
                    <a:pt x="0" y="363"/>
                    <a:pt x="6" y="363"/>
                  </a:cubicBezTo>
                  <a:cubicBezTo>
                    <a:pt x="9" y="363"/>
                    <a:pt x="10" y="362"/>
                    <a:pt x="13" y="356"/>
                  </a:cubicBezTo>
                  <a:cubicBezTo>
                    <a:pt x="13" y="356"/>
                    <a:pt x="15" y="354"/>
                    <a:pt x="31" y="328"/>
                  </a:cubicBezTo>
                  <a:cubicBezTo>
                    <a:pt x="47" y="345"/>
                    <a:pt x="78" y="363"/>
                    <a:pt x="123" y="363"/>
                  </a:cubicBezTo>
                  <a:cubicBezTo>
                    <a:pt x="181" y="363"/>
                    <a:pt x="221" y="314"/>
                    <a:pt x="221" y="259"/>
                  </a:cubicBezTo>
                  <a:cubicBezTo>
                    <a:pt x="221" y="209"/>
                    <a:pt x="188" y="168"/>
                    <a:pt x="146" y="15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1" name="Freeform 40">
              <a:extLst>
                <a:ext uri="{FF2B5EF4-FFF2-40B4-BE49-F238E27FC236}">
                  <a16:creationId xmlns:a16="http://schemas.microsoft.com/office/drawing/2014/main" id="{5454F600-7716-4C6B-AED1-FCE0C4FC55BF}"/>
                </a:ext>
              </a:extLst>
            </p:cNvPr>
            <p:cNvSpPr>
              <a:spLocks/>
            </p:cNvSpPr>
            <p:nvPr>
              <p:custDataLst>
                <p:tags r:id="rId363"/>
              </p:custDataLst>
            </p:nvPr>
          </p:nvSpPr>
          <p:spPr bwMode="auto">
            <a:xfrm>
              <a:off x="3055942" y="2189163"/>
              <a:ext cx="36513" cy="82550"/>
            </a:xfrm>
            <a:custGeom>
              <a:avLst/>
              <a:gdLst>
                <a:gd name="T0" fmla="*/ 76 w 156"/>
                <a:gd name="T1" fmla="*/ 107 h 312"/>
                <a:gd name="T2" fmla="*/ 148 w 156"/>
                <a:gd name="T3" fmla="*/ 107 h 312"/>
                <a:gd name="T4" fmla="*/ 148 w 156"/>
                <a:gd name="T5" fmla="*/ 92 h 312"/>
                <a:gd name="T6" fmla="*/ 76 w 156"/>
                <a:gd name="T7" fmla="*/ 92 h 312"/>
                <a:gd name="T8" fmla="*/ 76 w 156"/>
                <a:gd name="T9" fmla="*/ 0 h 312"/>
                <a:gd name="T10" fmla="*/ 64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2 w 156"/>
                <a:gd name="T17" fmla="*/ 107 h 312"/>
                <a:gd name="T18" fmla="*/ 42 w 156"/>
                <a:gd name="T19" fmla="*/ 245 h 312"/>
                <a:gd name="T20" fmla="*/ 106 w 156"/>
                <a:gd name="T21" fmla="*/ 312 h 312"/>
                <a:gd name="T22" fmla="*/ 156 w 156"/>
                <a:gd name="T23" fmla="*/ 245 h 312"/>
                <a:gd name="T24" fmla="*/ 156 w 156"/>
                <a:gd name="T25" fmla="*/ 217 h 312"/>
                <a:gd name="T26" fmla="*/ 143 w 156"/>
                <a:gd name="T27" fmla="*/ 217 h 312"/>
                <a:gd name="T28" fmla="*/ 143 w 156"/>
                <a:gd name="T29" fmla="*/ 244 h 312"/>
                <a:gd name="T30" fmla="*/ 110 w 156"/>
                <a:gd name="T31" fmla="*/ 300 h 312"/>
                <a:gd name="T32" fmla="*/ 76 w 156"/>
                <a:gd name="T33" fmla="*/ 246 h 312"/>
                <a:gd name="T34" fmla="*/ 76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6" y="107"/>
                  </a:moveTo>
                  <a:lnTo>
                    <a:pt x="148" y="107"/>
                  </a:lnTo>
                  <a:lnTo>
                    <a:pt x="148" y="92"/>
                  </a:lnTo>
                  <a:lnTo>
                    <a:pt x="76" y="92"/>
                  </a:lnTo>
                  <a:lnTo>
                    <a:pt x="76" y="0"/>
                  </a:lnTo>
                  <a:lnTo>
                    <a:pt x="64" y="0"/>
                  </a:lnTo>
                  <a:cubicBezTo>
                    <a:pt x="64" y="41"/>
                    <a:pt x="49" y="94"/>
                    <a:pt x="0" y="96"/>
                  </a:cubicBezTo>
                  <a:lnTo>
                    <a:pt x="0" y="107"/>
                  </a:lnTo>
                  <a:lnTo>
                    <a:pt x="42" y="107"/>
                  </a:lnTo>
                  <a:lnTo>
                    <a:pt x="42" y="245"/>
                  </a:lnTo>
                  <a:cubicBezTo>
                    <a:pt x="42" y="306"/>
                    <a:pt x="88" y="312"/>
                    <a:pt x="106" y="312"/>
                  </a:cubicBezTo>
                  <a:cubicBezTo>
                    <a:pt x="142" y="312"/>
                    <a:pt x="156" y="277"/>
                    <a:pt x="156" y="245"/>
                  </a:cubicBezTo>
                  <a:lnTo>
                    <a:pt x="156" y="217"/>
                  </a:lnTo>
                  <a:lnTo>
                    <a:pt x="143" y="217"/>
                  </a:lnTo>
                  <a:lnTo>
                    <a:pt x="143" y="244"/>
                  </a:lnTo>
                  <a:cubicBezTo>
                    <a:pt x="143" y="281"/>
                    <a:pt x="128" y="300"/>
                    <a:pt x="110" y="300"/>
                  </a:cubicBezTo>
                  <a:cubicBezTo>
                    <a:pt x="76" y="300"/>
                    <a:pt x="76" y="254"/>
                    <a:pt x="76" y="246"/>
                  </a:cubicBezTo>
                  <a:lnTo>
                    <a:pt x="76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2" name="Freeform 41">
              <a:extLst>
                <a:ext uri="{FF2B5EF4-FFF2-40B4-BE49-F238E27FC236}">
                  <a16:creationId xmlns:a16="http://schemas.microsoft.com/office/drawing/2014/main" id="{8D2B3921-B205-48C5-B944-6ABF52F3A9D2}"/>
                </a:ext>
              </a:extLst>
            </p:cNvPr>
            <p:cNvSpPr>
              <a:spLocks noEditPoints="1"/>
            </p:cNvSpPr>
            <p:nvPr>
              <p:custDataLst>
                <p:tags r:id="rId364"/>
              </p:custDataLst>
            </p:nvPr>
          </p:nvSpPr>
          <p:spPr bwMode="auto">
            <a:xfrm>
              <a:off x="3103567" y="2211388"/>
              <a:ext cx="53975" cy="60325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79 h 229"/>
                <a:gd name="T6" fmla="*/ 225 w 225"/>
                <a:gd name="T7" fmla="*/ 151 h 229"/>
                <a:gd name="T8" fmla="*/ 212 w 225"/>
                <a:gd name="T9" fmla="*/ 151 h 229"/>
                <a:gd name="T10" fmla="*/ 212 w 225"/>
                <a:gd name="T11" fmla="*/ 179 h 229"/>
                <a:gd name="T12" fmla="*/ 195 w 225"/>
                <a:gd name="T13" fmla="*/ 211 h 229"/>
                <a:gd name="T14" fmla="*/ 176 w 225"/>
                <a:gd name="T15" fmla="*/ 186 h 229"/>
                <a:gd name="T16" fmla="*/ 176 w 225"/>
                <a:gd name="T17" fmla="*/ 87 h 229"/>
                <a:gd name="T18" fmla="*/ 158 w 225"/>
                <a:gd name="T19" fmla="*/ 28 h 229"/>
                <a:gd name="T20" fmla="*/ 90 w 225"/>
                <a:gd name="T21" fmla="*/ 0 h 229"/>
                <a:gd name="T22" fmla="*/ 14 w 225"/>
                <a:gd name="T23" fmla="*/ 57 h 229"/>
                <a:gd name="T24" fmla="*/ 37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2 w 225"/>
                <a:gd name="T33" fmla="*/ 75 h 229"/>
                <a:gd name="T34" fmla="*/ 142 w 225"/>
                <a:gd name="T35" fmla="*/ 94 h 229"/>
                <a:gd name="T36" fmla="*/ 50 w 225"/>
                <a:gd name="T37" fmla="*/ 112 h 229"/>
                <a:gd name="T38" fmla="*/ 0 w 225"/>
                <a:gd name="T39" fmla="*/ 176 h 229"/>
                <a:gd name="T40" fmla="*/ 80 w 225"/>
                <a:gd name="T41" fmla="*/ 229 h 229"/>
                <a:gd name="T42" fmla="*/ 145 w 225"/>
                <a:gd name="T43" fmla="*/ 186 h 229"/>
                <a:gd name="T44" fmla="*/ 142 w 225"/>
                <a:gd name="T45" fmla="*/ 104 h 229"/>
                <a:gd name="T46" fmla="*/ 142 w 225"/>
                <a:gd name="T47" fmla="*/ 154 h 229"/>
                <a:gd name="T48" fmla="*/ 83 w 225"/>
                <a:gd name="T49" fmla="*/ 218 h 229"/>
                <a:gd name="T50" fmla="*/ 38 w 225"/>
                <a:gd name="T51" fmla="*/ 176 h 229"/>
                <a:gd name="T52" fmla="*/ 142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1" y="227"/>
                    <a:pt x="184" y="227"/>
                  </a:cubicBezTo>
                  <a:cubicBezTo>
                    <a:pt x="195" y="227"/>
                    <a:pt x="225" y="220"/>
                    <a:pt x="225" y="179"/>
                  </a:cubicBezTo>
                  <a:lnTo>
                    <a:pt x="225" y="151"/>
                  </a:lnTo>
                  <a:lnTo>
                    <a:pt x="212" y="151"/>
                  </a:lnTo>
                  <a:lnTo>
                    <a:pt x="212" y="179"/>
                  </a:lnTo>
                  <a:cubicBezTo>
                    <a:pt x="212" y="208"/>
                    <a:pt x="200" y="211"/>
                    <a:pt x="195" y="211"/>
                  </a:cubicBezTo>
                  <a:cubicBezTo>
                    <a:pt x="178" y="211"/>
                    <a:pt x="176" y="189"/>
                    <a:pt x="176" y="186"/>
                  </a:cubicBezTo>
                  <a:lnTo>
                    <a:pt x="176" y="87"/>
                  </a:lnTo>
                  <a:cubicBezTo>
                    <a:pt x="176" y="66"/>
                    <a:pt x="176" y="46"/>
                    <a:pt x="158" y="28"/>
                  </a:cubicBezTo>
                  <a:cubicBezTo>
                    <a:pt x="139" y="8"/>
                    <a:pt x="114" y="0"/>
                    <a:pt x="90" y="0"/>
                  </a:cubicBezTo>
                  <a:cubicBezTo>
                    <a:pt x="49" y="0"/>
                    <a:pt x="14" y="24"/>
                    <a:pt x="14" y="57"/>
                  </a:cubicBezTo>
                  <a:cubicBezTo>
                    <a:pt x="14" y="72"/>
                    <a:pt x="24" y="80"/>
                    <a:pt x="37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8" y="35"/>
                    <a:pt x="35" y="34"/>
                  </a:cubicBezTo>
                  <a:cubicBezTo>
                    <a:pt x="48" y="17"/>
                    <a:pt x="73" y="11"/>
                    <a:pt x="89" y="11"/>
                  </a:cubicBezTo>
                  <a:cubicBezTo>
                    <a:pt x="113" y="11"/>
                    <a:pt x="142" y="31"/>
                    <a:pt x="142" y="75"/>
                  </a:cubicBezTo>
                  <a:lnTo>
                    <a:pt x="142" y="94"/>
                  </a:lnTo>
                  <a:cubicBezTo>
                    <a:pt x="116" y="95"/>
                    <a:pt x="81" y="97"/>
                    <a:pt x="50" y="112"/>
                  </a:cubicBezTo>
                  <a:cubicBezTo>
                    <a:pt x="12" y="128"/>
                    <a:pt x="0" y="154"/>
                    <a:pt x="0" y="176"/>
                  </a:cubicBezTo>
                  <a:cubicBezTo>
                    <a:pt x="0" y="217"/>
                    <a:pt x="48" y="229"/>
                    <a:pt x="80" y="229"/>
                  </a:cubicBezTo>
                  <a:cubicBezTo>
                    <a:pt x="113" y="229"/>
                    <a:pt x="136" y="209"/>
                    <a:pt x="145" y="186"/>
                  </a:cubicBezTo>
                  <a:close/>
                  <a:moveTo>
                    <a:pt x="142" y="104"/>
                  </a:moveTo>
                  <a:lnTo>
                    <a:pt x="142" y="154"/>
                  </a:lnTo>
                  <a:cubicBezTo>
                    <a:pt x="142" y="201"/>
                    <a:pt x="106" y="218"/>
                    <a:pt x="83" y="218"/>
                  </a:cubicBezTo>
                  <a:cubicBezTo>
                    <a:pt x="59" y="218"/>
                    <a:pt x="38" y="201"/>
                    <a:pt x="38" y="176"/>
                  </a:cubicBezTo>
                  <a:cubicBezTo>
                    <a:pt x="38" y="148"/>
                    <a:pt x="59" y="107"/>
                    <a:pt x="142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3" name="Freeform 42">
              <a:extLst>
                <a:ext uri="{FF2B5EF4-FFF2-40B4-BE49-F238E27FC236}">
                  <a16:creationId xmlns:a16="http://schemas.microsoft.com/office/drawing/2014/main" id="{2E3F3D16-3158-45B3-A346-0E5C1467F0A9}"/>
                </a:ext>
              </a:extLst>
            </p:cNvPr>
            <p:cNvSpPr>
              <a:spLocks/>
            </p:cNvSpPr>
            <p:nvPr>
              <p:custDataLst>
                <p:tags r:id="rId365"/>
              </p:custDataLst>
            </p:nvPr>
          </p:nvSpPr>
          <p:spPr bwMode="auto">
            <a:xfrm>
              <a:off x="3160717" y="2189163"/>
              <a:ext cx="36513" cy="82550"/>
            </a:xfrm>
            <a:custGeom>
              <a:avLst/>
              <a:gdLst>
                <a:gd name="T0" fmla="*/ 76 w 156"/>
                <a:gd name="T1" fmla="*/ 107 h 312"/>
                <a:gd name="T2" fmla="*/ 148 w 156"/>
                <a:gd name="T3" fmla="*/ 107 h 312"/>
                <a:gd name="T4" fmla="*/ 148 w 156"/>
                <a:gd name="T5" fmla="*/ 92 h 312"/>
                <a:gd name="T6" fmla="*/ 76 w 156"/>
                <a:gd name="T7" fmla="*/ 92 h 312"/>
                <a:gd name="T8" fmla="*/ 76 w 156"/>
                <a:gd name="T9" fmla="*/ 0 h 312"/>
                <a:gd name="T10" fmla="*/ 64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2 w 156"/>
                <a:gd name="T17" fmla="*/ 107 h 312"/>
                <a:gd name="T18" fmla="*/ 42 w 156"/>
                <a:gd name="T19" fmla="*/ 245 h 312"/>
                <a:gd name="T20" fmla="*/ 106 w 156"/>
                <a:gd name="T21" fmla="*/ 312 h 312"/>
                <a:gd name="T22" fmla="*/ 156 w 156"/>
                <a:gd name="T23" fmla="*/ 245 h 312"/>
                <a:gd name="T24" fmla="*/ 156 w 156"/>
                <a:gd name="T25" fmla="*/ 217 h 312"/>
                <a:gd name="T26" fmla="*/ 143 w 156"/>
                <a:gd name="T27" fmla="*/ 217 h 312"/>
                <a:gd name="T28" fmla="*/ 143 w 156"/>
                <a:gd name="T29" fmla="*/ 244 h 312"/>
                <a:gd name="T30" fmla="*/ 110 w 156"/>
                <a:gd name="T31" fmla="*/ 300 h 312"/>
                <a:gd name="T32" fmla="*/ 76 w 156"/>
                <a:gd name="T33" fmla="*/ 246 h 312"/>
                <a:gd name="T34" fmla="*/ 76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6" y="107"/>
                  </a:moveTo>
                  <a:lnTo>
                    <a:pt x="148" y="107"/>
                  </a:lnTo>
                  <a:lnTo>
                    <a:pt x="148" y="92"/>
                  </a:lnTo>
                  <a:lnTo>
                    <a:pt x="76" y="92"/>
                  </a:lnTo>
                  <a:lnTo>
                    <a:pt x="76" y="0"/>
                  </a:lnTo>
                  <a:lnTo>
                    <a:pt x="64" y="0"/>
                  </a:lnTo>
                  <a:cubicBezTo>
                    <a:pt x="63" y="41"/>
                    <a:pt x="48" y="94"/>
                    <a:pt x="0" y="96"/>
                  </a:cubicBezTo>
                  <a:lnTo>
                    <a:pt x="0" y="107"/>
                  </a:lnTo>
                  <a:lnTo>
                    <a:pt x="42" y="107"/>
                  </a:lnTo>
                  <a:lnTo>
                    <a:pt x="42" y="245"/>
                  </a:lnTo>
                  <a:cubicBezTo>
                    <a:pt x="42" y="306"/>
                    <a:pt x="88" y="312"/>
                    <a:pt x="106" y="312"/>
                  </a:cubicBezTo>
                  <a:cubicBezTo>
                    <a:pt x="142" y="312"/>
                    <a:pt x="156" y="277"/>
                    <a:pt x="156" y="245"/>
                  </a:cubicBezTo>
                  <a:lnTo>
                    <a:pt x="156" y="217"/>
                  </a:lnTo>
                  <a:lnTo>
                    <a:pt x="143" y="217"/>
                  </a:lnTo>
                  <a:lnTo>
                    <a:pt x="143" y="244"/>
                  </a:lnTo>
                  <a:cubicBezTo>
                    <a:pt x="143" y="281"/>
                    <a:pt x="128" y="300"/>
                    <a:pt x="110" y="300"/>
                  </a:cubicBezTo>
                  <a:cubicBezTo>
                    <a:pt x="76" y="300"/>
                    <a:pt x="76" y="254"/>
                    <a:pt x="76" y="246"/>
                  </a:cubicBezTo>
                  <a:lnTo>
                    <a:pt x="76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4" name="Freeform 43">
              <a:extLst>
                <a:ext uri="{FF2B5EF4-FFF2-40B4-BE49-F238E27FC236}">
                  <a16:creationId xmlns:a16="http://schemas.microsoft.com/office/drawing/2014/main" id="{633AD4B4-9D49-4193-B8F5-535272308A7A}"/>
                </a:ext>
              </a:extLst>
            </p:cNvPr>
            <p:cNvSpPr>
              <a:spLocks noEditPoints="1"/>
            </p:cNvSpPr>
            <p:nvPr>
              <p:custDataLst>
                <p:tags r:id="rId366"/>
              </p:custDataLst>
            </p:nvPr>
          </p:nvSpPr>
          <p:spPr bwMode="auto">
            <a:xfrm>
              <a:off x="3208342" y="2211388"/>
              <a:ext cx="44450" cy="60325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1 w 193"/>
                <a:gd name="T9" fmla="*/ 109 h 229"/>
                <a:gd name="T10" fmla="*/ 181 w 193"/>
                <a:gd name="T11" fmla="*/ 109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7 w 193"/>
                <a:gd name="T23" fmla="*/ 158 h 229"/>
                <a:gd name="T24" fmla="*/ 180 w 193"/>
                <a:gd name="T25" fmla="*/ 165 h 229"/>
                <a:gd name="T26" fmla="*/ 113 w 193"/>
                <a:gd name="T27" fmla="*/ 217 h 229"/>
                <a:gd name="T28" fmla="*/ 56 w 193"/>
                <a:gd name="T29" fmla="*/ 183 h 229"/>
                <a:gd name="T30" fmla="*/ 41 w 193"/>
                <a:gd name="T31" fmla="*/ 10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4"/>
                    <a:pt x="87" y="11"/>
                    <a:pt x="104" y="11"/>
                  </a:cubicBezTo>
                  <a:cubicBezTo>
                    <a:pt x="155" y="11"/>
                    <a:pt x="160" y="79"/>
                    <a:pt x="160" y="98"/>
                  </a:cubicBezTo>
                  <a:lnTo>
                    <a:pt x="42" y="98"/>
                  </a:lnTo>
                  <a:close/>
                  <a:moveTo>
                    <a:pt x="41" y="109"/>
                  </a:moveTo>
                  <a:lnTo>
                    <a:pt x="181" y="109"/>
                  </a:lnTo>
                  <a:cubicBezTo>
                    <a:pt x="192" y="109"/>
                    <a:pt x="193" y="109"/>
                    <a:pt x="193" y="98"/>
                  </a:cubicBezTo>
                  <a:cubicBezTo>
                    <a:pt x="193" y="49"/>
                    <a:pt x="166" y="0"/>
                    <a:pt x="104" y="0"/>
                  </a:cubicBezTo>
                  <a:cubicBezTo>
                    <a:pt x="46" y="0"/>
                    <a:pt x="0" y="52"/>
                    <a:pt x="0" y="114"/>
                  </a:cubicBezTo>
                  <a:cubicBezTo>
                    <a:pt x="0" y="181"/>
                    <a:pt x="52" y="229"/>
                    <a:pt x="110" y="229"/>
                  </a:cubicBezTo>
                  <a:cubicBezTo>
                    <a:pt x="171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7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6" y="183"/>
                  </a:cubicBezTo>
                  <a:cubicBezTo>
                    <a:pt x="41" y="159"/>
                    <a:pt x="41" y="127"/>
                    <a:pt x="41" y="10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5" name="Freeform 44">
              <a:extLst>
                <a:ext uri="{FF2B5EF4-FFF2-40B4-BE49-F238E27FC236}">
                  <a16:creationId xmlns:a16="http://schemas.microsoft.com/office/drawing/2014/main" id="{1E1EB763-199E-41F1-BB27-645462061E8B}"/>
                </a:ext>
              </a:extLst>
            </p:cNvPr>
            <p:cNvSpPr>
              <a:spLocks/>
            </p:cNvSpPr>
            <p:nvPr>
              <p:custDataLst>
                <p:tags r:id="rId367"/>
              </p:custDataLst>
            </p:nvPr>
          </p:nvSpPr>
          <p:spPr bwMode="auto">
            <a:xfrm>
              <a:off x="3302004" y="2211388"/>
              <a:ext cx="44450" cy="60325"/>
            </a:xfrm>
            <a:custGeom>
              <a:avLst/>
              <a:gdLst>
                <a:gd name="T0" fmla="*/ 169 w 183"/>
                <a:gd name="T1" fmla="*/ 34 h 226"/>
                <a:gd name="T2" fmla="*/ 145 w 183"/>
                <a:gd name="T3" fmla="*/ 57 h 226"/>
                <a:gd name="T4" fmla="*/ 160 w 183"/>
                <a:gd name="T5" fmla="*/ 71 h 226"/>
                <a:gd name="T6" fmla="*/ 183 w 183"/>
                <a:gd name="T7" fmla="*/ 43 h 226"/>
                <a:gd name="T8" fmla="*/ 124 w 183"/>
                <a:gd name="T9" fmla="*/ 0 h 226"/>
                <a:gd name="T10" fmla="*/ 40 w 183"/>
                <a:gd name="T11" fmla="*/ 73 h 226"/>
                <a:gd name="T12" fmla="*/ 91 w 183"/>
                <a:gd name="T13" fmla="*/ 123 h 226"/>
                <a:gd name="T14" fmla="*/ 143 w 183"/>
                <a:gd name="T15" fmla="*/ 160 h 226"/>
                <a:gd name="T16" fmla="*/ 71 w 183"/>
                <a:gd name="T17" fmla="*/ 215 h 226"/>
                <a:gd name="T18" fmla="*/ 15 w 183"/>
                <a:gd name="T19" fmla="*/ 189 h 226"/>
                <a:gd name="T20" fmla="*/ 46 w 183"/>
                <a:gd name="T21" fmla="*/ 162 h 226"/>
                <a:gd name="T22" fmla="*/ 28 w 183"/>
                <a:gd name="T23" fmla="*/ 145 h 226"/>
                <a:gd name="T24" fmla="*/ 0 w 183"/>
                <a:gd name="T25" fmla="*/ 178 h 226"/>
                <a:gd name="T26" fmla="*/ 71 w 183"/>
                <a:gd name="T27" fmla="*/ 226 h 226"/>
                <a:gd name="T28" fmla="*/ 171 w 183"/>
                <a:gd name="T29" fmla="*/ 143 h 226"/>
                <a:gd name="T30" fmla="*/ 156 w 183"/>
                <a:gd name="T31" fmla="*/ 107 h 226"/>
                <a:gd name="T32" fmla="*/ 106 w 183"/>
                <a:gd name="T33" fmla="*/ 86 h 226"/>
                <a:gd name="T34" fmla="*/ 68 w 183"/>
                <a:gd name="T35" fmla="*/ 56 h 226"/>
                <a:gd name="T36" fmla="*/ 124 w 183"/>
                <a:gd name="T37" fmla="*/ 11 h 226"/>
                <a:gd name="T38" fmla="*/ 169 w 183"/>
                <a:gd name="T39" fmla="*/ 34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3" h="226">
                  <a:moveTo>
                    <a:pt x="169" y="34"/>
                  </a:moveTo>
                  <a:cubicBezTo>
                    <a:pt x="155" y="35"/>
                    <a:pt x="145" y="46"/>
                    <a:pt x="145" y="57"/>
                  </a:cubicBezTo>
                  <a:cubicBezTo>
                    <a:pt x="145" y="64"/>
                    <a:pt x="149" y="71"/>
                    <a:pt x="160" y="71"/>
                  </a:cubicBezTo>
                  <a:cubicBezTo>
                    <a:pt x="171" y="71"/>
                    <a:pt x="183" y="63"/>
                    <a:pt x="183" y="43"/>
                  </a:cubicBezTo>
                  <a:cubicBezTo>
                    <a:pt x="183" y="21"/>
                    <a:pt x="162" y="0"/>
                    <a:pt x="124" y="0"/>
                  </a:cubicBezTo>
                  <a:cubicBezTo>
                    <a:pt x="58" y="0"/>
                    <a:pt x="40" y="51"/>
                    <a:pt x="40" y="73"/>
                  </a:cubicBezTo>
                  <a:cubicBezTo>
                    <a:pt x="40" y="112"/>
                    <a:pt x="76" y="120"/>
                    <a:pt x="91" y="123"/>
                  </a:cubicBezTo>
                  <a:cubicBezTo>
                    <a:pt x="117" y="128"/>
                    <a:pt x="143" y="133"/>
                    <a:pt x="143" y="160"/>
                  </a:cubicBezTo>
                  <a:cubicBezTo>
                    <a:pt x="143" y="173"/>
                    <a:pt x="131" y="215"/>
                    <a:pt x="71" y="215"/>
                  </a:cubicBezTo>
                  <a:cubicBezTo>
                    <a:pt x="65" y="215"/>
                    <a:pt x="26" y="215"/>
                    <a:pt x="15" y="189"/>
                  </a:cubicBezTo>
                  <a:cubicBezTo>
                    <a:pt x="34" y="191"/>
                    <a:pt x="46" y="176"/>
                    <a:pt x="46" y="162"/>
                  </a:cubicBezTo>
                  <a:cubicBezTo>
                    <a:pt x="46" y="151"/>
                    <a:pt x="38" y="145"/>
                    <a:pt x="28" y="145"/>
                  </a:cubicBezTo>
                  <a:cubicBezTo>
                    <a:pt x="15" y="145"/>
                    <a:pt x="0" y="155"/>
                    <a:pt x="0" y="178"/>
                  </a:cubicBezTo>
                  <a:cubicBezTo>
                    <a:pt x="0" y="206"/>
                    <a:pt x="28" y="226"/>
                    <a:pt x="71" y="226"/>
                  </a:cubicBezTo>
                  <a:cubicBezTo>
                    <a:pt x="152" y="226"/>
                    <a:pt x="171" y="166"/>
                    <a:pt x="171" y="143"/>
                  </a:cubicBezTo>
                  <a:cubicBezTo>
                    <a:pt x="171" y="125"/>
                    <a:pt x="162" y="113"/>
                    <a:pt x="156" y="107"/>
                  </a:cubicBezTo>
                  <a:cubicBezTo>
                    <a:pt x="142" y="93"/>
                    <a:pt x="128" y="91"/>
                    <a:pt x="106" y="86"/>
                  </a:cubicBezTo>
                  <a:cubicBezTo>
                    <a:pt x="88" y="82"/>
                    <a:pt x="68" y="79"/>
                    <a:pt x="68" y="56"/>
                  </a:cubicBezTo>
                  <a:cubicBezTo>
                    <a:pt x="68" y="42"/>
                    <a:pt x="80" y="11"/>
                    <a:pt x="124" y="11"/>
                  </a:cubicBezTo>
                  <a:cubicBezTo>
                    <a:pt x="136" y="11"/>
                    <a:pt x="161" y="15"/>
                    <a:pt x="169" y="3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6" name="Freeform 45">
              <a:extLst>
                <a:ext uri="{FF2B5EF4-FFF2-40B4-BE49-F238E27FC236}">
                  <a16:creationId xmlns:a16="http://schemas.microsoft.com/office/drawing/2014/main" id="{7016E174-1DEF-46A9-8B7A-2BF6C182C0B3}"/>
                </a:ext>
              </a:extLst>
            </p:cNvPr>
            <p:cNvSpPr>
              <a:spLocks/>
            </p:cNvSpPr>
            <p:nvPr>
              <p:custDataLst>
                <p:tags r:id="rId368"/>
              </p:custDataLst>
            </p:nvPr>
          </p:nvSpPr>
          <p:spPr bwMode="auto">
            <a:xfrm>
              <a:off x="3357567" y="2225675"/>
              <a:ext cx="41275" cy="65088"/>
            </a:xfrm>
            <a:custGeom>
              <a:avLst/>
              <a:gdLst>
                <a:gd name="T0" fmla="*/ 83 w 172"/>
                <a:gd name="T1" fmla="*/ 11 h 246"/>
                <a:gd name="T2" fmla="*/ 85 w 172"/>
                <a:gd name="T3" fmla="*/ 5 h 246"/>
                <a:gd name="T4" fmla="*/ 79 w 172"/>
                <a:gd name="T5" fmla="*/ 0 h 246"/>
                <a:gd name="T6" fmla="*/ 35 w 172"/>
                <a:gd name="T7" fmla="*/ 4 h 246"/>
                <a:gd name="T8" fmla="*/ 27 w 172"/>
                <a:gd name="T9" fmla="*/ 12 h 246"/>
                <a:gd name="T10" fmla="*/ 36 w 172"/>
                <a:gd name="T11" fmla="*/ 17 h 246"/>
                <a:gd name="T12" fmla="*/ 53 w 172"/>
                <a:gd name="T13" fmla="*/ 22 h 246"/>
                <a:gd name="T14" fmla="*/ 51 w 172"/>
                <a:gd name="T15" fmla="*/ 30 h 246"/>
                <a:gd name="T16" fmla="*/ 2 w 172"/>
                <a:gd name="T17" fmla="*/ 227 h 246"/>
                <a:gd name="T18" fmla="*/ 0 w 172"/>
                <a:gd name="T19" fmla="*/ 235 h 246"/>
                <a:gd name="T20" fmla="*/ 12 w 172"/>
                <a:gd name="T21" fmla="*/ 246 h 246"/>
                <a:gd name="T22" fmla="*/ 28 w 172"/>
                <a:gd name="T23" fmla="*/ 231 h 246"/>
                <a:gd name="T24" fmla="*/ 45 w 172"/>
                <a:gd name="T25" fmla="*/ 164 h 246"/>
                <a:gd name="T26" fmla="*/ 90 w 172"/>
                <a:gd name="T27" fmla="*/ 192 h 246"/>
                <a:gd name="T28" fmla="*/ 89 w 172"/>
                <a:gd name="T29" fmla="*/ 199 h 246"/>
                <a:gd name="T30" fmla="*/ 88 w 172"/>
                <a:gd name="T31" fmla="*/ 210 h 246"/>
                <a:gd name="T32" fmla="*/ 125 w 172"/>
                <a:gd name="T33" fmla="*/ 246 h 246"/>
                <a:gd name="T34" fmla="*/ 169 w 172"/>
                <a:gd name="T35" fmla="*/ 193 h 246"/>
                <a:gd name="T36" fmla="*/ 164 w 172"/>
                <a:gd name="T37" fmla="*/ 188 h 246"/>
                <a:gd name="T38" fmla="*/ 157 w 172"/>
                <a:gd name="T39" fmla="*/ 197 h 246"/>
                <a:gd name="T40" fmla="*/ 126 w 172"/>
                <a:gd name="T41" fmla="*/ 236 h 246"/>
                <a:gd name="T42" fmla="*/ 114 w 172"/>
                <a:gd name="T43" fmla="*/ 218 h 246"/>
                <a:gd name="T44" fmla="*/ 116 w 172"/>
                <a:gd name="T45" fmla="*/ 202 h 246"/>
                <a:gd name="T46" fmla="*/ 118 w 172"/>
                <a:gd name="T47" fmla="*/ 192 h 246"/>
                <a:gd name="T48" fmla="*/ 61 w 172"/>
                <a:gd name="T49" fmla="*/ 155 h 246"/>
                <a:gd name="T50" fmla="*/ 90 w 172"/>
                <a:gd name="T51" fmla="*/ 132 h 246"/>
                <a:gd name="T52" fmla="*/ 145 w 172"/>
                <a:gd name="T53" fmla="*/ 98 h 246"/>
                <a:gd name="T54" fmla="*/ 156 w 172"/>
                <a:gd name="T55" fmla="*/ 103 h 246"/>
                <a:gd name="T56" fmla="*/ 138 w 172"/>
                <a:gd name="T57" fmla="*/ 122 h 246"/>
                <a:gd name="T58" fmla="*/ 152 w 172"/>
                <a:gd name="T59" fmla="*/ 135 h 246"/>
                <a:gd name="T60" fmla="*/ 172 w 172"/>
                <a:gd name="T61" fmla="*/ 113 h 246"/>
                <a:gd name="T62" fmla="*/ 145 w 172"/>
                <a:gd name="T63" fmla="*/ 89 h 246"/>
                <a:gd name="T64" fmla="*/ 89 w 172"/>
                <a:gd name="T65" fmla="*/ 119 h 246"/>
                <a:gd name="T66" fmla="*/ 49 w 172"/>
                <a:gd name="T67" fmla="*/ 150 h 246"/>
                <a:gd name="T68" fmla="*/ 83 w 172"/>
                <a:gd name="T69" fmla="*/ 11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2" h="246">
                  <a:moveTo>
                    <a:pt x="83" y="11"/>
                  </a:moveTo>
                  <a:cubicBezTo>
                    <a:pt x="84" y="10"/>
                    <a:pt x="85" y="6"/>
                    <a:pt x="85" y="5"/>
                  </a:cubicBezTo>
                  <a:cubicBezTo>
                    <a:pt x="85" y="3"/>
                    <a:pt x="83" y="0"/>
                    <a:pt x="79" y="0"/>
                  </a:cubicBezTo>
                  <a:cubicBezTo>
                    <a:pt x="72" y="0"/>
                    <a:pt x="43" y="3"/>
                    <a:pt x="35" y="4"/>
                  </a:cubicBezTo>
                  <a:cubicBezTo>
                    <a:pt x="32" y="4"/>
                    <a:pt x="27" y="5"/>
                    <a:pt x="27" y="12"/>
                  </a:cubicBezTo>
                  <a:cubicBezTo>
                    <a:pt x="27" y="17"/>
                    <a:pt x="32" y="17"/>
                    <a:pt x="36" y="17"/>
                  </a:cubicBezTo>
                  <a:cubicBezTo>
                    <a:pt x="53" y="17"/>
                    <a:pt x="53" y="19"/>
                    <a:pt x="53" y="22"/>
                  </a:cubicBezTo>
                  <a:cubicBezTo>
                    <a:pt x="53" y="24"/>
                    <a:pt x="52" y="27"/>
                    <a:pt x="51" y="30"/>
                  </a:cubicBezTo>
                  <a:lnTo>
                    <a:pt x="2" y="227"/>
                  </a:lnTo>
                  <a:cubicBezTo>
                    <a:pt x="0" y="234"/>
                    <a:pt x="0" y="234"/>
                    <a:pt x="0" y="235"/>
                  </a:cubicBezTo>
                  <a:cubicBezTo>
                    <a:pt x="0" y="240"/>
                    <a:pt x="5" y="246"/>
                    <a:pt x="12" y="246"/>
                  </a:cubicBezTo>
                  <a:cubicBezTo>
                    <a:pt x="22" y="246"/>
                    <a:pt x="26" y="239"/>
                    <a:pt x="28" y="231"/>
                  </a:cubicBezTo>
                  <a:cubicBezTo>
                    <a:pt x="29" y="230"/>
                    <a:pt x="44" y="169"/>
                    <a:pt x="45" y="164"/>
                  </a:cubicBezTo>
                  <a:cubicBezTo>
                    <a:pt x="70" y="166"/>
                    <a:pt x="90" y="174"/>
                    <a:pt x="90" y="192"/>
                  </a:cubicBezTo>
                  <a:cubicBezTo>
                    <a:pt x="90" y="194"/>
                    <a:pt x="90" y="196"/>
                    <a:pt x="89" y="199"/>
                  </a:cubicBezTo>
                  <a:cubicBezTo>
                    <a:pt x="88" y="205"/>
                    <a:pt x="88" y="206"/>
                    <a:pt x="88" y="210"/>
                  </a:cubicBezTo>
                  <a:cubicBezTo>
                    <a:pt x="88" y="235"/>
                    <a:pt x="108" y="246"/>
                    <a:pt x="125" y="246"/>
                  </a:cubicBezTo>
                  <a:cubicBezTo>
                    <a:pt x="159" y="246"/>
                    <a:pt x="169" y="193"/>
                    <a:pt x="169" y="193"/>
                  </a:cubicBezTo>
                  <a:cubicBezTo>
                    <a:pt x="169" y="188"/>
                    <a:pt x="165" y="188"/>
                    <a:pt x="164" y="188"/>
                  </a:cubicBezTo>
                  <a:cubicBezTo>
                    <a:pt x="159" y="188"/>
                    <a:pt x="158" y="190"/>
                    <a:pt x="157" y="197"/>
                  </a:cubicBezTo>
                  <a:cubicBezTo>
                    <a:pt x="153" y="212"/>
                    <a:pt x="143" y="236"/>
                    <a:pt x="126" y="236"/>
                  </a:cubicBezTo>
                  <a:cubicBezTo>
                    <a:pt x="117" y="236"/>
                    <a:pt x="114" y="228"/>
                    <a:pt x="114" y="218"/>
                  </a:cubicBezTo>
                  <a:cubicBezTo>
                    <a:pt x="114" y="212"/>
                    <a:pt x="114" y="212"/>
                    <a:pt x="116" y="202"/>
                  </a:cubicBezTo>
                  <a:cubicBezTo>
                    <a:pt x="116" y="201"/>
                    <a:pt x="118" y="195"/>
                    <a:pt x="118" y="192"/>
                  </a:cubicBezTo>
                  <a:cubicBezTo>
                    <a:pt x="118" y="161"/>
                    <a:pt x="76" y="156"/>
                    <a:pt x="61" y="155"/>
                  </a:cubicBezTo>
                  <a:cubicBezTo>
                    <a:pt x="71" y="148"/>
                    <a:pt x="84" y="137"/>
                    <a:pt x="90" y="132"/>
                  </a:cubicBezTo>
                  <a:cubicBezTo>
                    <a:pt x="108" y="115"/>
                    <a:pt x="125" y="98"/>
                    <a:pt x="145" y="98"/>
                  </a:cubicBezTo>
                  <a:cubicBezTo>
                    <a:pt x="149" y="98"/>
                    <a:pt x="154" y="99"/>
                    <a:pt x="156" y="103"/>
                  </a:cubicBezTo>
                  <a:cubicBezTo>
                    <a:pt x="141" y="105"/>
                    <a:pt x="138" y="117"/>
                    <a:pt x="138" y="122"/>
                  </a:cubicBezTo>
                  <a:cubicBezTo>
                    <a:pt x="138" y="130"/>
                    <a:pt x="144" y="135"/>
                    <a:pt x="152" y="135"/>
                  </a:cubicBezTo>
                  <a:cubicBezTo>
                    <a:pt x="162" y="135"/>
                    <a:pt x="172" y="128"/>
                    <a:pt x="172" y="113"/>
                  </a:cubicBezTo>
                  <a:cubicBezTo>
                    <a:pt x="172" y="102"/>
                    <a:pt x="164" y="89"/>
                    <a:pt x="145" y="89"/>
                  </a:cubicBezTo>
                  <a:cubicBezTo>
                    <a:pt x="125" y="89"/>
                    <a:pt x="107" y="103"/>
                    <a:pt x="89" y="119"/>
                  </a:cubicBezTo>
                  <a:cubicBezTo>
                    <a:pt x="75" y="133"/>
                    <a:pt x="63" y="144"/>
                    <a:pt x="49" y="150"/>
                  </a:cubicBezTo>
                  <a:lnTo>
                    <a:pt x="83" y="1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188" name="그룹 187" descr="\documentclass{article}&#10;\usepackage{amsmath}&#10;\pagestyle{empty}&#10;\begin{document}&#10;&#10;Inventory $\mathcal{I}_k$&#10;&#10;&#10;\end{document}" title="IguanaTex Vector Display">
            <a:extLst>
              <a:ext uri="{FF2B5EF4-FFF2-40B4-BE49-F238E27FC236}">
                <a16:creationId xmlns:a16="http://schemas.microsoft.com/office/drawing/2014/main" id="{E211DB02-952B-4473-89F5-A316AB57FE3D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903535" y="1978025"/>
            <a:ext cx="617992" cy="100827"/>
            <a:chOff x="2903535" y="1978025"/>
            <a:chExt cx="561976" cy="106363"/>
          </a:xfrm>
        </p:grpSpPr>
        <p:sp>
          <p:nvSpPr>
            <p:cNvPr id="176" name="Freeform 52">
              <a:extLst>
                <a:ext uri="{FF2B5EF4-FFF2-40B4-BE49-F238E27FC236}">
                  <a16:creationId xmlns:a16="http://schemas.microsoft.com/office/drawing/2014/main" id="{77D1AD54-4126-4EF3-8923-8DB59DA65D9A}"/>
                </a:ext>
              </a:extLst>
            </p:cNvPr>
            <p:cNvSpPr>
              <a:spLocks/>
            </p:cNvSpPr>
            <p:nvPr>
              <p:custDataLst>
                <p:tags r:id="rId351"/>
              </p:custDataLst>
            </p:nvPr>
          </p:nvSpPr>
          <p:spPr bwMode="auto">
            <a:xfrm>
              <a:off x="2903535" y="1978025"/>
              <a:ext cx="31750" cy="80963"/>
            </a:xfrm>
            <a:custGeom>
              <a:avLst/>
              <a:gdLst>
                <a:gd name="T0" fmla="*/ 98 w 152"/>
                <a:gd name="T1" fmla="*/ 39 h 341"/>
                <a:gd name="T2" fmla="*/ 139 w 152"/>
                <a:gd name="T3" fmla="*/ 16 h 341"/>
                <a:gd name="T4" fmla="*/ 152 w 152"/>
                <a:gd name="T5" fmla="*/ 16 h 341"/>
                <a:gd name="T6" fmla="*/ 152 w 152"/>
                <a:gd name="T7" fmla="*/ 0 h 341"/>
                <a:gd name="T8" fmla="*/ 76 w 152"/>
                <a:gd name="T9" fmla="*/ 2 h 341"/>
                <a:gd name="T10" fmla="*/ 0 w 152"/>
                <a:gd name="T11" fmla="*/ 0 h 341"/>
                <a:gd name="T12" fmla="*/ 0 w 152"/>
                <a:gd name="T13" fmla="*/ 16 h 341"/>
                <a:gd name="T14" fmla="*/ 13 w 152"/>
                <a:gd name="T15" fmla="*/ 16 h 341"/>
                <a:gd name="T16" fmla="*/ 53 w 152"/>
                <a:gd name="T17" fmla="*/ 39 h 341"/>
                <a:gd name="T18" fmla="*/ 53 w 152"/>
                <a:gd name="T19" fmla="*/ 302 h 341"/>
                <a:gd name="T20" fmla="*/ 13 w 152"/>
                <a:gd name="T21" fmla="*/ 326 h 341"/>
                <a:gd name="T22" fmla="*/ 0 w 152"/>
                <a:gd name="T23" fmla="*/ 326 h 341"/>
                <a:gd name="T24" fmla="*/ 0 w 152"/>
                <a:gd name="T25" fmla="*/ 341 h 341"/>
                <a:gd name="T26" fmla="*/ 75 w 152"/>
                <a:gd name="T27" fmla="*/ 340 h 341"/>
                <a:gd name="T28" fmla="*/ 152 w 152"/>
                <a:gd name="T29" fmla="*/ 341 h 341"/>
                <a:gd name="T30" fmla="*/ 152 w 152"/>
                <a:gd name="T31" fmla="*/ 326 h 341"/>
                <a:gd name="T32" fmla="*/ 139 w 152"/>
                <a:gd name="T33" fmla="*/ 326 h 341"/>
                <a:gd name="T34" fmla="*/ 98 w 152"/>
                <a:gd name="T35" fmla="*/ 302 h 341"/>
                <a:gd name="T36" fmla="*/ 98 w 152"/>
                <a:gd name="T37" fmla="*/ 39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2" h="341">
                  <a:moveTo>
                    <a:pt x="98" y="39"/>
                  </a:moveTo>
                  <a:cubicBezTo>
                    <a:pt x="98" y="21"/>
                    <a:pt x="99" y="16"/>
                    <a:pt x="139" y="16"/>
                  </a:cubicBezTo>
                  <a:lnTo>
                    <a:pt x="152" y="16"/>
                  </a:lnTo>
                  <a:lnTo>
                    <a:pt x="152" y="0"/>
                  </a:lnTo>
                  <a:cubicBezTo>
                    <a:pt x="134" y="2"/>
                    <a:pt x="95" y="2"/>
                    <a:pt x="76" y="2"/>
                  </a:cubicBezTo>
                  <a:cubicBezTo>
                    <a:pt x="56" y="2"/>
                    <a:pt x="17" y="2"/>
                    <a:pt x="0" y="0"/>
                  </a:cubicBezTo>
                  <a:lnTo>
                    <a:pt x="0" y="16"/>
                  </a:lnTo>
                  <a:lnTo>
                    <a:pt x="13" y="16"/>
                  </a:lnTo>
                  <a:cubicBezTo>
                    <a:pt x="52" y="16"/>
                    <a:pt x="53" y="21"/>
                    <a:pt x="53" y="39"/>
                  </a:cubicBezTo>
                  <a:lnTo>
                    <a:pt x="53" y="302"/>
                  </a:lnTo>
                  <a:cubicBezTo>
                    <a:pt x="53" y="320"/>
                    <a:pt x="52" y="326"/>
                    <a:pt x="13" y="326"/>
                  </a:cubicBezTo>
                  <a:lnTo>
                    <a:pt x="0" y="326"/>
                  </a:lnTo>
                  <a:lnTo>
                    <a:pt x="0" y="341"/>
                  </a:lnTo>
                  <a:cubicBezTo>
                    <a:pt x="17" y="340"/>
                    <a:pt x="56" y="340"/>
                    <a:pt x="75" y="340"/>
                  </a:cubicBezTo>
                  <a:cubicBezTo>
                    <a:pt x="95" y="340"/>
                    <a:pt x="134" y="340"/>
                    <a:pt x="152" y="341"/>
                  </a:cubicBezTo>
                  <a:lnTo>
                    <a:pt x="152" y="326"/>
                  </a:lnTo>
                  <a:lnTo>
                    <a:pt x="139" y="326"/>
                  </a:lnTo>
                  <a:cubicBezTo>
                    <a:pt x="99" y="326"/>
                    <a:pt x="98" y="320"/>
                    <a:pt x="98" y="302"/>
                  </a:cubicBezTo>
                  <a:lnTo>
                    <a:pt x="98" y="3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7" name="Freeform 53">
              <a:extLst>
                <a:ext uri="{FF2B5EF4-FFF2-40B4-BE49-F238E27FC236}">
                  <a16:creationId xmlns:a16="http://schemas.microsoft.com/office/drawing/2014/main" id="{23C85721-FE33-4D7F-AB0C-1436DB6D142C}"/>
                </a:ext>
              </a:extLst>
            </p:cNvPr>
            <p:cNvSpPr>
              <a:spLocks/>
            </p:cNvSpPr>
            <p:nvPr>
              <p:custDataLst>
                <p:tags r:id="rId352"/>
              </p:custDataLst>
            </p:nvPr>
          </p:nvSpPr>
          <p:spPr bwMode="auto">
            <a:xfrm>
              <a:off x="2941635" y="2006600"/>
              <a:ext cx="52388" cy="52388"/>
            </a:xfrm>
            <a:custGeom>
              <a:avLst/>
              <a:gdLst>
                <a:gd name="T0" fmla="*/ 39 w 251"/>
                <a:gd name="T1" fmla="*/ 49 h 221"/>
                <a:gd name="T2" fmla="*/ 39 w 251"/>
                <a:gd name="T3" fmla="*/ 183 h 221"/>
                <a:gd name="T4" fmla="*/ 0 w 251"/>
                <a:gd name="T5" fmla="*/ 206 h 221"/>
                <a:gd name="T6" fmla="*/ 0 w 251"/>
                <a:gd name="T7" fmla="*/ 221 h 221"/>
                <a:gd name="T8" fmla="*/ 57 w 251"/>
                <a:gd name="T9" fmla="*/ 220 h 221"/>
                <a:gd name="T10" fmla="*/ 113 w 251"/>
                <a:gd name="T11" fmla="*/ 221 h 221"/>
                <a:gd name="T12" fmla="*/ 113 w 251"/>
                <a:gd name="T13" fmla="*/ 206 h 221"/>
                <a:gd name="T14" fmla="*/ 74 w 251"/>
                <a:gd name="T15" fmla="*/ 183 h 221"/>
                <a:gd name="T16" fmla="*/ 74 w 251"/>
                <a:gd name="T17" fmla="*/ 91 h 221"/>
                <a:gd name="T18" fmla="*/ 141 w 251"/>
                <a:gd name="T19" fmla="*/ 11 h 221"/>
                <a:gd name="T20" fmla="*/ 178 w 251"/>
                <a:gd name="T21" fmla="*/ 67 h 221"/>
                <a:gd name="T22" fmla="*/ 178 w 251"/>
                <a:gd name="T23" fmla="*/ 183 h 221"/>
                <a:gd name="T24" fmla="*/ 139 w 251"/>
                <a:gd name="T25" fmla="*/ 206 h 221"/>
                <a:gd name="T26" fmla="*/ 139 w 251"/>
                <a:gd name="T27" fmla="*/ 221 h 221"/>
                <a:gd name="T28" fmla="*/ 195 w 251"/>
                <a:gd name="T29" fmla="*/ 220 h 221"/>
                <a:gd name="T30" fmla="*/ 251 w 251"/>
                <a:gd name="T31" fmla="*/ 221 h 221"/>
                <a:gd name="T32" fmla="*/ 251 w 251"/>
                <a:gd name="T33" fmla="*/ 206 h 221"/>
                <a:gd name="T34" fmla="*/ 212 w 251"/>
                <a:gd name="T35" fmla="*/ 191 h 221"/>
                <a:gd name="T36" fmla="*/ 212 w 251"/>
                <a:gd name="T37" fmla="*/ 95 h 221"/>
                <a:gd name="T38" fmla="*/ 197 w 251"/>
                <a:gd name="T39" fmla="*/ 19 h 221"/>
                <a:gd name="T40" fmla="*/ 145 w 251"/>
                <a:gd name="T41" fmla="*/ 0 h 221"/>
                <a:gd name="T42" fmla="*/ 71 w 251"/>
                <a:gd name="T43" fmla="*/ 53 h 221"/>
                <a:gd name="T44" fmla="*/ 71 w 251"/>
                <a:gd name="T45" fmla="*/ 0 h 221"/>
                <a:gd name="T46" fmla="*/ 0 w 251"/>
                <a:gd name="T47" fmla="*/ 6 h 221"/>
                <a:gd name="T48" fmla="*/ 0 w 251"/>
                <a:gd name="T49" fmla="*/ 21 h 221"/>
                <a:gd name="T50" fmla="*/ 39 w 251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6"/>
                    <a:pt x="34" y="206"/>
                    <a:pt x="0" y="206"/>
                  </a:cubicBezTo>
                  <a:lnTo>
                    <a:pt x="0" y="221"/>
                  </a:lnTo>
                  <a:cubicBezTo>
                    <a:pt x="18" y="221"/>
                    <a:pt x="43" y="220"/>
                    <a:pt x="57" y="220"/>
                  </a:cubicBezTo>
                  <a:cubicBezTo>
                    <a:pt x="70" y="220"/>
                    <a:pt x="96" y="221"/>
                    <a:pt x="113" y="221"/>
                  </a:cubicBezTo>
                  <a:lnTo>
                    <a:pt x="113" y="206"/>
                  </a:lnTo>
                  <a:cubicBezTo>
                    <a:pt x="79" y="206"/>
                    <a:pt x="74" y="206"/>
                    <a:pt x="74" y="183"/>
                  </a:cubicBezTo>
                  <a:lnTo>
                    <a:pt x="74" y="91"/>
                  </a:lnTo>
                  <a:cubicBezTo>
                    <a:pt x="74" y="39"/>
                    <a:pt x="109" y="11"/>
                    <a:pt x="141" y="11"/>
                  </a:cubicBezTo>
                  <a:cubicBezTo>
                    <a:pt x="173" y="11"/>
                    <a:pt x="178" y="38"/>
                    <a:pt x="178" y="67"/>
                  </a:cubicBezTo>
                  <a:lnTo>
                    <a:pt x="178" y="183"/>
                  </a:lnTo>
                  <a:cubicBezTo>
                    <a:pt x="178" y="206"/>
                    <a:pt x="173" y="206"/>
                    <a:pt x="139" y="206"/>
                  </a:cubicBezTo>
                  <a:lnTo>
                    <a:pt x="139" y="221"/>
                  </a:lnTo>
                  <a:cubicBezTo>
                    <a:pt x="157" y="221"/>
                    <a:pt x="182" y="220"/>
                    <a:pt x="195" y="220"/>
                  </a:cubicBezTo>
                  <a:cubicBezTo>
                    <a:pt x="208" y="220"/>
                    <a:pt x="234" y="221"/>
                    <a:pt x="251" y="221"/>
                  </a:cubicBezTo>
                  <a:lnTo>
                    <a:pt x="251" y="206"/>
                  </a:lnTo>
                  <a:cubicBezTo>
                    <a:pt x="225" y="206"/>
                    <a:pt x="213" y="206"/>
                    <a:pt x="212" y="191"/>
                  </a:cubicBezTo>
                  <a:lnTo>
                    <a:pt x="212" y="95"/>
                  </a:lnTo>
                  <a:cubicBezTo>
                    <a:pt x="212" y="52"/>
                    <a:pt x="212" y="37"/>
                    <a:pt x="197" y="19"/>
                  </a:cubicBezTo>
                  <a:cubicBezTo>
                    <a:pt x="190" y="10"/>
                    <a:pt x="174" y="0"/>
                    <a:pt x="145" y="0"/>
                  </a:cubicBezTo>
                  <a:cubicBezTo>
                    <a:pt x="108" y="0"/>
                    <a:pt x="85" y="22"/>
                    <a:pt x="71" y="53"/>
                  </a:cubicBezTo>
                  <a:lnTo>
                    <a:pt x="71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8" name="Freeform 54">
              <a:extLst>
                <a:ext uri="{FF2B5EF4-FFF2-40B4-BE49-F238E27FC236}">
                  <a16:creationId xmlns:a16="http://schemas.microsoft.com/office/drawing/2014/main" id="{F53E7DE5-CC89-4E89-A8B7-0E4768CFFB41}"/>
                </a:ext>
              </a:extLst>
            </p:cNvPr>
            <p:cNvSpPr>
              <a:spLocks/>
            </p:cNvSpPr>
            <p:nvPr>
              <p:custDataLst>
                <p:tags r:id="rId353"/>
              </p:custDataLst>
            </p:nvPr>
          </p:nvSpPr>
          <p:spPr bwMode="auto">
            <a:xfrm>
              <a:off x="2994023" y="2008188"/>
              <a:ext cx="50800" cy="52388"/>
            </a:xfrm>
            <a:custGeom>
              <a:avLst/>
              <a:gdLst>
                <a:gd name="T0" fmla="*/ 198 w 244"/>
                <a:gd name="T1" fmla="*/ 49 h 221"/>
                <a:gd name="T2" fmla="*/ 244 w 244"/>
                <a:gd name="T3" fmla="*/ 15 h 221"/>
                <a:gd name="T4" fmla="*/ 244 w 244"/>
                <a:gd name="T5" fmla="*/ 0 h 221"/>
                <a:gd name="T6" fmla="*/ 206 w 244"/>
                <a:gd name="T7" fmla="*/ 1 h 221"/>
                <a:gd name="T8" fmla="*/ 163 w 244"/>
                <a:gd name="T9" fmla="*/ 0 h 221"/>
                <a:gd name="T10" fmla="*/ 163 w 244"/>
                <a:gd name="T11" fmla="*/ 15 h 221"/>
                <a:gd name="T12" fmla="*/ 187 w 244"/>
                <a:gd name="T13" fmla="*/ 37 h 221"/>
                <a:gd name="T14" fmla="*/ 184 w 244"/>
                <a:gd name="T15" fmla="*/ 49 h 221"/>
                <a:gd name="T16" fmla="*/ 133 w 244"/>
                <a:gd name="T17" fmla="*/ 176 h 221"/>
                <a:gd name="T18" fmla="*/ 77 w 244"/>
                <a:gd name="T19" fmla="*/ 37 h 221"/>
                <a:gd name="T20" fmla="*/ 74 w 244"/>
                <a:gd name="T21" fmla="*/ 28 h 221"/>
                <a:gd name="T22" fmla="*/ 103 w 244"/>
                <a:gd name="T23" fmla="*/ 15 h 221"/>
                <a:gd name="T24" fmla="*/ 103 w 244"/>
                <a:gd name="T25" fmla="*/ 0 h 221"/>
                <a:gd name="T26" fmla="*/ 48 w 244"/>
                <a:gd name="T27" fmla="*/ 1 h 221"/>
                <a:gd name="T28" fmla="*/ 0 w 244"/>
                <a:gd name="T29" fmla="*/ 0 h 221"/>
                <a:gd name="T30" fmla="*/ 0 w 244"/>
                <a:gd name="T31" fmla="*/ 15 h 221"/>
                <a:gd name="T32" fmla="*/ 40 w 244"/>
                <a:gd name="T33" fmla="*/ 34 h 221"/>
                <a:gd name="T34" fmla="*/ 112 w 244"/>
                <a:gd name="T35" fmla="*/ 211 h 221"/>
                <a:gd name="T36" fmla="*/ 122 w 244"/>
                <a:gd name="T37" fmla="*/ 221 h 221"/>
                <a:gd name="T38" fmla="*/ 132 w 244"/>
                <a:gd name="T39" fmla="*/ 211 h 221"/>
                <a:gd name="T40" fmla="*/ 198 w 244"/>
                <a:gd name="T4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4" h="221">
                  <a:moveTo>
                    <a:pt x="198" y="49"/>
                  </a:moveTo>
                  <a:cubicBezTo>
                    <a:pt x="202" y="37"/>
                    <a:pt x="211" y="16"/>
                    <a:pt x="244" y="15"/>
                  </a:cubicBezTo>
                  <a:lnTo>
                    <a:pt x="244" y="0"/>
                  </a:lnTo>
                  <a:cubicBezTo>
                    <a:pt x="232" y="1"/>
                    <a:pt x="218" y="1"/>
                    <a:pt x="206" y="1"/>
                  </a:cubicBezTo>
                  <a:cubicBezTo>
                    <a:pt x="194" y="1"/>
                    <a:pt x="171" y="0"/>
                    <a:pt x="163" y="0"/>
                  </a:cubicBezTo>
                  <a:lnTo>
                    <a:pt x="163" y="15"/>
                  </a:lnTo>
                  <a:cubicBezTo>
                    <a:pt x="181" y="16"/>
                    <a:pt x="187" y="27"/>
                    <a:pt x="187" y="37"/>
                  </a:cubicBezTo>
                  <a:cubicBezTo>
                    <a:pt x="187" y="41"/>
                    <a:pt x="186" y="43"/>
                    <a:pt x="184" y="49"/>
                  </a:cubicBezTo>
                  <a:lnTo>
                    <a:pt x="133" y="176"/>
                  </a:lnTo>
                  <a:lnTo>
                    <a:pt x="77" y="37"/>
                  </a:lnTo>
                  <a:cubicBezTo>
                    <a:pt x="74" y="30"/>
                    <a:pt x="74" y="29"/>
                    <a:pt x="74" y="28"/>
                  </a:cubicBezTo>
                  <a:cubicBezTo>
                    <a:pt x="74" y="15"/>
                    <a:pt x="94" y="15"/>
                    <a:pt x="103" y="15"/>
                  </a:cubicBezTo>
                  <a:lnTo>
                    <a:pt x="103" y="0"/>
                  </a:lnTo>
                  <a:cubicBezTo>
                    <a:pt x="88" y="0"/>
                    <a:pt x="60" y="1"/>
                    <a:pt x="48" y="1"/>
                  </a:cubicBezTo>
                  <a:cubicBezTo>
                    <a:pt x="35" y="1"/>
                    <a:pt x="15" y="1"/>
                    <a:pt x="0" y="0"/>
                  </a:cubicBezTo>
                  <a:lnTo>
                    <a:pt x="0" y="15"/>
                  </a:lnTo>
                  <a:cubicBezTo>
                    <a:pt x="31" y="15"/>
                    <a:pt x="33" y="18"/>
                    <a:pt x="40" y="34"/>
                  </a:cubicBezTo>
                  <a:lnTo>
                    <a:pt x="112" y="211"/>
                  </a:lnTo>
                  <a:cubicBezTo>
                    <a:pt x="114" y="218"/>
                    <a:pt x="116" y="221"/>
                    <a:pt x="122" y="221"/>
                  </a:cubicBezTo>
                  <a:cubicBezTo>
                    <a:pt x="128" y="221"/>
                    <a:pt x="130" y="216"/>
                    <a:pt x="132" y="211"/>
                  </a:cubicBezTo>
                  <a:lnTo>
                    <a:pt x="198" y="4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9" name="Freeform 55">
              <a:extLst>
                <a:ext uri="{FF2B5EF4-FFF2-40B4-BE49-F238E27FC236}">
                  <a16:creationId xmlns:a16="http://schemas.microsoft.com/office/drawing/2014/main" id="{063CC157-8AF9-4FCE-9C84-9FCCAA437A77}"/>
                </a:ext>
              </a:extLst>
            </p:cNvPr>
            <p:cNvSpPr>
              <a:spLocks noEditPoints="1"/>
            </p:cNvSpPr>
            <p:nvPr>
              <p:custDataLst>
                <p:tags r:id="rId354"/>
              </p:custDataLst>
            </p:nvPr>
          </p:nvSpPr>
          <p:spPr bwMode="auto">
            <a:xfrm>
              <a:off x="3047998" y="2006600"/>
              <a:ext cx="39688" cy="53975"/>
            </a:xfrm>
            <a:custGeom>
              <a:avLst/>
              <a:gdLst>
                <a:gd name="T0" fmla="*/ 42 w 193"/>
                <a:gd name="T1" fmla="*/ 98 h 230"/>
                <a:gd name="T2" fmla="*/ 104 w 193"/>
                <a:gd name="T3" fmla="*/ 11 h 230"/>
                <a:gd name="T4" fmla="*/ 160 w 193"/>
                <a:gd name="T5" fmla="*/ 98 h 230"/>
                <a:gd name="T6" fmla="*/ 42 w 193"/>
                <a:gd name="T7" fmla="*/ 98 h 230"/>
                <a:gd name="T8" fmla="*/ 42 w 193"/>
                <a:gd name="T9" fmla="*/ 109 h 230"/>
                <a:gd name="T10" fmla="*/ 181 w 193"/>
                <a:gd name="T11" fmla="*/ 109 h 230"/>
                <a:gd name="T12" fmla="*/ 193 w 193"/>
                <a:gd name="T13" fmla="*/ 98 h 230"/>
                <a:gd name="T14" fmla="*/ 104 w 193"/>
                <a:gd name="T15" fmla="*/ 0 h 230"/>
                <a:gd name="T16" fmla="*/ 0 w 193"/>
                <a:gd name="T17" fmla="*/ 114 h 230"/>
                <a:gd name="T18" fmla="*/ 110 w 193"/>
                <a:gd name="T19" fmla="*/ 230 h 230"/>
                <a:gd name="T20" fmla="*/ 193 w 193"/>
                <a:gd name="T21" fmla="*/ 165 h 230"/>
                <a:gd name="T22" fmla="*/ 187 w 193"/>
                <a:gd name="T23" fmla="*/ 159 h 230"/>
                <a:gd name="T24" fmla="*/ 180 w 193"/>
                <a:gd name="T25" fmla="*/ 166 h 230"/>
                <a:gd name="T26" fmla="*/ 113 w 193"/>
                <a:gd name="T27" fmla="*/ 217 h 230"/>
                <a:gd name="T28" fmla="*/ 57 w 193"/>
                <a:gd name="T29" fmla="*/ 184 h 230"/>
                <a:gd name="T30" fmla="*/ 42 w 193"/>
                <a:gd name="T31" fmla="*/ 109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30">
                  <a:moveTo>
                    <a:pt x="42" y="98"/>
                  </a:moveTo>
                  <a:cubicBezTo>
                    <a:pt x="45" y="24"/>
                    <a:pt x="87" y="11"/>
                    <a:pt x="104" y="11"/>
                  </a:cubicBezTo>
                  <a:cubicBezTo>
                    <a:pt x="155" y="11"/>
                    <a:pt x="160" y="79"/>
                    <a:pt x="160" y="98"/>
                  </a:cubicBezTo>
                  <a:lnTo>
                    <a:pt x="42" y="98"/>
                  </a:lnTo>
                  <a:close/>
                  <a:moveTo>
                    <a:pt x="42" y="109"/>
                  </a:moveTo>
                  <a:lnTo>
                    <a:pt x="181" y="109"/>
                  </a:lnTo>
                  <a:cubicBezTo>
                    <a:pt x="192" y="109"/>
                    <a:pt x="193" y="109"/>
                    <a:pt x="193" y="98"/>
                  </a:cubicBezTo>
                  <a:cubicBezTo>
                    <a:pt x="193" y="49"/>
                    <a:pt x="166" y="0"/>
                    <a:pt x="104" y="0"/>
                  </a:cubicBezTo>
                  <a:cubicBezTo>
                    <a:pt x="46" y="0"/>
                    <a:pt x="0" y="52"/>
                    <a:pt x="0" y="114"/>
                  </a:cubicBezTo>
                  <a:cubicBezTo>
                    <a:pt x="0" y="181"/>
                    <a:pt x="53" y="230"/>
                    <a:pt x="110" y="230"/>
                  </a:cubicBezTo>
                  <a:cubicBezTo>
                    <a:pt x="171" y="230"/>
                    <a:pt x="193" y="174"/>
                    <a:pt x="193" y="165"/>
                  </a:cubicBezTo>
                  <a:cubicBezTo>
                    <a:pt x="193" y="160"/>
                    <a:pt x="189" y="159"/>
                    <a:pt x="187" y="159"/>
                  </a:cubicBezTo>
                  <a:cubicBezTo>
                    <a:pt x="182" y="159"/>
                    <a:pt x="181" y="162"/>
                    <a:pt x="180" y="166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7" y="184"/>
                  </a:cubicBezTo>
                  <a:cubicBezTo>
                    <a:pt x="42" y="160"/>
                    <a:pt x="42" y="127"/>
                    <a:pt x="42" y="10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0" name="Freeform 56">
              <a:extLst>
                <a:ext uri="{FF2B5EF4-FFF2-40B4-BE49-F238E27FC236}">
                  <a16:creationId xmlns:a16="http://schemas.microsoft.com/office/drawing/2014/main" id="{9A766BA8-4B3E-45E6-BDCE-FA403BB8D578}"/>
                </a:ext>
              </a:extLst>
            </p:cNvPr>
            <p:cNvSpPr>
              <a:spLocks/>
            </p:cNvSpPr>
            <p:nvPr>
              <p:custDataLst>
                <p:tags r:id="rId355"/>
              </p:custDataLst>
            </p:nvPr>
          </p:nvSpPr>
          <p:spPr bwMode="auto">
            <a:xfrm>
              <a:off x="3094035" y="2006600"/>
              <a:ext cx="52388" cy="52388"/>
            </a:xfrm>
            <a:custGeom>
              <a:avLst/>
              <a:gdLst>
                <a:gd name="T0" fmla="*/ 39 w 251"/>
                <a:gd name="T1" fmla="*/ 49 h 221"/>
                <a:gd name="T2" fmla="*/ 39 w 251"/>
                <a:gd name="T3" fmla="*/ 183 h 221"/>
                <a:gd name="T4" fmla="*/ 0 w 251"/>
                <a:gd name="T5" fmla="*/ 206 h 221"/>
                <a:gd name="T6" fmla="*/ 0 w 251"/>
                <a:gd name="T7" fmla="*/ 221 h 221"/>
                <a:gd name="T8" fmla="*/ 56 w 251"/>
                <a:gd name="T9" fmla="*/ 220 h 221"/>
                <a:gd name="T10" fmla="*/ 112 w 251"/>
                <a:gd name="T11" fmla="*/ 221 h 221"/>
                <a:gd name="T12" fmla="*/ 112 w 251"/>
                <a:gd name="T13" fmla="*/ 206 h 221"/>
                <a:gd name="T14" fmla="*/ 73 w 251"/>
                <a:gd name="T15" fmla="*/ 183 h 221"/>
                <a:gd name="T16" fmla="*/ 73 w 251"/>
                <a:gd name="T17" fmla="*/ 91 h 221"/>
                <a:gd name="T18" fmla="*/ 140 w 251"/>
                <a:gd name="T19" fmla="*/ 11 h 221"/>
                <a:gd name="T20" fmla="*/ 177 w 251"/>
                <a:gd name="T21" fmla="*/ 67 h 221"/>
                <a:gd name="T22" fmla="*/ 177 w 251"/>
                <a:gd name="T23" fmla="*/ 183 h 221"/>
                <a:gd name="T24" fmla="*/ 138 w 251"/>
                <a:gd name="T25" fmla="*/ 206 h 221"/>
                <a:gd name="T26" fmla="*/ 138 w 251"/>
                <a:gd name="T27" fmla="*/ 221 h 221"/>
                <a:gd name="T28" fmla="*/ 195 w 251"/>
                <a:gd name="T29" fmla="*/ 220 h 221"/>
                <a:gd name="T30" fmla="*/ 251 w 251"/>
                <a:gd name="T31" fmla="*/ 221 h 221"/>
                <a:gd name="T32" fmla="*/ 251 w 251"/>
                <a:gd name="T33" fmla="*/ 206 h 221"/>
                <a:gd name="T34" fmla="*/ 212 w 251"/>
                <a:gd name="T35" fmla="*/ 191 h 221"/>
                <a:gd name="T36" fmla="*/ 212 w 251"/>
                <a:gd name="T37" fmla="*/ 95 h 221"/>
                <a:gd name="T38" fmla="*/ 196 w 251"/>
                <a:gd name="T39" fmla="*/ 19 h 221"/>
                <a:gd name="T40" fmla="*/ 144 w 251"/>
                <a:gd name="T41" fmla="*/ 0 h 221"/>
                <a:gd name="T42" fmla="*/ 70 w 251"/>
                <a:gd name="T43" fmla="*/ 53 h 221"/>
                <a:gd name="T44" fmla="*/ 70 w 251"/>
                <a:gd name="T45" fmla="*/ 0 h 221"/>
                <a:gd name="T46" fmla="*/ 0 w 251"/>
                <a:gd name="T47" fmla="*/ 6 h 221"/>
                <a:gd name="T48" fmla="*/ 0 w 251"/>
                <a:gd name="T49" fmla="*/ 21 h 221"/>
                <a:gd name="T50" fmla="*/ 39 w 251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6"/>
                    <a:pt x="33" y="206"/>
                    <a:pt x="0" y="206"/>
                  </a:cubicBezTo>
                  <a:lnTo>
                    <a:pt x="0" y="221"/>
                  </a:lnTo>
                  <a:cubicBezTo>
                    <a:pt x="17" y="221"/>
                    <a:pt x="43" y="220"/>
                    <a:pt x="56" y="220"/>
                  </a:cubicBezTo>
                  <a:cubicBezTo>
                    <a:pt x="69" y="220"/>
                    <a:pt x="95" y="221"/>
                    <a:pt x="112" y="221"/>
                  </a:cubicBezTo>
                  <a:lnTo>
                    <a:pt x="112" y="206"/>
                  </a:lnTo>
                  <a:cubicBezTo>
                    <a:pt x="79" y="206"/>
                    <a:pt x="73" y="206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8" y="11"/>
                    <a:pt x="140" y="11"/>
                  </a:cubicBezTo>
                  <a:cubicBezTo>
                    <a:pt x="172" y="11"/>
                    <a:pt x="177" y="38"/>
                    <a:pt x="177" y="67"/>
                  </a:cubicBezTo>
                  <a:lnTo>
                    <a:pt x="177" y="183"/>
                  </a:lnTo>
                  <a:cubicBezTo>
                    <a:pt x="177" y="206"/>
                    <a:pt x="172" y="206"/>
                    <a:pt x="138" y="206"/>
                  </a:cubicBezTo>
                  <a:lnTo>
                    <a:pt x="138" y="221"/>
                  </a:lnTo>
                  <a:cubicBezTo>
                    <a:pt x="156" y="221"/>
                    <a:pt x="181" y="220"/>
                    <a:pt x="195" y="220"/>
                  </a:cubicBezTo>
                  <a:cubicBezTo>
                    <a:pt x="208" y="220"/>
                    <a:pt x="234" y="221"/>
                    <a:pt x="251" y="221"/>
                  </a:cubicBezTo>
                  <a:lnTo>
                    <a:pt x="251" y="206"/>
                  </a:lnTo>
                  <a:cubicBezTo>
                    <a:pt x="225" y="206"/>
                    <a:pt x="212" y="206"/>
                    <a:pt x="212" y="191"/>
                  </a:cubicBezTo>
                  <a:lnTo>
                    <a:pt x="212" y="95"/>
                  </a:lnTo>
                  <a:cubicBezTo>
                    <a:pt x="212" y="52"/>
                    <a:pt x="212" y="37"/>
                    <a:pt x="196" y="19"/>
                  </a:cubicBezTo>
                  <a:cubicBezTo>
                    <a:pt x="189" y="10"/>
                    <a:pt x="173" y="0"/>
                    <a:pt x="144" y="0"/>
                  </a:cubicBezTo>
                  <a:cubicBezTo>
                    <a:pt x="107" y="0"/>
                    <a:pt x="84" y="22"/>
                    <a:pt x="70" y="53"/>
                  </a:cubicBez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1" name="Freeform 57">
              <a:extLst>
                <a:ext uri="{FF2B5EF4-FFF2-40B4-BE49-F238E27FC236}">
                  <a16:creationId xmlns:a16="http://schemas.microsoft.com/office/drawing/2014/main" id="{6DF35959-6AAB-4CDF-8782-16F592E1D23F}"/>
                </a:ext>
              </a:extLst>
            </p:cNvPr>
            <p:cNvSpPr>
              <a:spLocks/>
            </p:cNvSpPr>
            <p:nvPr>
              <p:custDataLst>
                <p:tags r:id="rId356"/>
              </p:custDataLst>
            </p:nvPr>
          </p:nvSpPr>
          <p:spPr bwMode="auto">
            <a:xfrm>
              <a:off x="3148010" y="1985963"/>
              <a:ext cx="31750" cy="74613"/>
            </a:xfrm>
            <a:custGeom>
              <a:avLst/>
              <a:gdLst>
                <a:gd name="T0" fmla="*/ 76 w 156"/>
                <a:gd name="T1" fmla="*/ 107 h 313"/>
                <a:gd name="T2" fmla="*/ 148 w 156"/>
                <a:gd name="T3" fmla="*/ 107 h 313"/>
                <a:gd name="T4" fmla="*/ 148 w 156"/>
                <a:gd name="T5" fmla="*/ 92 h 313"/>
                <a:gd name="T6" fmla="*/ 76 w 156"/>
                <a:gd name="T7" fmla="*/ 92 h 313"/>
                <a:gd name="T8" fmla="*/ 76 w 156"/>
                <a:gd name="T9" fmla="*/ 0 h 313"/>
                <a:gd name="T10" fmla="*/ 64 w 156"/>
                <a:gd name="T11" fmla="*/ 0 h 313"/>
                <a:gd name="T12" fmla="*/ 0 w 156"/>
                <a:gd name="T13" fmla="*/ 96 h 313"/>
                <a:gd name="T14" fmla="*/ 0 w 156"/>
                <a:gd name="T15" fmla="*/ 107 h 313"/>
                <a:gd name="T16" fmla="*/ 42 w 156"/>
                <a:gd name="T17" fmla="*/ 107 h 313"/>
                <a:gd name="T18" fmla="*/ 42 w 156"/>
                <a:gd name="T19" fmla="*/ 245 h 313"/>
                <a:gd name="T20" fmla="*/ 106 w 156"/>
                <a:gd name="T21" fmla="*/ 313 h 313"/>
                <a:gd name="T22" fmla="*/ 156 w 156"/>
                <a:gd name="T23" fmla="*/ 245 h 313"/>
                <a:gd name="T24" fmla="*/ 156 w 156"/>
                <a:gd name="T25" fmla="*/ 217 h 313"/>
                <a:gd name="T26" fmla="*/ 143 w 156"/>
                <a:gd name="T27" fmla="*/ 217 h 313"/>
                <a:gd name="T28" fmla="*/ 143 w 156"/>
                <a:gd name="T29" fmla="*/ 244 h 313"/>
                <a:gd name="T30" fmla="*/ 110 w 156"/>
                <a:gd name="T31" fmla="*/ 300 h 313"/>
                <a:gd name="T32" fmla="*/ 76 w 156"/>
                <a:gd name="T33" fmla="*/ 246 h 313"/>
                <a:gd name="T34" fmla="*/ 76 w 156"/>
                <a:gd name="T35" fmla="*/ 107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3">
                  <a:moveTo>
                    <a:pt x="76" y="107"/>
                  </a:moveTo>
                  <a:lnTo>
                    <a:pt x="148" y="107"/>
                  </a:lnTo>
                  <a:lnTo>
                    <a:pt x="148" y="92"/>
                  </a:lnTo>
                  <a:lnTo>
                    <a:pt x="76" y="92"/>
                  </a:lnTo>
                  <a:lnTo>
                    <a:pt x="76" y="0"/>
                  </a:lnTo>
                  <a:lnTo>
                    <a:pt x="64" y="0"/>
                  </a:lnTo>
                  <a:cubicBezTo>
                    <a:pt x="63" y="41"/>
                    <a:pt x="48" y="94"/>
                    <a:pt x="0" y="96"/>
                  </a:cubicBezTo>
                  <a:lnTo>
                    <a:pt x="0" y="107"/>
                  </a:lnTo>
                  <a:lnTo>
                    <a:pt x="42" y="107"/>
                  </a:lnTo>
                  <a:lnTo>
                    <a:pt x="42" y="245"/>
                  </a:lnTo>
                  <a:cubicBezTo>
                    <a:pt x="42" y="307"/>
                    <a:pt x="88" y="313"/>
                    <a:pt x="106" y="313"/>
                  </a:cubicBezTo>
                  <a:cubicBezTo>
                    <a:pt x="142" y="313"/>
                    <a:pt x="156" y="277"/>
                    <a:pt x="156" y="245"/>
                  </a:cubicBezTo>
                  <a:lnTo>
                    <a:pt x="156" y="217"/>
                  </a:lnTo>
                  <a:lnTo>
                    <a:pt x="143" y="217"/>
                  </a:lnTo>
                  <a:lnTo>
                    <a:pt x="143" y="244"/>
                  </a:lnTo>
                  <a:cubicBezTo>
                    <a:pt x="143" y="281"/>
                    <a:pt x="128" y="300"/>
                    <a:pt x="110" y="300"/>
                  </a:cubicBezTo>
                  <a:cubicBezTo>
                    <a:pt x="76" y="300"/>
                    <a:pt x="76" y="255"/>
                    <a:pt x="76" y="246"/>
                  </a:cubicBezTo>
                  <a:lnTo>
                    <a:pt x="76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2" name="Freeform 58">
              <a:extLst>
                <a:ext uri="{FF2B5EF4-FFF2-40B4-BE49-F238E27FC236}">
                  <a16:creationId xmlns:a16="http://schemas.microsoft.com/office/drawing/2014/main" id="{5C57A60B-A4A1-48A8-9387-1593F407417F}"/>
                </a:ext>
              </a:extLst>
            </p:cNvPr>
            <p:cNvSpPr>
              <a:spLocks noEditPoints="1"/>
            </p:cNvSpPr>
            <p:nvPr>
              <p:custDataLst>
                <p:tags r:id="rId357"/>
              </p:custDataLst>
            </p:nvPr>
          </p:nvSpPr>
          <p:spPr bwMode="auto">
            <a:xfrm>
              <a:off x="3189285" y="2006600"/>
              <a:ext cx="44450" cy="53975"/>
            </a:xfrm>
            <a:custGeom>
              <a:avLst/>
              <a:gdLst>
                <a:gd name="T0" fmla="*/ 221 w 221"/>
                <a:gd name="T1" fmla="*/ 117 h 230"/>
                <a:gd name="T2" fmla="*/ 111 w 221"/>
                <a:gd name="T3" fmla="*/ 0 h 230"/>
                <a:gd name="T4" fmla="*/ 0 w 221"/>
                <a:gd name="T5" fmla="*/ 117 h 230"/>
                <a:gd name="T6" fmla="*/ 110 w 221"/>
                <a:gd name="T7" fmla="*/ 230 h 230"/>
                <a:gd name="T8" fmla="*/ 221 w 221"/>
                <a:gd name="T9" fmla="*/ 117 h 230"/>
                <a:gd name="T10" fmla="*/ 111 w 221"/>
                <a:gd name="T11" fmla="*/ 217 h 230"/>
                <a:gd name="T12" fmla="*/ 54 w 221"/>
                <a:gd name="T13" fmla="*/ 184 h 230"/>
                <a:gd name="T14" fmla="*/ 41 w 221"/>
                <a:gd name="T15" fmla="*/ 113 h 230"/>
                <a:gd name="T16" fmla="*/ 53 w 221"/>
                <a:gd name="T17" fmla="*/ 45 h 230"/>
                <a:gd name="T18" fmla="*/ 110 w 221"/>
                <a:gd name="T19" fmla="*/ 11 h 230"/>
                <a:gd name="T20" fmla="*/ 166 w 221"/>
                <a:gd name="T21" fmla="*/ 44 h 230"/>
                <a:gd name="T22" fmla="*/ 179 w 221"/>
                <a:gd name="T23" fmla="*/ 113 h 230"/>
                <a:gd name="T24" fmla="*/ 168 w 221"/>
                <a:gd name="T25" fmla="*/ 180 h 230"/>
                <a:gd name="T26" fmla="*/ 111 w 221"/>
                <a:gd name="T27" fmla="*/ 217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30">
                  <a:moveTo>
                    <a:pt x="221" y="117"/>
                  </a:moveTo>
                  <a:cubicBezTo>
                    <a:pt x="221" y="53"/>
                    <a:pt x="171" y="0"/>
                    <a:pt x="111" y="0"/>
                  </a:cubicBezTo>
                  <a:cubicBezTo>
                    <a:pt x="48" y="0"/>
                    <a:pt x="0" y="55"/>
                    <a:pt x="0" y="117"/>
                  </a:cubicBezTo>
                  <a:cubicBezTo>
                    <a:pt x="0" y="182"/>
                    <a:pt x="52" y="230"/>
                    <a:pt x="110" y="230"/>
                  </a:cubicBezTo>
                  <a:cubicBezTo>
                    <a:pt x="170" y="230"/>
                    <a:pt x="221" y="181"/>
                    <a:pt x="221" y="117"/>
                  </a:cubicBezTo>
                  <a:close/>
                  <a:moveTo>
                    <a:pt x="111" y="217"/>
                  </a:moveTo>
                  <a:cubicBezTo>
                    <a:pt x="89" y="217"/>
                    <a:pt x="67" y="207"/>
                    <a:pt x="54" y="184"/>
                  </a:cubicBezTo>
                  <a:cubicBezTo>
                    <a:pt x="41" y="162"/>
                    <a:pt x="41" y="131"/>
                    <a:pt x="41" y="113"/>
                  </a:cubicBezTo>
                  <a:cubicBezTo>
                    <a:pt x="41" y="94"/>
                    <a:pt x="41" y="67"/>
                    <a:pt x="53" y="45"/>
                  </a:cubicBezTo>
                  <a:cubicBezTo>
                    <a:pt x="67" y="22"/>
                    <a:pt x="90" y="11"/>
                    <a:pt x="110" y="11"/>
                  </a:cubicBezTo>
                  <a:cubicBezTo>
                    <a:pt x="132" y="11"/>
                    <a:pt x="153" y="22"/>
                    <a:pt x="166" y="44"/>
                  </a:cubicBezTo>
                  <a:cubicBezTo>
                    <a:pt x="179" y="65"/>
                    <a:pt x="179" y="94"/>
                    <a:pt x="179" y="113"/>
                  </a:cubicBezTo>
                  <a:cubicBezTo>
                    <a:pt x="179" y="131"/>
                    <a:pt x="179" y="158"/>
                    <a:pt x="168" y="180"/>
                  </a:cubicBezTo>
                  <a:cubicBezTo>
                    <a:pt x="157" y="203"/>
                    <a:pt x="135" y="217"/>
                    <a:pt x="111" y="21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3" name="Freeform 59">
              <a:extLst>
                <a:ext uri="{FF2B5EF4-FFF2-40B4-BE49-F238E27FC236}">
                  <a16:creationId xmlns:a16="http://schemas.microsoft.com/office/drawing/2014/main" id="{F1FE9D3A-9B4D-4964-9EAA-2F53D24FD9E2}"/>
                </a:ext>
              </a:extLst>
            </p:cNvPr>
            <p:cNvSpPr>
              <a:spLocks/>
            </p:cNvSpPr>
            <p:nvPr>
              <p:custDataLst>
                <p:tags r:id="rId358"/>
              </p:custDataLst>
            </p:nvPr>
          </p:nvSpPr>
          <p:spPr bwMode="auto">
            <a:xfrm>
              <a:off x="3240085" y="2006600"/>
              <a:ext cx="34925" cy="52388"/>
            </a:xfrm>
            <a:custGeom>
              <a:avLst/>
              <a:gdLst>
                <a:gd name="T0" fmla="*/ 69 w 168"/>
                <a:gd name="T1" fmla="*/ 55 h 221"/>
                <a:gd name="T2" fmla="*/ 69 w 168"/>
                <a:gd name="T3" fmla="*/ 0 h 221"/>
                <a:gd name="T4" fmla="*/ 0 w 168"/>
                <a:gd name="T5" fmla="*/ 6 h 221"/>
                <a:gd name="T6" fmla="*/ 0 w 168"/>
                <a:gd name="T7" fmla="*/ 21 h 221"/>
                <a:gd name="T8" fmla="*/ 39 w 168"/>
                <a:gd name="T9" fmla="*/ 49 h 221"/>
                <a:gd name="T10" fmla="*/ 39 w 168"/>
                <a:gd name="T11" fmla="*/ 183 h 221"/>
                <a:gd name="T12" fmla="*/ 0 w 168"/>
                <a:gd name="T13" fmla="*/ 206 h 221"/>
                <a:gd name="T14" fmla="*/ 0 w 168"/>
                <a:gd name="T15" fmla="*/ 221 h 221"/>
                <a:gd name="T16" fmla="*/ 57 w 168"/>
                <a:gd name="T17" fmla="*/ 220 h 221"/>
                <a:gd name="T18" fmla="*/ 120 w 168"/>
                <a:gd name="T19" fmla="*/ 221 h 221"/>
                <a:gd name="T20" fmla="*/ 120 w 168"/>
                <a:gd name="T21" fmla="*/ 206 h 221"/>
                <a:gd name="T22" fmla="*/ 110 w 168"/>
                <a:gd name="T23" fmla="*/ 206 h 221"/>
                <a:gd name="T24" fmla="*/ 72 w 168"/>
                <a:gd name="T25" fmla="*/ 182 h 221"/>
                <a:gd name="T26" fmla="*/ 72 w 168"/>
                <a:gd name="T27" fmla="*/ 105 h 221"/>
                <a:gd name="T28" fmla="*/ 131 w 168"/>
                <a:gd name="T29" fmla="*/ 11 h 221"/>
                <a:gd name="T30" fmla="*/ 136 w 168"/>
                <a:gd name="T31" fmla="*/ 12 h 221"/>
                <a:gd name="T32" fmla="*/ 125 w 168"/>
                <a:gd name="T33" fmla="*/ 31 h 221"/>
                <a:gd name="T34" fmla="*/ 146 w 168"/>
                <a:gd name="T35" fmla="*/ 53 h 221"/>
                <a:gd name="T36" fmla="*/ 168 w 168"/>
                <a:gd name="T37" fmla="*/ 31 h 221"/>
                <a:gd name="T38" fmla="*/ 131 w 168"/>
                <a:gd name="T39" fmla="*/ 0 h 221"/>
                <a:gd name="T40" fmla="*/ 69 w 168"/>
                <a:gd name="T41" fmla="*/ 5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221">
                  <a:moveTo>
                    <a:pt x="69" y="55"/>
                  </a:moveTo>
                  <a:lnTo>
                    <a:pt x="69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183"/>
                  </a:lnTo>
                  <a:cubicBezTo>
                    <a:pt x="39" y="206"/>
                    <a:pt x="33" y="206"/>
                    <a:pt x="0" y="206"/>
                  </a:cubicBezTo>
                  <a:lnTo>
                    <a:pt x="0" y="221"/>
                  </a:lnTo>
                  <a:cubicBezTo>
                    <a:pt x="19" y="221"/>
                    <a:pt x="43" y="220"/>
                    <a:pt x="57" y="220"/>
                  </a:cubicBezTo>
                  <a:cubicBezTo>
                    <a:pt x="77" y="220"/>
                    <a:pt x="100" y="220"/>
                    <a:pt x="120" y="221"/>
                  </a:cubicBezTo>
                  <a:lnTo>
                    <a:pt x="120" y="206"/>
                  </a:lnTo>
                  <a:lnTo>
                    <a:pt x="110" y="206"/>
                  </a:lnTo>
                  <a:cubicBezTo>
                    <a:pt x="73" y="206"/>
                    <a:pt x="72" y="200"/>
                    <a:pt x="72" y="182"/>
                  </a:cubicBezTo>
                  <a:lnTo>
                    <a:pt x="72" y="105"/>
                  </a:lnTo>
                  <a:cubicBezTo>
                    <a:pt x="72" y="56"/>
                    <a:pt x="93" y="11"/>
                    <a:pt x="131" y="11"/>
                  </a:cubicBezTo>
                  <a:cubicBezTo>
                    <a:pt x="134" y="11"/>
                    <a:pt x="135" y="11"/>
                    <a:pt x="136" y="12"/>
                  </a:cubicBezTo>
                  <a:cubicBezTo>
                    <a:pt x="135" y="12"/>
                    <a:pt x="125" y="18"/>
                    <a:pt x="125" y="31"/>
                  </a:cubicBezTo>
                  <a:cubicBezTo>
                    <a:pt x="125" y="45"/>
                    <a:pt x="135" y="53"/>
                    <a:pt x="146" y="53"/>
                  </a:cubicBezTo>
                  <a:cubicBezTo>
                    <a:pt x="155" y="53"/>
                    <a:pt x="168" y="47"/>
                    <a:pt x="168" y="31"/>
                  </a:cubicBezTo>
                  <a:cubicBezTo>
                    <a:pt x="168" y="15"/>
                    <a:pt x="152" y="0"/>
                    <a:pt x="131" y="0"/>
                  </a:cubicBezTo>
                  <a:cubicBezTo>
                    <a:pt x="94" y="0"/>
                    <a:pt x="76" y="34"/>
                    <a:pt x="69" y="5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4" name="Freeform 60">
              <a:extLst>
                <a:ext uri="{FF2B5EF4-FFF2-40B4-BE49-F238E27FC236}">
                  <a16:creationId xmlns:a16="http://schemas.microsoft.com/office/drawing/2014/main" id="{567DE31E-BB64-4B76-AE7E-0956D059F5AA}"/>
                </a:ext>
              </a:extLst>
            </p:cNvPr>
            <p:cNvSpPr>
              <a:spLocks/>
            </p:cNvSpPr>
            <p:nvPr>
              <p:custDataLst>
                <p:tags r:id="rId359"/>
              </p:custDataLst>
            </p:nvPr>
          </p:nvSpPr>
          <p:spPr bwMode="auto">
            <a:xfrm>
              <a:off x="3279773" y="2008188"/>
              <a:ext cx="50800" cy="76200"/>
            </a:xfrm>
            <a:custGeom>
              <a:avLst/>
              <a:gdLst>
                <a:gd name="T0" fmla="*/ 197 w 243"/>
                <a:gd name="T1" fmla="*/ 47 h 318"/>
                <a:gd name="T2" fmla="*/ 243 w 243"/>
                <a:gd name="T3" fmla="*/ 15 h 318"/>
                <a:gd name="T4" fmla="*/ 243 w 243"/>
                <a:gd name="T5" fmla="*/ 0 h 318"/>
                <a:gd name="T6" fmla="*/ 206 w 243"/>
                <a:gd name="T7" fmla="*/ 1 h 318"/>
                <a:gd name="T8" fmla="*/ 163 w 243"/>
                <a:gd name="T9" fmla="*/ 0 h 318"/>
                <a:gd name="T10" fmla="*/ 163 w 243"/>
                <a:gd name="T11" fmla="*/ 15 h 318"/>
                <a:gd name="T12" fmla="*/ 186 w 243"/>
                <a:gd name="T13" fmla="*/ 37 h 318"/>
                <a:gd name="T14" fmla="*/ 183 w 243"/>
                <a:gd name="T15" fmla="*/ 49 h 318"/>
                <a:gd name="T16" fmla="*/ 133 w 243"/>
                <a:gd name="T17" fmla="*/ 172 h 318"/>
                <a:gd name="T18" fmla="*/ 77 w 243"/>
                <a:gd name="T19" fmla="*/ 37 h 318"/>
                <a:gd name="T20" fmla="*/ 74 w 243"/>
                <a:gd name="T21" fmla="*/ 28 h 318"/>
                <a:gd name="T22" fmla="*/ 102 w 243"/>
                <a:gd name="T23" fmla="*/ 15 h 318"/>
                <a:gd name="T24" fmla="*/ 102 w 243"/>
                <a:gd name="T25" fmla="*/ 0 h 318"/>
                <a:gd name="T26" fmla="*/ 48 w 243"/>
                <a:gd name="T27" fmla="*/ 1 h 318"/>
                <a:gd name="T28" fmla="*/ 0 w 243"/>
                <a:gd name="T29" fmla="*/ 0 h 318"/>
                <a:gd name="T30" fmla="*/ 0 w 243"/>
                <a:gd name="T31" fmla="*/ 15 h 318"/>
                <a:gd name="T32" fmla="*/ 40 w 243"/>
                <a:gd name="T33" fmla="*/ 33 h 318"/>
                <a:gd name="T34" fmla="*/ 115 w 243"/>
                <a:gd name="T35" fmla="*/ 215 h 318"/>
                <a:gd name="T36" fmla="*/ 102 w 243"/>
                <a:gd name="T37" fmla="*/ 245 h 318"/>
                <a:gd name="T38" fmla="*/ 46 w 243"/>
                <a:gd name="T39" fmla="*/ 307 h 318"/>
                <a:gd name="T40" fmla="*/ 22 w 243"/>
                <a:gd name="T41" fmla="*/ 298 h 318"/>
                <a:gd name="T42" fmla="*/ 42 w 243"/>
                <a:gd name="T43" fmla="*/ 277 h 318"/>
                <a:gd name="T44" fmla="*/ 21 w 243"/>
                <a:gd name="T45" fmla="*/ 256 h 318"/>
                <a:gd name="T46" fmla="*/ 0 w 243"/>
                <a:gd name="T47" fmla="*/ 277 h 318"/>
                <a:gd name="T48" fmla="*/ 46 w 243"/>
                <a:gd name="T49" fmla="*/ 318 h 318"/>
                <a:gd name="T50" fmla="*/ 109 w 243"/>
                <a:gd name="T51" fmla="*/ 261 h 318"/>
                <a:gd name="T52" fmla="*/ 197 w 243"/>
                <a:gd name="T53" fmla="*/ 47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3" h="318">
                  <a:moveTo>
                    <a:pt x="197" y="47"/>
                  </a:moveTo>
                  <a:cubicBezTo>
                    <a:pt x="210" y="16"/>
                    <a:pt x="236" y="15"/>
                    <a:pt x="243" y="15"/>
                  </a:cubicBezTo>
                  <a:lnTo>
                    <a:pt x="243" y="0"/>
                  </a:lnTo>
                  <a:cubicBezTo>
                    <a:pt x="232" y="1"/>
                    <a:pt x="218" y="1"/>
                    <a:pt x="206" y="1"/>
                  </a:cubicBezTo>
                  <a:cubicBezTo>
                    <a:pt x="197" y="1"/>
                    <a:pt x="174" y="0"/>
                    <a:pt x="163" y="0"/>
                  </a:cubicBezTo>
                  <a:lnTo>
                    <a:pt x="163" y="15"/>
                  </a:lnTo>
                  <a:cubicBezTo>
                    <a:pt x="178" y="16"/>
                    <a:pt x="186" y="24"/>
                    <a:pt x="186" y="37"/>
                  </a:cubicBezTo>
                  <a:cubicBezTo>
                    <a:pt x="186" y="42"/>
                    <a:pt x="186" y="43"/>
                    <a:pt x="183" y="49"/>
                  </a:cubicBezTo>
                  <a:lnTo>
                    <a:pt x="133" y="172"/>
                  </a:lnTo>
                  <a:lnTo>
                    <a:pt x="77" y="37"/>
                  </a:lnTo>
                  <a:cubicBezTo>
                    <a:pt x="75" y="32"/>
                    <a:pt x="74" y="30"/>
                    <a:pt x="74" y="28"/>
                  </a:cubicBezTo>
                  <a:cubicBezTo>
                    <a:pt x="74" y="15"/>
                    <a:pt x="93" y="15"/>
                    <a:pt x="102" y="15"/>
                  </a:cubicBezTo>
                  <a:lnTo>
                    <a:pt x="102" y="0"/>
                  </a:lnTo>
                  <a:cubicBezTo>
                    <a:pt x="89" y="0"/>
                    <a:pt x="56" y="1"/>
                    <a:pt x="48" y="1"/>
                  </a:cubicBezTo>
                  <a:cubicBezTo>
                    <a:pt x="35" y="1"/>
                    <a:pt x="15" y="1"/>
                    <a:pt x="0" y="0"/>
                  </a:cubicBezTo>
                  <a:lnTo>
                    <a:pt x="0" y="15"/>
                  </a:lnTo>
                  <a:cubicBezTo>
                    <a:pt x="24" y="15"/>
                    <a:pt x="33" y="15"/>
                    <a:pt x="40" y="33"/>
                  </a:cubicBezTo>
                  <a:lnTo>
                    <a:pt x="115" y="215"/>
                  </a:lnTo>
                  <a:cubicBezTo>
                    <a:pt x="112" y="222"/>
                    <a:pt x="105" y="238"/>
                    <a:pt x="102" y="245"/>
                  </a:cubicBezTo>
                  <a:cubicBezTo>
                    <a:pt x="91" y="272"/>
                    <a:pt x="77" y="307"/>
                    <a:pt x="46" y="307"/>
                  </a:cubicBezTo>
                  <a:cubicBezTo>
                    <a:pt x="43" y="307"/>
                    <a:pt x="32" y="307"/>
                    <a:pt x="22" y="298"/>
                  </a:cubicBezTo>
                  <a:cubicBezTo>
                    <a:pt x="38" y="296"/>
                    <a:pt x="42" y="285"/>
                    <a:pt x="42" y="277"/>
                  </a:cubicBezTo>
                  <a:cubicBezTo>
                    <a:pt x="42" y="264"/>
                    <a:pt x="32" y="256"/>
                    <a:pt x="21" y="256"/>
                  </a:cubicBezTo>
                  <a:cubicBezTo>
                    <a:pt x="11" y="256"/>
                    <a:pt x="0" y="262"/>
                    <a:pt x="0" y="277"/>
                  </a:cubicBezTo>
                  <a:cubicBezTo>
                    <a:pt x="0" y="300"/>
                    <a:pt x="21" y="318"/>
                    <a:pt x="46" y="318"/>
                  </a:cubicBezTo>
                  <a:cubicBezTo>
                    <a:pt x="77" y="318"/>
                    <a:pt x="97" y="289"/>
                    <a:pt x="109" y="261"/>
                  </a:cubicBezTo>
                  <a:lnTo>
                    <a:pt x="197" y="4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5" name="Freeform 61">
              <a:extLst>
                <a:ext uri="{FF2B5EF4-FFF2-40B4-BE49-F238E27FC236}">
                  <a16:creationId xmlns:a16="http://schemas.microsoft.com/office/drawing/2014/main" id="{65DFB9D5-52AF-4818-8674-834CEFF1BBC0}"/>
                </a:ext>
              </a:extLst>
            </p:cNvPr>
            <p:cNvSpPr>
              <a:spLocks/>
            </p:cNvSpPr>
            <p:nvPr>
              <p:custDataLst>
                <p:tags r:id="rId360"/>
              </p:custDataLst>
            </p:nvPr>
          </p:nvSpPr>
          <p:spPr bwMode="auto">
            <a:xfrm>
              <a:off x="3365498" y="1978025"/>
              <a:ext cx="68263" cy="80963"/>
            </a:xfrm>
            <a:custGeom>
              <a:avLst/>
              <a:gdLst>
                <a:gd name="T0" fmla="*/ 189 w 329"/>
                <a:gd name="T1" fmla="*/ 0 h 341"/>
                <a:gd name="T2" fmla="*/ 88 w 329"/>
                <a:gd name="T3" fmla="*/ 16 h 341"/>
                <a:gd name="T4" fmla="*/ 26 w 329"/>
                <a:gd name="T5" fmla="*/ 78 h 341"/>
                <a:gd name="T6" fmla="*/ 31 w 329"/>
                <a:gd name="T7" fmla="*/ 82 h 341"/>
                <a:gd name="T8" fmla="*/ 68 w 329"/>
                <a:gd name="T9" fmla="*/ 58 h 341"/>
                <a:gd name="T10" fmla="*/ 109 w 329"/>
                <a:gd name="T11" fmla="*/ 31 h 341"/>
                <a:gd name="T12" fmla="*/ 160 w 329"/>
                <a:gd name="T13" fmla="*/ 28 h 341"/>
                <a:gd name="T14" fmla="*/ 205 w 329"/>
                <a:gd name="T15" fmla="*/ 28 h 341"/>
                <a:gd name="T16" fmla="*/ 141 w 329"/>
                <a:gd name="T17" fmla="*/ 183 h 341"/>
                <a:gd name="T18" fmla="*/ 95 w 329"/>
                <a:gd name="T19" fmla="*/ 308 h 341"/>
                <a:gd name="T20" fmla="*/ 76 w 329"/>
                <a:gd name="T21" fmla="*/ 314 h 341"/>
                <a:gd name="T22" fmla="*/ 44 w 329"/>
                <a:gd name="T23" fmla="*/ 314 h 341"/>
                <a:gd name="T24" fmla="*/ 17 w 329"/>
                <a:gd name="T25" fmla="*/ 321 h 341"/>
                <a:gd name="T26" fmla="*/ 0 w 329"/>
                <a:gd name="T27" fmla="*/ 338 h 341"/>
                <a:gd name="T28" fmla="*/ 12 w 329"/>
                <a:gd name="T29" fmla="*/ 341 h 341"/>
                <a:gd name="T30" fmla="*/ 182 w 329"/>
                <a:gd name="T31" fmla="*/ 341 h 341"/>
                <a:gd name="T32" fmla="*/ 284 w 329"/>
                <a:gd name="T33" fmla="*/ 280 h 341"/>
                <a:gd name="T34" fmla="*/ 278 w 329"/>
                <a:gd name="T35" fmla="*/ 276 h 341"/>
                <a:gd name="T36" fmla="*/ 241 w 329"/>
                <a:gd name="T37" fmla="*/ 300 h 341"/>
                <a:gd name="T38" fmla="*/ 212 w 329"/>
                <a:gd name="T39" fmla="*/ 314 h 341"/>
                <a:gd name="T40" fmla="*/ 116 w 329"/>
                <a:gd name="T41" fmla="*/ 314 h 341"/>
                <a:gd name="T42" fmla="*/ 184 w 329"/>
                <a:gd name="T43" fmla="*/ 166 h 341"/>
                <a:gd name="T44" fmla="*/ 229 w 329"/>
                <a:gd name="T45" fmla="*/ 33 h 341"/>
                <a:gd name="T46" fmla="*/ 243 w 329"/>
                <a:gd name="T47" fmla="*/ 28 h 341"/>
                <a:gd name="T48" fmla="*/ 285 w 329"/>
                <a:gd name="T49" fmla="*/ 28 h 341"/>
                <a:gd name="T50" fmla="*/ 313 w 329"/>
                <a:gd name="T51" fmla="*/ 20 h 341"/>
                <a:gd name="T52" fmla="*/ 329 w 329"/>
                <a:gd name="T53" fmla="*/ 4 h 341"/>
                <a:gd name="T54" fmla="*/ 317 w 329"/>
                <a:gd name="T55" fmla="*/ 0 h 341"/>
                <a:gd name="T56" fmla="*/ 189 w 329"/>
                <a:gd name="T57" fmla="*/ 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9" h="341">
                  <a:moveTo>
                    <a:pt x="189" y="0"/>
                  </a:moveTo>
                  <a:cubicBezTo>
                    <a:pt x="127" y="0"/>
                    <a:pt x="100" y="12"/>
                    <a:pt x="88" y="16"/>
                  </a:cubicBezTo>
                  <a:cubicBezTo>
                    <a:pt x="37" y="37"/>
                    <a:pt x="26" y="71"/>
                    <a:pt x="26" y="78"/>
                  </a:cubicBezTo>
                  <a:cubicBezTo>
                    <a:pt x="26" y="81"/>
                    <a:pt x="28" y="82"/>
                    <a:pt x="31" y="82"/>
                  </a:cubicBezTo>
                  <a:cubicBezTo>
                    <a:pt x="40" y="82"/>
                    <a:pt x="64" y="69"/>
                    <a:pt x="68" y="58"/>
                  </a:cubicBezTo>
                  <a:cubicBezTo>
                    <a:pt x="74" y="39"/>
                    <a:pt x="76" y="35"/>
                    <a:pt x="109" y="31"/>
                  </a:cubicBezTo>
                  <a:cubicBezTo>
                    <a:pt x="126" y="29"/>
                    <a:pt x="143" y="28"/>
                    <a:pt x="160" y="28"/>
                  </a:cubicBezTo>
                  <a:lnTo>
                    <a:pt x="205" y="28"/>
                  </a:lnTo>
                  <a:cubicBezTo>
                    <a:pt x="174" y="58"/>
                    <a:pt x="159" y="111"/>
                    <a:pt x="141" y="183"/>
                  </a:cubicBezTo>
                  <a:cubicBezTo>
                    <a:pt x="127" y="242"/>
                    <a:pt x="115" y="281"/>
                    <a:pt x="95" y="308"/>
                  </a:cubicBezTo>
                  <a:cubicBezTo>
                    <a:pt x="90" y="313"/>
                    <a:pt x="89" y="314"/>
                    <a:pt x="76" y="314"/>
                  </a:cubicBezTo>
                  <a:lnTo>
                    <a:pt x="44" y="314"/>
                  </a:lnTo>
                  <a:cubicBezTo>
                    <a:pt x="34" y="314"/>
                    <a:pt x="29" y="314"/>
                    <a:pt x="17" y="321"/>
                  </a:cubicBezTo>
                  <a:cubicBezTo>
                    <a:pt x="11" y="324"/>
                    <a:pt x="0" y="333"/>
                    <a:pt x="0" y="338"/>
                  </a:cubicBezTo>
                  <a:cubicBezTo>
                    <a:pt x="0" y="341"/>
                    <a:pt x="1" y="341"/>
                    <a:pt x="12" y="341"/>
                  </a:cubicBezTo>
                  <a:lnTo>
                    <a:pt x="182" y="341"/>
                  </a:lnTo>
                  <a:cubicBezTo>
                    <a:pt x="240" y="341"/>
                    <a:pt x="284" y="298"/>
                    <a:pt x="284" y="280"/>
                  </a:cubicBezTo>
                  <a:cubicBezTo>
                    <a:pt x="284" y="276"/>
                    <a:pt x="280" y="276"/>
                    <a:pt x="278" y="276"/>
                  </a:cubicBezTo>
                  <a:cubicBezTo>
                    <a:pt x="270" y="276"/>
                    <a:pt x="246" y="288"/>
                    <a:pt x="241" y="300"/>
                  </a:cubicBezTo>
                  <a:cubicBezTo>
                    <a:pt x="238" y="311"/>
                    <a:pt x="236" y="314"/>
                    <a:pt x="212" y="314"/>
                  </a:cubicBezTo>
                  <a:lnTo>
                    <a:pt x="116" y="314"/>
                  </a:lnTo>
                  <a:cubicBezTo>
                    <a:pt x="152" y="283"/>
                    <a:pt x="167" y="234"/>
                    <a:pt x="184" y="166"/>
                  </a:cubicBezTo>
                  <a:cubicBezTo>
                    <a:pt x="197" y="111"/>
                    <a:pt x="209" y="63"/>
                    <a:pt x="229" y="33"/>
                  </a:cubicBezTo>
                  <a:cubicBezTo>
                    <a:pt x="232" y="28"/>
                    <a:pt x="233" y="28"/>
                    <a:pt x="243" y="28"/>
                  </a:cubicBezTo>
                  <a:lnTo>
                    <a:pt x="285" y="28"/>
                  </a:lnTo>
                  <a:cubicBezTo>
                    <a:pt x="295" y="28"/>
                    <a:pt x="300" y="28"/>
                    <a:pt x="313" y="20"/>
                  </a:cubicBezTo>
                  <a:cubicBezTo>
                    <a:pt x="317" y="18"/>
                    <a:pt x="329" y="10"/>
                    <a:pt x="329" y="4"/>
                  </a:cubicBezTo>
                  <a:cubicBezTo>
                    <a:pt x="329" y="1"/>
                    <a:pt x="328" y="0"/>
                    <a:pt x="317" y="0"/>
                  </a:cubicBezTo>
                  <a:lnTo>
                    <a:pt x="189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6" name="Freeform 62">
              <a:extLst>
                <a:ext uri="{FF2B5EF4-FFF2-40B4-BE49-F238E27FC236}">
                  <a16:creationId xmlns:a16="http://schemas.microsoft.com/office/drawing/2014/main" id="{E132C398-A433-47B0-877F-3544743030BD}"/>
                </a:ext>
              </a:extLst>
            </p:cNvPr>
            <p:cNvSpPr>
              <a:spLocks/>
            </p:cNvSpPr>
            <p:nvPr>
              <p:custDataLst>
                <p:tags r:id="rId361"/>
              </p:custDataLst>
            </p:nvPr>
          </p:nvSpPr>
          <p:spPr bwMode="auto">
            <a:xfrm>
              <a:off x="3428998" y="2019300"/>
              <a:ext cx="36513" cy="58738"/>
            </a:xfrm>
            <a:custGeom>
              <a:avLst/>
              <a:gdLst>
                <a:gd name="T0" fmla="*/ 83 w 172"/>
                <a:gd name="T1" fmla="*/ 10 h 246"/>
                <a:gd name="T2" fmla="*/ 85 w 172"/>
                <a:gd name="T3" fmla="*/ 5 h 246"/>
                <a:gd name="T4" fmla="*/ 79 w 172"/>
                <a:gd name="T5" fmla="*/ 0 h 246"/>
                <a:gd name="T6" fmla="*/ 35 w 172"/>
                <a:gd name="T7" fmla="*/ 3 h 246"/>
                <a:gd name="T8" fmla="*/ 27 w 172"/>
                <a:gd name="T9" fmla="*/ 11 h 246"/>
                <a:gd name="T10" fmla="*/ 36 w 172"/>
                <a:gd name="T11" fmla="*/ 16 h 246"/>
                <a:gd name="T12" fmla="*/ 53 w 172"/>
                <a:gd name="T13" fmla="*/ 21 h 246"/>
                <a:gd name="T14" fmla="*/ 51 w 172"/>
                <a:gd name="T15" fmla="*/ 29 h 246"/>
                <a:gd name="T16" fmla="*/ 2 w 172"/>
                <a:gd name="T17" fmla="*/ 227 h 246"/>
                <a:gd name="T18" fmla="*/ 0 w 172"/>
                <a:gd name="T19" fmla="*/ 234 h 246"/>
                <a:gd name="T20" fmla="*/ 12 w 172"/>
                <a:gd name="T21" fmla="*/ 246 h 246"/>
                <a:gd name="T22" fmla="*/ 28 w 172"/>
                <a:gd name="T23" fmla="*/ 231 h 246"/>
                <a:gd name="T24" fmla="*/ 45 w 172"/>
                <a:gd name="T25" fmla="*/ 163 h 246"/>
                <a:gd name="T26" fmla="*/ 90 w 172"/>
                <a:gd name="T27" fmla="*/ 192 h 246"/>
                <a:gd name="T28" fmla="*/ 89 w 172"/>
                <a:gd name="T29" fmla="*/ 199 h 246"/>
                <a:gd name="T30" fmla="*/ 88 w 172"/>
                <a:gd name="T31" fmla="*/ 210 h 246"/>
                <a:gd name="T32" fmla="*/ 125 w 172"/>
                <a:gd name="T33" fmla="*/ 246 h 246"/>
                <a:gd name="T34" fmla="*/ 169 w 172"/>
                <a:gd name="T35" fmla="*/ 192 h 246"/>
                <a:gd name="T36" fmla="*/ 164 w 172"/>
                <a:gd name="T37" fmla="*/ 188 h 246"/>
                <a:gd name="T38" fmla="*/ 157 w 172"/>
                <a:gd name="T39" fmla="*/ 196 h 246"/>
                <a:gd name="T40" fmla="*/ 126 w 172"/>
                <a:gd name="T41" fmla="*/ 236 h 246"/>
                <a:gd name="T42" fmla="*/ 114 w 172"/>
                <a:gd name="T43" fmla="*/ 218 h 246"/>
                <a:gd name="T44" fmla="*/ 116 w 172"/>
                <a:gd name="T45" fmla="*/ 202 h 246"/>
                <a:gd name="T46" fmla="*/ 118 w 172"/>
                <a:gd name="T47" fmla="*/ 191 h 246"/>
                <a:gd name="T48" fmla="*/ 61 w 172"/>
                <a:gd name="T49" fmla="*/ 154 h 246"/>
                <a:gd name="T50" fmla="*/ 90 w 172"/>
                <a:gd name="T51" fmla="*/ 131 h 246"/>
                <a:gd name="T52" fmla="*/ 145 w 172"/>
                <a:gd name="T53" fmla="*/ 98 h 246"/>
                <a:gd name="T54" fmla="*/ 156 w 172"/>
                <a:gd name="T55" fmla="*/ 102 h 246"/>
                <a:gd name="T56" fmla="*/ 138 w 172"/>
                <a:gd name="T57" fmla="*/ 122 h 246"/>
                <a:gd name="T58" fmla="*/ 152 w 172"/>
                <a:gd name="T59" fmla="*/ 135 h 246"/>
                <a:gd name="T60" fmla="*/ 172 w 172"/>
                <a:gd name="T61" fmla="*/ 112 h 246"/>
                <a:gd name="T62" fmla="*/ 145 w 172"/>
                <a:gd name="T63" fmla="*/ 88 h 246"/>
                <a:gd name="T64" fmla="*/ 89 w 172"/>
                <a:gd name="T65" fmla="*/ 119 h 246"/>
                <a:gd name="T66" fmla="*/ 49 w 172"/>
                <a:gd name="T67" fmla="*/ 150 h 246"/>
                <a:gd name="T68" fmla="*/ 83 w 172"/>
                <a:gd name="T69" fmla="*/ 1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2" h="246">
                  <a:moveTo>
                    <a:pt x="83" y="10"/>
                  </a:moveTo>
                  <a:cubicBezTo>
                    <a:pt x="84" y="9"/>
                    <a:pt x="85" y="5"/>
                    <a:pt x="85" y="5"/>
                  </a:cubicBezTo>
                  <a:cubicBezTo>
                    <a:pt x="85" y="3"/>
                    <a:pt x="83" y="0"/>
                    <a:pt x="79" y="0"/>
                  </a:cubicBezTo>
                  <a:cubicBezTo>
                    <a:pt x="72" y="0"/>
                    <a:pt x="43" y="2"/>
                    <a:pt x="35" y="3"/>
                  </a:cubicBezTo>
                  <a:cubicBezTo>
                    <a:pt x="32" y="3"/>
                    <a:pt x="27" y="4"/>
                    <a:pt x="27" y="11"/>
                  </a:cubicBezTo>
                  <a:cubicBezTo>
                    <a:pt x="27" y="16"/>
                    <a:pt x="32" y="16"/>
                    <a:pt x="36" y="16"/>
                  </a:cubicBezTo>
                  <a:cubicBezTo>
                    <a:pt x="53" y="16"/>
                    <a:pt x="53" y="19"/>
                    <a:pt x="53" y="21"/>
                  </a:cubicBezTo>
                  <a:cubicBezTo>
                    <a:pt x="53" y="24"/>
                    <a:pt x="52" y="26"/>
                    <a:pt x="51" y="29"/>
                  </a:cubicBezTo>
                  <a:lnTo>
                    <a:pt x="2" y="227"/>
                  </a:lnTo>
                  <a:cubicBezTo>
                    <a:pt x="0" y="233"/>
                    <a:pt x="0" y="234"/>
                    <a:pt x="0" y="234"/>
                  </a:cubicBezTo>
                  <a:cubicBezTo>
                    <a:pt x="0" y="240"/>
                    <a:pt x="5" y="246"/>
                    <a:pt x="12" y="246"/>
                  </a:cubicBezTo>
                  <a:cubicBezTo>
                    <a:pt x="22" y="246"/>
                    <a:pt x="26" y="239"/>
                    <a:pt x="28" y="231"/>
                  </a:cubicBezTo>
                  <a:cubicBezTo>
                    <a:pt x="29" y="230"/>
                    <a:pt x="44" y="168"/>
                    <a:pt x="45" y="163"/>
                  </a:cubicBezTo>
                  <a:cubicBezTo>
                    <a:pt x="70" y="166"/>
                    <a:pt x="90" y="174"/>
                    <a:pt x="90" y="192"/>
                  </a:cubicBezTo>
                  <a:cubicBezTo>
                    <a:pt x="90" y="194"/>
                    <a:pt x="90" y="195"/>
                    <a:pt x="89" y="199"/>
                  </a:cubicBezTo>
                  <a:cubicBezTo>
                    <a:pt x="88" y="204"/>
                    <a:pt x="88" y="206"/>
                    <a:pt x="88" y="210"/>
                  </a:cubicBezTo>
                  <a:cubicBezTo>
                    <a:pt x="88" y="234"/>
                    <a:pt x="108" y="246"/>
                    <a:pt x="125" y="246"/>
                  </a:cubicBezTo>
                  <a:cubicBezTo>
                    <a:pt x="159" y="246"/>
                    <a:pt x="169" y="193"/>
                    <a:pt x="169" y="192"/>
                  </a:cubicBezTo>
                  <a:cubicBezTo>
                    <a:pt x="169" y="188"/>
                    <a:pt x="165" y="188"/>
                    <a:pt x="164" y="188"/>
                  </a:cubicBezTo>
                  <a:cubicBezTo>
                    <a:pt x="159" y="188"/>
                    <a:pt x="158" y="189"/>
                    <a:pt x="157" y="196"/>
                  </a:cubicBezTo>
                  <a:cubicBezTo>
                    <a:pt x="152" y="211"/>
                    <a:pt x="143" y="236"/>
                    <a:pt x="126" y="236"/>
                  </a:cubicBezTo>
                  <a:cubicBezTo>
                    <a:pt x="117" y="236"/>
                    <a:pt x="114" y="227"/>
                    <a:pt x="114" y="218"/>
                  </a:cubicBezTo>
                  <a:cubicBezTo>
                    <a:pt x="114" y="212"/>
                    <a:pt x="114" y="211"/>
                    <a:pt x="116" y="202"/>
                  </a:cubicBezTo>
                  <a:cubicBezTo>
                    <a:pt x="116" y="201"/>
                    <a:pt x="118" y="195"/>
                    <a:pt x="118" y="191"/>
                  </a:cubicBezTo>
                  <a:cubicBezTo>
                    <a:pt x="118" y="160"/>
                    <a:pt x="76" y="155"/>
                    <a:pt x="61" y="154"/>
                  </a:cubicBezTo>
                  <a:cubicBezTo>
                    <a:pt x="71" y="148"/>
                    <a:pt x="84" y="136"/>
                    <a:pt x="90" y="131"/>
                  </a:cubicBezTo>
                  <a:cubicBezTo>
                    <a:pt x="108" y="114"/>
                    <a:pt x="125" y="98"/>
                    <a:pt x="145" y="98"/>
                  </a:cubicBezTo>
                  <a:cubicBezTo>
                    <a:pt x="149" y="98"/>
                    <a:pt x="154" y="99"/>
                    <a:pt x="156" y="102"/>
                  </a:cubicBezTo>
                  <a:cubicBezTo>
                    <a:pt x="141" y="105"/>
                    <a:pt x="138" y="117"/>
                    <a:pt x="138" y="122"/>
                  </a:cubicBezTo>
                  <a:cubicBezTo>
                    <a:pt x="138" y="130"/>
                    <a:pt x="144" y="135"/>
                    <a:pt x="152" y="135"/>
                  </a:cubicBezTo>
                  <a:cubicBezTo>
                    <a:pt x="162" y="135"/>
                    <a:pt x="172" y="127"/>
                    <a:pt x="172" y="112"/>
                  </a:cubicBezTo>
                  <a:cubicBezTo>
                    <a:pt x="172" y="101"/>
                    <a:pt x="164" y="88"/>
                    <a:pt x="145" y="88"/>
                  </a:cubicBezTo>
                  <a:cubicBezTo>
                    <a:pt x="125" y="88"/>
                    <a:pt x="107" y="102"/>
                    <a:pt x="89" y="119"/>
                  </a:cubicBezTo>
                  <a:cubicBezTo>
                    <a:pt x="75" y="133"/>
                    <a:pt x="63" y="144"/>
                    <a:pt x="49" y="150"/>
                  </a:cubicBezTo>
                  <a:lnTo>
                    <a:pt x="83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AD32F884-B50A-497B-A5A5-D727C49ECD83}"/>
              </a:ext>
            </a:extLst>
          </p:cNvPr>
          <p:cNvPicPr>
            <a:picLocks noChangeAspect="1"/>
          </p:cNvPicPr>
          <p:nvPr/>
        </p:nvPicPr>
        <p:blipFill rotWithShape="1">
          <a:blip r:embed="rId396">
            <a:extLst>
              <a:ext uri="{BEBA8EAE-BF5A-486C-A8C5-ECC9F3942E4B}">
                <a14:imgProps xmlns:a14="http://schemas.microsoft.com/office/drawing/2010/main">
                  <a14:imgLayer r:embed="rId397">
                    <a14:imgEffect>
                      <a14:backgroundRemoval t="6015" b="92782" l="3694" r="93434">
                        <a14:foregroundMark x1="35294" y1="59098" x2="35294" y2="59098"/>
                        <a14:foregroundMark x1="13680" y1="61203" x2="13680" y2="61203"/>
                        <a14:foregroundMark x1="5609" y1="31429" x2="5609" y2="31429"/>
                        <a14:foregroundMark x1="7387" y1="31729" x2="7387" y2="31729"/>
                        <a14:foregroundMark x1="7387" y1="88571" x2="7387" y2="88571"/>
                        <a14:foregroundMark x1="7798" y1="91429" x2="8892" y2="90977"/>
                        <a14:foregroundMark x1="36389" y1="88120" x2="37073" y2="86917"/>
                        <a14:foregroundMark x1="11081" y1="90226" x2="5882" y2="91729"/>
                        <a14:foregroundMark x1="4514" y1="92932" x2="3694" y2="92632"/>
                        <a14:foregroundMark x1="62654" y1="88120" x2="63748" y2="85714"/>
                        <a14:foregroundMark x1="60465" y1="57895" x2="59781" y2="55188"/>
                        <a14:foregroundMark x1="89740" y1="84511" x2="87962" y2="86165"/>
                        <a14:foregroundMark x1="82079" y1="59098" x2="82079" y2="55940"/>
                        <a14:foregroundMark x1="93434" y1="86165" x2="93434" y2="86165"/>
                        <a14:foregroundMark x1="83174" y1="34135" x2="77702" y2="34586"/>
                        <a14:foregroundMark x1="77702" y1="16090" x2="72640" y2="10376"/>
                        <a14:foregroundMark x1="39398" y1="32632" x2="33379" y2="33835"/>
                        <a14:foregroundMark x1="58276" y1="32932" x2="54583" y2="34135"/>
                        <a14:foregroundMark x1="60328" y1="14286" x2="53899" y2="11429"/>
                        <a14:foregroundMark x1="37756" y1="12030" x2="31053" y2="10827"/>
                        <a14:foregroundMark x1="54309" y1="8271" x2="54309" y2="8271"/>
                        <a14:foregroundMark x1="13680" y1="12481" x2="9166" y2="11278"/>
                        <a14:foregroundMark x1="12312" y1="10977" x2="11218" y2="6015"/>
                      </a14:backgroundRemoval>
                    </a14:imgEffect>
                  </a14:imgLayer>
                </a14:imgProps>
              </a:ext>
            </a:extLst>
          </a:blip>
          <a:srcRect t="21895" r="3937"/>
          <a:stretch/>
        </p:blipFill>
        <p:spPr>
          <a:xfrm>
            <a:off x="2858924" y="1455062"/>
            <a:ext cx="650172" cy="480900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E65741E-EE95-4731-AE3C-AFBCEB54F657}"/>
              </a:ext>
            </a:extLst>
          </p:cNvPr>
          <p:cNvPicPr>
            <a:picLocks noChangeAspect="1"/>
          </p:cNvPicPr>
          <p:nvPr/>
        </p:nvPicPr>
        <p:blipFill>
          <a:blip r:embed="rId39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67" t="31212" r="20506" b="23463"/>
          <a:stretch>
            <a:fillRect/>
          </a:stretch>
        </p:blipFill>
        <p:spPr>
          <a:xfrm>
            <a:off x="2820230" y="566474"/>
            <a:ext cx="741238" cy="502055"/>
          </a:xfrm>
          <a:prstGeom prst="rect">
            <a:avLst/>
          </a:prstGeom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31" name="그룹 230" descr="\documentclass{article}&#10;\usepackage{amsmath}&#10;\pagestyle{empty}&#10;\begin{document}&#10;&#10;\noindent\centering&#10;Parallel node expansion \\ and evaluation&#10;\end{document}" title="IguanaTex Vector Display">
            <a:extLst>
              <a:ext uri="{FF2B5EF4-FFF2-40B4-BE49-F238E27FC236}">
                <a16:creationId xmlns:a16="http://schemas.microsoft.com/office/drawing/2014/main" id="{4A765E4E-A649-4DBB-8EC4-8CFE0BA0D162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5884863" y="552449"/>
            <a:ext cx="1176311" cy="216744"/>
            <a:chOff x="5884863" y="552450"/>
            <a:chExt cx="1050925" cy="209551"/>
          </a:xfrm>
        </p:grpSpPr>
        <p:sp>
          <p:nvSpPr>
            <p:cNvPr id="196" name="Freeform 69">
              <a:extLst>
                <a:ext uri="{FF2B5EF4-FFF2-40B4-BE49-F238E27FC236}">
                  <a16:creationId xmlns:a16="http://schemas.microsoft.com/office/drawing/2014/main" id="{C21F6532-E94D-4CBF-AB85-234A121AD3DB}"/>
                </a:ext>
              </a:extLst>
            </p:cNvPr>
            <p:cNvSpPr>
              <a:spLocks noEditPoints="1"/>
            </p:cNvSpPr>
            <p:nvPr>
              <p:custDataLst>
                <p:tags r:id="rId317"/>
              </p:custDataLst>
            </p:nvPr>
          </p:nvSpPr>
          <p:spPr bwMode="auto">
            <a:xfrm>
              <a:off x="5884863" y="554038"/>
              <a:ext cx="60325" cy="74613"/>
            </a:xfrm>
            <a:custGeom>
              <a:avLst/>
              <a:gdLst>
                <a:gd name="T0" fmla="*/ 95 w 293"/>
                <a:gd name="T1" fmla="*/ 183 h 341"/>
                <a:gd name="T2" fmla="*/ 180 w 293"/>
                <a:gd name="T3" fmla="*/ 183 h 341"/>
                <a:gd name="T4" fmla="*/ 293 w 293"/>
                <a:gd name="T5" fmla="*/ 93 h 341"/>
                <a:gd name="T6" fmla="*/ 176 w 293"/>
                <a:gd name="T7" fmla="*/ 0 h 341"/>
                <a:gd name="T8" fmla="*/ 0 w 293"/>
                <a:gd name="T9" fmla="*/ 0 h 341"/>
                <a:gd name="T10" fmla="*/ 0 w 293"/>
                <a:gd name="T11" fmla="*/ 16 h 341"/>
                <a:gd name="T12" fmla="*/ 12 w 293"/>
                <a:gd name="T13" fmla="*/ 16 h 341"/>
                <a:gd name="T14" fmla="*/ 51 w 293"/>
                <a:gd name="T15" fmla="*/ 39 h 341"/>
                <a:gd name="T16" fmla="*/ 51 w 293"/>
                <a:gd name="T17" fmla="*/ 302 h 341"/>
                <a:gd name="T18" fmla="*/ 12 w 293"/>
                <a:gd name="T19" fmla="*/ 326 h 341"/>
                <a:gd name="T20" fmla="*/ 0 w 293"/>
                <a:gd name="T21" fmla="*/ 326 h 341"/>
                <a:gd name="T22" fmla="*/ 0 w 293"/>
                <a:gd name="T23" fmla="*/ 341 h 341"/>
                <a:gd name="T24" fmla="*/ 73 w 293"/>
                <a:gd name="T25" fmla="*/ 339 h 341"/>
                <a:gd name="T26" fmla="*/ 147 w 293"/>
                <a:gd name="T27" fmla="*/ 341 h 341"/>
                <a:gd name="T28" fmla="*/ 147 w 293"/>
                <a:gd name="T29" fmla="*/ 326 h 341"/>
                <a:gd name="T30" fmla="*/ 135 w 293"/>
                <a:gd name="T31" fmla="*/ 326 h 341"/>
                <a:gd name="T32" fmla="*/ 95 w 293"/>
                <a:gd name="T33" fmla="*/ 302 h 341"/>
                <a:gd name="T34" fmla="*/ 95 w 293"/>
                <a:gd name="T35" fmla="*/ 183 h 341"/>
                <a:gd name="T36" fmla="*/ 94 w 293"/>
                <a:gd name="T37" fmla="*/ 170 h 341"/>
                <a:gd name="T38" fmla="*/ 94 w 293"/>
                <a:gd name="T39" fmla="*/ 36 h 341"/>
                <a:gd name="T40" fmla="*/ 118 w 293"/>
                <a:gd name="T41" fmla="*/ 16 h 341"/>
                <a:gd name="T42" fmla="*/ 163 w 293"/>
                <a:gd name="T43" fmla="*/ 16 h 341"/>
                <a:gd name="T44" fmla="*/ 242 w 293"/>
                <a:gd name="T45" fmla="*/ 93 h 341"/>
                <a:gd name="T46" fmla="*/ 163 w 293"/>
                <a:gd name="T47" fmla="*/ 170 h 341"/>
                <a:gd name="T48" fmla="*/ 94 w 293"/>
                <a:gd name="T49" fmla="*/ 170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93" h="341">
                  <a:moveTo>
                    <a:pt x="95" y="183"/>
                  </a:moveTo>
                  <a:lnTo>
                    <a:pt x="180" y="183"/>
                  </a:lnTo>
                  <a:cubicBezTo>
                    <a:pt x="240" y="183"/>
                    <a:pt x="293" y="143"/>
                    <a:pt x="293" y="93"/>
                  </a:cubicBezTo>
                  <a:cubicBezTo>
                    <a:pt x="293" y="44"/>
                    <a:pt x="244" y="0"/>
                    <a:pt x="176" y="0"/>
                  </a:cubicBezTo>
                  <a:lnTo>
                    <a:pt x="0" y="0"/>
                  </a:lnTo>
                  <a:lnTo>
                    <a:pt x="0" y="16"/>
                  </a:lnTo>
                  <a:lnTo>
                    <a:pt x="12" y="16"/>
                  </a:lnTo>
                  <a:cubicBezTo>
                    <a:pt x="50" y="16"/>
                    <a:pt x="51" y="21"/>
                    <a:pt x="51" y="39"/>
                  </a:cubicBezTo>
                  <a:lnTo>
                    <a:pt x="51" y="302"/>
                  </a:lnTo>
                  <a:cubicBezTo>
                    <a:pt x="51" y="320"/>
                    <a:pt x="50" y="326"/>
                    <a:pt x="12" y="326"/>
                  </a:cubicBezTo>
                  <a:lnTo>
                    <a:pt x="0" y="326"/>
                  </a:lnTo>
                  <a:lnTo>
                    <a:pt x="0" y="341"/>
                  </a:lnTo>
                  <a:cubicBezTo>
                    <a:pt x="17" y="339"/>
                    <a:pt x="54" y="339"/>
                    <a:pt x="73" y="339"/>
                  </a:cubicBezTo>
                  <a:cubicBezTo>
                    <a:pt x="92" y="339"/>
                    <a:pt x="129" y="339"/>
                    <a:pt x="147" y="341"/>
                  </a:cubicBezTo>
                  <a:lnTo>
                    <a:pt x="147" y="326"/>
                  </a:lnTo>
                  <a:lnTo>
                    <a:pt x="135" y="326"/>
                  </a:lnTo>
                  <a:cubicBezTo>
                    <a:pt x="96" y="326"/>
                    <a:pt x="95" y="320"/>
                    <a:pt x="95" y="302"/>
                  </a:cubicBezTo>
                  <a:lnTo>
                    <a:pt x="95" y="183"/>
                  </a:lnTo>
                  <a:close/>
                  <a:moveTo>
                    <a:pt x="94" y="170"/>
                  </a:moveTo>
                  <a:lnTo>
                    <a:pt x="94" y="36"/>
                  </a:lnTo>
                  <a:cubicBezTo>
                    <a:pt x="94" y="19"/>
                    <a:pt x="95" y="16"/>
                    <a:pt x="118" y="16"/>
                  </a:cubicBezTo>
                  <a:lnTo>
                    <a:pt x="163" y="16"/>
                  </a:lnTo>
                  <a:cubicBezTo>
                    <a:pt x="242" y="16"/>
                    <a:pt x="242" y="69"/>
                    <a:pt x="242" y="93"/>
                  </a:cubicBezTo>
                  <a:cubicBezTo>
                    <a:pt x="242" y="116"/>
                    <a:pt x="242" y="170"/>
                    <a:pt x="163" y="170"/>
                  </a:cubicBezTo>
                  <a:lnTo>
                    <a:pt x="94" y="17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7" name="Freeform 70">
              <a:extLst>
                <a:ext uri="{FF2B5EF4-FFF2-40B4-BE49-F238E27FC236}">
                  <a16:creationId xmlns:a16="http://schemas.microsoft.com/office/drawing/2014/main" id="{05D30EC2-1A2F-4C92-BCDF-86E95158BC59}"/>
                </a:ext>
              </a:extLst>
            </p:cNvPr>
            <p:cNvSpPr>
              <a:spLocks noEditPoints="1"/>
            </p:cNvSpPr>
            <p:nvPr>
              <p:custDataLst>
                <p:tags r:id="rId318"/>
              </p:custDataLst>
            </p:nvPr>
          </p:nvSpPr>
          <p:spPr bwMode="auto">
            <a:xfrm>
              <a:off x="5953126" y="579438"/>
              <a:ext cx="46038" cy="50800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80 h 229"/>
                <a:gd name="T6" fmla="*/ 225 w 225"/>
                <a:gd name="T7" fmla="*/ 152 h 229"/>
                <a:gd name="T8" fmla="*/ 213 w 225"/>
                <a:gd name="T9" fmla="*/ 152 h 229"/>
                <a:gd name="T10" fmla="*/ 213 w 225"/>
                <a:gd name="T11" fmla="*/ 180 h 229"/>
                <a:gd name="T12" fmla="*/ 195 w 225"/>
                <a:gd name="T13" fmla="*/ 212 h 229"/>
                <a:gd name="T14" fmla="*/ 176 w 225"/>
                <a:gd name="T15" fmla="*/ 187 h 229"/>
                <a:gd name="T16" fmla="*/ 176 w 225"/>
                <a:gd name="T17" fmla="*/ 87 h 229"/>
                <a:gd name="T18" fmla="*/ 158 w 225"/>
                <a:gd name="T19" fmla="*/ 28 h 229"/>
                <a:gd name="T20" fmla="*/ 90 w 225"/>
                <a:gd name="T21" fmla="*/ 0 h 229"/>
                <a:gd name="T22" fmla="*/ 15 w 225"/>
                <a:gd name="T23" fmla="*/ 57 h 229"/>
                <a:gd name="T24" fmla="*/ 38 w 225"/>
                <a:gd name="T25" fmla="*/ 80 h 229"/>
                <a:gd name="T26" fmla="*/ 61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2 w 225"/>
                <a:gd name="T33" fmla="*/ 75 h 229"/>
                <a:gd name="T34" fmla="*/ 142 w 225"/>
                <a:gd name="T35" fmla="*/ 94 h 229"/>
                <a:gd name="T36" fmla="*/ 50 w 225"/>
                <a:gd name="T37" fmla="*/ 112 h 229"/>
                <a:gd name="T38" fmla="*/ 0 w 225"/>
                <a:gd name="T39" fmla="*/ 177 h 229"/>
                <a:gd name="T40" fmla="*/ 80 w 225"/>
                <a:gd name="T41" fmla="*/ 229 h 229"/>
                <a:gd name="T42" fmla="*/ 145 w 225"/>
                <a:gd name="T43" fmla="*/ 186 h 229"/>
                <a:gd name="T44" fmla="*/ 142 w 225"/>
                <a:gd name="T45" fmla="*/ 104 h 229"/>
                <a:gd name="T46" fmla="*/ 142 w 225"/>
                <a:gd name="T47" fmla="*/ 154 h 229"/>
                <a:gd name="T48" fmla="*/ 83 w 225"/>
                <a:gd name="T49" fmla="*/ 218 h 229"/>
                <a:gd name="T50" fmla="*/ 39 w 225"/>
                <a:gd name="T51" fmla="*/ 176 h 229"/>
                <a:gd name="T52" fmla="*/ 142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1" y="227"/>
                    <a:pt x="184" y="227"/>
                  </a:cubicBezTo>
                  <a:cubicBezTo>
                    <a:pt x="195" y="227"/>
                    <a:pt x="225" y="220"/>
                    <a:pt x="225" y="180"/>
                  </a:cubicBezTo>
                  <a:lnTo>
                    <a:pt x="225" y="152"/>
                  </a:lnTo>
                  <a:lnTo>
                    <a:pt x="213" y="152"/>
                  </a:lnTo>
                  <a:lnTo>
                    <a:pt x="213" y="180"/>
                  </a:lnTo>
                  <a:cubicBezTo>
                    <a:pt x="213" y="209"/>
                    <a:pt x="200" y="212"/>
                    <a:pt x="195" y="212"/>
                  </a:cubicBezTo>
                  <a:cubicBezTo>
                    <a:pt x="178" y="212"/>
                    <a:pt x="176" y="189"/>
                    <a:pt x="176" y="187"/>
                  </a:cubicBezTo>
                  <a:lnTo>
                    <a:pt x="176" y="87"/>
                  </a:lnTo>
                  <a:cubicBezTo>
                    <a:pt x="176" y="66"/>
                    <a:pt x="176" y="46"/>
                    <a:pt x="158" y="28"/>
                  </a:cubicBezTo>
                  <a:cubicBezTo>
                    <a:pt x="139" y="8"/>
                    <a:pt x="114" y="0"/>
                    <a:pt x="90" y="0"/>
                  </a:cubicBezTo>
                  <a:cubicBezTo>
                    <a:pt x="49" y="0"/>
                    <a:pt x="15" y="24"/>
                    <a:pt x="15" y="57"/>
                  </a:cubicBezTo>
                  <a:cubicBezTo>
                    <a:pt x="15" y="72"/>
                    <a:pt x="25" y="80"/>
                    <a:pt x="38" y="80"/>
                  </a:cubicBezTo>
                  <a:cubicBezTo>
                    <a:pt x="52" y="80"/>
                    <a:pt x="61" y="70"/>
                    <a:pt x="61" y="57"/>
                  </a:cubicBezTo>
                  <a:cubicBezTo>
                    <a:pt x="61" y="51"/>
                    <a:pt x="58" y="35"/>
                    <a:pt x="35" y="34"/>
                  </a:cubicBezTo>
                  <a:cubicBezTo>
                    <a:pt x="49" y="17"/>
                    <a:pt x="73" y="11"/>
                    <a:pt x="89" y="11"/>
                  </a:cubicBezTo>
                  <a:cubicBezTo>
                    <a:pt x="113" y="11"/>
                    <a:pt x="142" y="31"/>
                    <a:pt x="142" y="75"/>
                  </a:cubicBezTo>
                  <a:lnTo>
                    <a:pt x="142" y="94"/>
                  </a:lnTo>
                  <a:cubicBezTo>
                    <a:pt x="116" y="95"/>
                    <a:pt x="81" y="97"/>
                    <a:pt x="50" y="112"/>
                  </a:cubicBezTo>
                  <a:cubicBezTo>
                    <a:pt x="13" y="129"/>
                    <a:pt x="0" y="155"/>
                    <a:pt x="0" y="177"/>
                  </a:cubicBezTo>
                  <a:cubicBezTo>
                    <a:pt x="0" y="217"/>
                    <a:pt x="49" y="229"/>
                    <a:pt x="80" y="229"/>
                  </a:cubicBezTo>
                  <a:cubicBezTo>
                    <a:pt x="113" y="229"/>
                    <a:pt x="136" y="210"/>
                    <a:pt x="145" y="186"/>
                  </a:cubicBezTo>
                  <a:close/>
                  <a:moveTo>
                    <a:pt x="142" y="104"/>
                  </a:moveTo>
                  <a:lnTo>
                    <a:pt x="142" y="154"/>
                  </a:lnTo>
                  <a:cubicBezTo>
                    <a:pt x="142" y="202"/>
                    <a:pt x="106" y="218"/>
                    <a:pt x="83" y="218"/>
                  </a:cubicBezTo>
                  <a:cubicBezTo>
                    <a:pt x="59" y="218"/>
                    <a:pt x="39" y="201"/>
                    <a:pt x="39" y="176"/>
                  </a:cubicBezTo>
                  <a:cubicBezTo>
                    <a:pt x="39" y="149"/>
                    <a:pt x="60" y="107"/>
                    <a:pt x="142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8" name="Freeform 71">
              <a:extLst>
                <a:ext uri="{FF2B5EF4-FFF2-40B4-BE49-F238E27FC236}">
                  <a16:creationId xmlns:a16="http://schemas.microsoft.com/office/drawing/2014/main" id="{EE035BF0-65F6-4865-8D5F-F6A21E7C26DA}"/>
                </a:ext>
              </a:extLst>
            </p:cNvPr>
            <p:cNvSpPr>
              <a:spLocks/>
            </p:cNvSpPr>
            <p:nvPr>
              <p:custDataLst>
                <p:tags r:id="rId319"/>
              </p:custDataLst>
            </p:nvPr>
          </p:nvSpPr>
          <p:spPr bwMode="auto">
            <a:xfrm>
              <a:off x="6002338" y="579438"/>
              <a:ext cx="33338" cy="49213"/>
            </a:xfrm>
            <a:custGeom>
              <a:avLst/>
              <a:gdLst>
                <a:gd name="T0" fmla="*/ 70 w 168"/>
                <a:gd name="T1" fmla="*/ 55 h 221"/>
                <a:gd name="T2" fmla="*/ 70 w 168"/>
                <a:gd name="T3" fmla="*/ 0 h 221"/>
                <a:gd name="T4" fmla="*/ 0 w 168"/>
                <a:gd name="T5" fmla="*/ 6 h 221"/>
                <a:gd name="T6" fmla="*/ 0 w 168"/>
                <a:gd name="T7" fmla="*/ 21 h 221"/>
                <a:gd name="T8" fmla="*/ 39 w 168"/>
                <a:gd name="T9" fmla="*/ 49 h 221"/>
                <a:gd name="T10" fmla="*/ 39 w 168"/>
                <a:gd name="T11" fmla="*/ 183 h 221"/>
                <a:gd name="T12" fmla="*/ 0 w 168"/>
                <a:gd name="T13" fmla="*/ 206 h 221"/>
                <a:gd name="T14" fmla="*/ 0 w 168"/>
                <a:gd name="T15" fmla="*/ 221 h 221"/>
                <a:gd name="T16" fmla="*/ 57 w 168"/>
                <a:gd name="T17" fmla="*/ 219 h 221"/>
                <a:gd name="T18" fmla="*/ 120 w 168"/>
                <a:gd name="T19" fmla="*/ 221 h 221"/>
                <a:gd name="T20" fmla="*/ 120 w 168"/>
                <a:gd name="T21" fmla="*/ 206 h 221"/>
                <a:gd name="T22" fmla="*/ 110 w 168"/>
                <a:gd name="T23" fmla="*/ 206 h 221"/>
                <a:gd name="T24" fmla="*/ 72 w 168"/>
                <a:gd name="T25" fmla="*/ 182 h 221"/>
                <a:gd name="T26" fmla="*/ 72 w 168"/>
                <a:gd name="T27" fmla="*/ 105 h 221"/>
                <a:gd name="T28" fmla="*/ 131 w 168"/>
                <a:gd name="T29" fmla="*/ 11 h 221"/>
                <a:gd name="T30" fmla="*/ 136 w 168"/>
                <a:gd name="T31" fmla="*/ 12 h 221"/>
                <a:gd name="T32" fmla="*/ 125 w 168"/>
                <a:gd name="T33" fmla="*/ 31 h 221"/>
                <a:gd name="T34" fmla="*/ 146 w 168"/>
                <a:gd name="T35" fmla="*/ 53 h 221"/>
                <a:gd name="T36" fmla="*/ 168 w 168"/>
                <a:gd name="T37" fmla="*/ 31 h 221"/>
                <a:gd name="T38" fmla="*/ 131 w 168"/>
                <a:gd name="T39" fmla="*/ 0 h 221"/>
                <a:gd name="T40" fmla="*/ 70 w 168"/>
                <a:gd name="T41" fmla="*/ 5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221">
                  <a:moveTo>
                    <a:pt x="70" y="55"/>
                  </a:move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183"/>
                  </a:lnTo>
                  <a:cubicBezTo>
                    <a:pt x="39" y="206"/>
                    <a:pt x="34" y="206"/>
                    <a:pt x="0" y="206"/>
                  </a:cubicBezTo>
                  <a:lnTo>
                    <a:pt x="0" y="221"/>
                  </a:lnTo>
                  <a:cubicBezTo>
                    <a:pt x="20" y="220"/>
                    <a:pt x="43" y="219"/>
                    <a:pt x="57" y="219"/>
                  </a:cubicBezTo>
                  <a:cubicBezTo>
                    <a:pt x="77" y="219"/>
                    <a:pt x="101" y="219"/>
                    <a:pt x="120" y="221"/>
                  </a:cubicBezTo>
                  <a:lnTo>
                    <a:pt x="120" y="206"/>
                  </a:lnTo>
                  <a:lnTo>
                    <a:pt x="110" y="206"/>
                  </a:lnTo>
                  <a:cubicBezTo>
                    <a:pt x="73" y="206"/>
                    <a:pt x="72" y="200"/>
                    <a:pt x="72" y="182"/>
                  </a:cubicBezTo>
                  <a:lnTo>
                    <a:pt x="72" y="105"/>
                  </a:lnTo>
                  <a:cubicBezTo>
                    <a:pt x="72" y="56"/>
                    <a:pt x="93" y="11"/>
                    <a:pt x="131" y="11"/>
                  </a:cubicBezTo>
                  <a:cubicBezTo>
                    <a:pt x="134" y="11"/>
                    <a:pt x="135" y="11"/>
                    <a:pt x="136" y="12"/>
                  </a:cubicBezTo>
                  <a:cubicBezTo>
                    <a:pt x="135" y="12"/>
                    <a:pt x="125" y="18"/>
                    <a:pt x="125" y="31"/>
                  </a:cubicBezTo>
                  <a:cubicBezTo>
                    <a:pt x="125" y="45"/>
                    <a:pt x="135" y="53"/>
                    <a:pt x="146" y="53"/>
                  </a:cubicBezTo>
                  <a:cubicBezTo>
                    <a:pt x="155" y="53"/>
                    <a:pt x="168" y="47"/>
                    <a:pt x="168" y="31"/>
                  </a:cubicBezTo>
                  <a:cubicBezTo>
                    <a:pt x="168" y="15"/>
                    <a:pt x="152" y="0"/>
                    <a:pt x="131" y="0"/>
                  </a:cubicBezTo>
                  <a:cubicBezTo>
                    <a:pt x="95" y="0"/>
                    <a:pt x="77" y="34"/>
                    <a:pt x="70" y="5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9" name="Freeform 72">
              <a:extLst>
                <a:ext uri="{FF2B5EF4-FFF2-40B4-BE49-F238E27FC236}">
                  <a16:creationId xmlns:a16="http://schemas.microsoft.com/office/drawing/2014/main" id="{012E5E6B-859B-4F87-BE42-73B53D32C37D}"/>
                </a:ext>
              </a:extLst>
            </p:cNvPr>
            <p:cNvSpPr>
              <a:spLocks noEditPoints="1"/>
            </p:cNvSpPr>
            <p:nvPr>
              <p:custDataLst>
                <p:tags r:id="rId320"/>
              </p:custDataLst>
            </p:nvPr>
          </p:nvSpPr>
          <p:spPr bwMode="auto">
            <a:xfrm>
              <a:off x="6043613" y="579438"/>
              <a:ext cx="46038" cy="50800"/>
            </a:xfrm>
            <a:custGeom>
              <a:avLst/>
              <a:gdLst>
                <a:gd name="T0" fmla="*/ 146 w 225"/>
                <a:gd name="T1" fmla="*/ 186 h 229"/>
                <a:gd name="T2" fmla="*/ 184 w 225"/>
                <a:gd name="T3" fmla="*/ 227 h 229"/>
                <a:gd name="T4" fmla="*/ 225 w 225"/>
                <a:gd name="T5" fmla="*/ 180 h 229"/>
                <a:gd name="T6" fmla="*/ 225 w 225"/>
                <a:gd name="T7" fmla="*/ 152 h 229"/>
                <a:gd name="T8" fmla="*/ 213 w 225"/>
                <a:gd name="T9" fmla="*/ 152 h 229"/>
                <a:gd name="T10" fmla="*/ 213 w 225"/>
                <a:gd name="T11" fmla="*/ 180 h 229"/>
                <a:gd name="T12" fmla="*/ 195 w 225"/>
                <a:gd name="T13" fmla="*/ 212 h 229"/>
                <a:gd name="T14" fmla="*/ 176 w 225"/>
                <a:gd name="T15" fmla="*/ 187 h 229"/>
                <a:gd name="T16" fmla="*/ 176 w 225"/>
                <a:gd name="T17" fmla="*/ 87 h 229"/>
                <a:gd name="T18" fmla="*/ 158 w 225"/>
                <a:gd name="T19" fmla="*/ 28 h 229"/>
                <a:gd name="T20" fmla="*/ 90 w 225"/>
                <a:gd name="T21" fmla="*/ 0 h 229"/>
                <a:gd name="T22" fmla="*/ 15 w 225"/>
                <a:gd name="T23" fmla="*/ 57 h 229"/>
                <a:gd name="T24" fmla="*/ 38 w 225"/>
                <a:gd name="T25" fmla="*/ 80 h 229"/>
                <a:gd name="T26" fmla="*/ 61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2 w 225"/>
                <a:gd name="T33" fmla="*/ 75 h 229"/>
                <a:gd name="T34" fmla="*/ 142 w 225"/>
                <a:gd name="T35" fmla="*/ 94 h 229"/>
                <a:gd name="T36" fmla="*/ 50 w 225"/>
                <a:gd name="T37" fmla="*/ 112 h 229"/>
                <a:gd name="T38" fmla="*/ 0 w 225"/>
                <a:gd name="T39" fmla="*/ 177 h 229"/>
                <a:gd name="T40" fmla="*/ 80 w 225"/>
                <a:gd name="T41" fmla="*/ 229 h 229"/>
                <a:gd name="T42" fmla="*/ 146 w 225"/>
                <a:gd name="T43" fmla="*/ 186 h 229"/>
                <a:gd name="T44" fmla="*/ 142 w 225"/>
                <a:gd name="T45" fmla="*/ 104 h 229"/>
                <a:gd name="T46" fmla="*/ 142 w 225"/>
                <a:gd name="T47" fmla="*/ 154 h 229"/>
                <a:gd name="T48" fmla="*/ 84 w 225"/>
                <a:gd name="T49" fmla="*/ 218 h 229"/>
                <a:gd name="T50" fmla="*/ 39 w 225"/>
                <a:gd name="T51" fmla="*/ 176 h 229"/>
                <a:gd name="T52" fmla="*/ 142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6" y="186"/>
                  </a:moveTo>
                  <a:cubicBezTo>
                    <a:pt x="148" y="206"/>
                    <a:pt x="161" y="227"/>
                    <a:pt x="184" y="227"/>
                  </a:cubicBezTo>
                  <a:cubicBezTo>
                    <a:pt x="195" y="227"/>
                    <a:pt x="225" y="220"/>
                    <a:pt x="225" y="180"/>
                  </a:cubicBezTo>
                  <a:lnTo>
                    <a:pt x="225" y="152"/>
                  </a:lnTo>
                  <a:lnTo>
                    <a:pt x="213" y="152"/>
                  </a:lnTo>
                  <a:lnTo>
                    <a:pt x="213" y="180"/>
                  </a:lnTo>
                  <a:cubicBezTo>
                    <a:pt x="213" y="209"/>
                    <a:pt x="200" y="212"/>
                    <a:pt x="195" y="212"/>
                  </a:cubicBezTo>
                  <a:cubicBezTo>
                    <a:pt x="178" y="212"/>
                    <a:pt x="176" y="189"/>
                    <a:pt x="176" y="187"/>
                  </a:cubicBezTo>
                  <a:lnTo>
                    <a:pt x="176" y="87"/>
                  </a:lnTo>
                  <a:cubicBezTo>
                    <a:pt x="176" y="66"/>
                    <a:pt x="176" y="46"/>
                    <a:pt x="158" y="28"/>
                  </a:cubicBezTo>
                  <a:cubicBezTo>
                    <a:pt x="139" y="8"/>
                    <a:pt x="114" y="0"/>
                    <a:pt x="90" y="0"/>
                  </a:cubicBezTo>
                  <a:cubicBezTo>
                    <a:pt x="49" y="0"/>
                    <a:pt x="15" y="24"/>
                    <a:pt x="15" y="57"/>
                  </a:cubicBezTo>
                  <a:cubicBezTo>
                    <a:pt x="15" y="72"/>
                    <a:pt x="25" y="80"/>
                    <a:pt x="38" y="80"/>
                  </a:cubicBezTo>
                  <a:cubicBezTo>
                    <a:pt x="52" y="80"/>
                    <a:pt x="61" y="70"/>
                    <a:pt x="61" y="57"/>
                  </a:cubicBezTo>
                  <a:cubicBezTo>
                    <a:pt x="61" y="51"/>
                    <a:pt x="58" y="35"/>
                    <a:pt x="35" y="34"/>
                  </a:cubicBezTo>
                  <a:cubicBezTo>
                    <a:pt x="49" y="17"/>
                    <a:pt x="73" y="11"/>
                    <a:pt x="89" y="11"/>
                  </a:cubicBezTo>
                  <a:cubicBezTo>
                    <a:pt x="114" y="11"/>
                    <a:pt x="142" y="31"/>
                    <a:pt x="142" y="75"/>
                  </a:cubicBezTo>
                  <a:lnTo>
                    <a:pt x="142" y="94"/>
                  </a:lnTo>
                  <a:cubicBezTo>
                    <a:pt x="117" y="95"/>
                    <a:pt x="82" y="97"/>
                    <a:pt x="50" y="112"/>
                  </a:cubicBezTo>
                  <a:cubicBezTo>
                    <a:pt x="13" y="129"/>
                    <a:pt x="0" y="155"/>
                    <a:pt x="0" y="177"/>
                  </a:cubicBezTo>
                  <a:cubicBezTo>
                    <a:pt x="0" y="217"/>
                    <a:pt x="49" y="229"/>
                    <a:pt x="80" y="229"/>
                  </a:cubicBezTo>
                  <a:cubicBezTo>
                    <a:pt x="113" y="229"/>
                    <a:pt x="136" y="210"/>
                    <a:pt x="146" y="186"/>
                  </a:cubicBezTo>
                  <a:close/>
                  <a:moveTo>
                    <a:pt x="142" y="104"/>
                  </a:moveTo>
                  <a:lnTo>
                    <a:pt x="142" y="154"/>
                  </a:lnTo>
                  <a:cubicBezTo>
                    <a:pt x="142" y="202"/>
                    <a:pt x="106" y="218"/>
                    <a:pt x="84" y="218"/>
                  </a:cubicBezTo>
                  <a:cubicBezTo>
                    <a:pt x="59" y="218"/>
                    <a:pt x="39" y="201"/>
                    <a:pt x="39" y="176"/>
                  </a:cubicBezTo>
                  <a:cubicBezTo>
                    <a:pt x="39" y="149"/>
                    <a:pt x="60" y="107"/>
                    <a:pt x="142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0" name="Freeform 73">
              <a:extLst>
                <a:ext uri="{FF2B5EF4-FFF2-40B4-BE49-F238E27FC236}">
                  <a16:creationId xmlns:a16="http://schemas.microsoft.com/office/drawing/2014/main" id="{73A2A856-40B8-48E6-A8CD-97D0BF1CFE2A}"/>
                </a:ext>
              </a:extLst>
            </p:cNvPr>
            <p:cNvSpPr>
              <a:spLocks/>
            </p:cNvSpPr>
            <p:nvPr>
              <p:custDataLst>
                <p:tags r:id="rId321"/>
              </p:custDataLst>
            </p:nvPr>
          </p:nvSpPr>
          <p:spPr bwMode="auto">
            <a:xfrm>
              <a:off x="6092826" y="552450"/>
              <a:ext cx="23813" cy="76200"/>
            </a:xfrm>
            <a:custGeom>
              <a:avLst/>
              <a:gdLst>
                <a:gd name="T0" fmla="*/ 72 w 111"/>
                <a:gd name="T1" fmla="*/ 0 h 346"/>
                <a:gd name="T2" fmla="*/ 0 w 111"/>
                <a:gd name="T3" fmla="*/ 5 h 346"/>
                <a:gd name="T4" fmla="*/ 0 w 111"/>
                <a:gd name="T5" fmla="*/ 21 h 346"/>
                <a:gd name="T6" fmla="*/ 39 w 111"/>
                <a:gd name="T7" fmla="*/ 49 h 346"/>
                <a:gd name="T8" fmla="*/ 39 w 111"/>
                <a:gd name="T9" fmla="*/ 308 h 346"/>
                <a:gd name="T10" fmla="*/ 0 w 111"/>
                <a:gd name="T11" fmla="*/ 331 h 346"/>
                <a:gd name="T12" fmla="*/ 0 w 111"/>
                <a:gd name="T13" fmla="*/ 346 h 346"/>
                <a:gd name="T14" fmla="*/ 55 w 111"/>
                <a:gd name="T15" fmla="*/ 344 h 346"/>
                <a:gd name="T16" fmla="*/ 111 w 111"/>
                <a:gd name="T17" fmla="*/ 346 h 346"/>
                <a:gd name="T18" fmla="*/ 111 w 111"/>
                <a:gd name="T19" fmla="*/ 331 h 346"/>
                <a:gd name="T20" fmla="*/ 72 w 111"/>
                <a:gd name="T21" fmla="*/ 308 h 346"/>
                <a:gd name="T22" fmla="*/ 72 w 111"/>
                <a:gd name="T2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346">
                  <a:moveTo>
                    <a:pt x="72" y="0"/>
                  </a:move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  <a:lnTo>
                    <a:pt x="39" y="308"/>
                  </a:lnTo>
                  <a:cubicBezTo>
                    <a:pt x="39" y="331"/>
                    <a:pt x="33" y="331"/>
                    <a:pt x="0" y="331"/>
                  </a:cubicBezTo>
                  <a:lnTo>
                    <a:pt x="0" y="346"/>
                  </a:lnTo>
                  <a:cubicBezTo>
                    <a:pt x="17" y="345"/>
                    <a:pt x="43" y="344"/>
                    <a:pt x="55" y="344"/>
                  </a:cubicBezTo>
                  <a:cubicBezTo>
                    <a:pt x="68" y="344"/>
                    <a:pt x="92" y="345"/>
                    <a:pt x="111" y="346"/>
                  </a:cubicBezTo>
                  <a:lnTo>
                    <a:pt x="111" y="331"/>
                  </a:lnTo>
                  <a:cubicBezTo>
                    <a:pt x="77" y="331"/>
                    <a:pt x="72" y="331"/>
                    <a:pt x="72" y="308"/>
                  </a:cubicBezTo>
                  <a:lnTo>
                    <a:pt x="72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1" name="Freeform 74">
              <a:extLst>
                <a:ext uri="{FF2B5EF4-FFF2-40B4-BE49-F238E27FC236}">
                  <a16:creationId xmlns:a16="http://schemas.microsoft.com/office/drawing/2014/main" id="{69E12CFD-A04D-4F2B-B057-ABAB8E631ADC}"/>
                </a:ext>
              </a:extLst>
            </p:cNvPr>
            <p:cNvSpPr>
              <a:spLocks/>
            </p:cNvSpPr>
            <p:nvPr>
              <p:custDataLst>
                <p:tags r:id="rId322"/>
              </p:custDataLst>
            </p:nvPr>
          </p:nvSpPr>
          <p:spPr bwMode="auto">
            <a:xfrm>
              <a:off x="6121401" y="552450"/>
              <a:ext cx="22225" cy="76200"/>
            </a:xfrm>
            <a:custGeom>
              <a:avLst/>
              <a:gdLst>
                <a:gd name="T0" fmla="*/ 72 w 111"/>
                <a:gd name="T1" fmla="*/ 0 h 346"/>
                <a:gd name="T2" fmla="*/ 0 w 111"/>
                <a:gd name="T3" fmla="*/ 5 h 346"/>
                <a:gd name="T4" fmla="*/ 0 w 111"/>
                <a:gd name="T5" fmla="*/ 21 h 346"/>
                <a:gd name="T6" fmla="*/ 39 w 111"/>
                <a:gd name="T7" fmla="*/ 49 h 346"/>
                <a:gd name="T8" fmla="*/ 39 w 111"/>
                <a:gd name="T9" fmla="*/ 308 h 346"/>
                <a:gd name="T10" fmla="*/ 0 w 111"/>
                <a:gd name="T11" fmla="*/ 331 h 346"/>
                <a:gd name="T12" fmla="*/ 0 w 111"/>
                <a:gd name="T13" fmla="*/ 346 h 346"/>
                <a:gd name="T14" fmla="*/ 56 w 111"/>
                <a:gd name="T15" fmla="*/ 344 h 346"/>
                <a:gd name="T16" fmla="*/ 111 w 111"/>
                <a:gd name="T17" fmla="*/ 346 h 346"/>
                <a:gd name="T18" fmla="*/ 111 w 111"/>
                <a:gd name="T19" fmla="*/ 331 h 346"/>
                <a:gd name="T20" fmla="*/ 72 w 111"/>
                <a:gd name="T21" fmla="*/ 308 h 346"/>
                <a:gd name="T22" fmla="*/ 72 w 111"/>
                <a:gd name="T2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346">
                  <a:moveTo>
                    <a:pt x="72" y="0"/>
                  </a:move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  <a:lnTo>
                    <a:pt x="39" y="308"/>
                  </a:lnTo>
                  <a:cubicBezTo>
                    <a:pt x="39" y="331"/>
                    <a:pt x="34" y="331"/>
                    <a:pt x="0" y="331"/>
                  </a:cubicBezTo>
                  <a:lnTo>
                    <a:pt x="0" y="346"/>
                  </a:lnTo>
                  <a:cubicBezTo>
                    <a:pt x="17" y="345"/>
                    <a:pt x="43" y="344"/>
                    <a:pt x="56" y="344"/>
                  </a:cubicBezTo>
                  <a:cubicBezTo>
                    <a:pt x="68" y="344"/>
                    <a:pt x="93" y="345"/>
                    <a:pt x="111" y="346"/>
                  </a:cubicBezTo>
                  <a:lnTo>
                    <a:pt x="111" y="331"/>
                  </a:lnTo>
                  <a:cubicBezTo>
                    <a:pt x="78" y="331"/>
                    <a:pt x="72" y="331"/>
                    <a:pt x="72" y="308"/>
                  </a:cubicBezTo>
                  <a:lnTo>
                    <a:pt x="72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2" name="Freeform 75">
              <a:extLst>
                <a:ext uri="{FF2B5EF4-FFF2-40B4-BE49-F238E27FC236}">
                  <a16:creationId xmlns:a16="http://schemas.microsoft.com/office/drawing/2014/main" id="{E4168F89-67AC-47B5-A192-8FB5996B2826}"/>
                </a:ext>
              </a:extLst>
            </p:cNvPr>
            <p:cNvSpPr>
              <a:spLocks noEditPoints="1"/>
            </p:cNvSpPr>
            <p:nvPr>
              <p:custDataLst>
                <p:tags r:id="rId323"/>
              </p:custDataLst>
            </p:nvPr>
          </p:nvSpPr>
          <p:spPr bwMode="auto">
            <a:xfrm>
              <a:off x="6149976" y="579438"/>
              <a:ext cx="38100" cy="50800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2 w 193"/>
                <a:gd name="T9" fmla="*/ 109 h 229"/>
                <a:gd name="T10" fmla="*/ 181 w 193"/>
                <a:gd name="T11" fmla="*/ 109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5 h 229"/>
                <a:gd name="T22" fmla="*/ 187 w 193"/>
                <a:gd name="T23" fmla="*/ 159 h 229"/>
                <a:gd name="T24" fmla="*/ 180 w 193"/>
                <a:gd name="T25" fmla="*/ 166 h 229"/>
                <a:gd name="T26" fmla="*/ 113 w 193"/>
                <a:gd name="T27" fmla="*/ 217 h 229"/>
                <a:gd name="T28" fmla="*/ 57 w 193"/>
                <a:gd name="T29" fmla="*/ 184 h 229"/>
                <a:gd name="T30" fmla="*/ 42 w 193"/>
                <a:gd name="T31" fmla="*/ 10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4"/>
                    <a:pt x="87" y="11"/>
                    <a:pt x="104" y="11"/>
                  </a:cubicBezTo>
                  <a:cubicBezTo>
                    <a:pt x="155" y="11"/>
                    <a:pt x="160" y="79"/>
                    <a:pt x="160" y="98"/>
                  </a:cubicBezTo>
                  <a:lnTo>
                    <a:pt x="42" y="98"/>
                  </a:lnTo>
                  <a:close/>
                  <a:moveTo>
                    <a:pt x="42" y="109"/>
                  </a:moveTo>
                  <a:lnTo>
                    <a:pt x="181" y="109"/>
                  </a:lnTo>
                  <a:cubicBezTo>
                    <a:pt x="192" y="109"/>
                    <a:pt x="193" y="109"/>
                    <a:pt x="193" y="98"/>
                  </a:cubicBezTo>
                  <a:cubicBezTo>
                    <a:pt x="193" y="49"/>
                    <a:pt x="166" y="0"/>
                    <a:pt x="104" y="0"/>
                  </a:cubicBezTo>
                  <a:cubicBezTo>
                    <a:pt x="46" y="0"/>
                    <a:pt x="0" y="52"/>
                    <a:pt x="0" y="114"/>
                  </a:cubicBezTo>
                  <a:cubicBezTo>
                    <a:pt x="0" y="181"/>
                    <a:pt x="53" y="229"/>
                    <a:pt x="110" y="229"/>
                  </a:cubicBezTo>
                  <a:cubicBezTo>
                    <a:pt x="171" y="229"/>
                    <a:pt x="193" y="174"/>
                    <a:pt x="193" y="165"/>
                  </a:cubicBezTo>
                  <a:cubicBezTo>
                    <a:pt x="193" y="160"/>
                    <a:pt x="189" y="159"/>
                    <a:pt x="187" y="159"/>
                  </a:cubicBezTo>
                  <a:cubicBezTo>
                    <a:pt x="182" y="159"/>
                    <a:pt x="181" y="162"/>
                    <a:pt x="180" y="166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7" y="184"/>
                  </a:cubicBezTo>
                  <a:cubicBezTo>
                    <a:pt x="42" y="160"/>
                    <a:pt x="42" y="127"/>
                    <a:pt x="42" y="10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3" name="Freeform 76">
              <a:extLst>
                <a:ext uri="{FF2B5EF4-FFF2-40B4-BE49-F238E27FC236}">
                  <a16:creationId xmlns:a16="http://schemas.microsoft.com/office/drawing/2014/main" id="{6AA735A3-0502-4BD0-B513-100228F87DA5}"/>
                </a:ext>
              </a:extLst>
            </p:cNvPr>
            <p:cNvSpPr>
              <a:spLocks/>
            </p:cNvSpPr>
            <p:nvPr>
              <p:custDataLst>
                <p:tags r:id="rId324"/>
              </p:custDataLst>
            </p:nvPr>
          </p:nvSpPr>
          <p:spPr bwMode="auto">
            <a:xfrm>
              <a:off x="6194426" y="552450"/>
              <a:ext cx="23813" cy="76200"/>
            </a:xfrm>
            <a:custGeom>
              <a:avLst/>
              <a:gdLst>
                <a:gd name="T0" fmla="*/ 72 w 111"/>
                <a:gd name="T1" fmla="*/ 0 h 346"/>
                <a:gd name="T2" fmla="*/ 0 w 111"/>
                <a:gd name="T3" fmla="*/ 5 h 346"/>
                <a:gd name="T4" fmla="*/ 0 w 111"/>
                <a:gd name="T5" fmla="*/ 21 h 346"/>
                <a:gd name="T6" fmla="*/ 39 w 111"/>
                <a:gd name="T7" fmla="*/ 49 h 346"/>
                <a:gd name="T8" fmla="*/ 39 w 111"/>
                <a:gd name="T9" fmla="*/ 308 h 346"/>
                <a:gd name="T10" fmla="*/ 0 w 111"/>
                <a:gd name="T11" fmla="*/ 331 h 346"/>
                <a:gd name="T12" fmla="*/ 0 w 111"/>
                <a:gd name="T13" fmla="*/ 346 h 346"/>
                <a:gd name="T14" fmla="*/ 55 w 111"/>
                <a:gd name="T15" fmla="*/ 344 h 346"/>
                <a:gd name="T16" fmla="*/ 111 w 111"/>
                <a:gd name="T17" fmla="*/ 346 h 346"/>
                <a:gd name="T18" fmla="*/ 111 w 111"/>
                <a:gd name="T19" fmla="*/ 331 h 346"/>
                <a:gd name="T20" fmla="*/ 72 w 111"/>
                <a:gd name="T21" fmla="*/ 308 h 346"/>
                <a:gd name="T22" fmla="*/ 72 w 111"/>
                <a:gd name="T2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346">
                  <a:moveTo>
                    <a:pt x="72" y="0"/>
                  </a:move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  <a:lnTo>
                    <a:pt x="39" y="308"/>
                  </a:lnTo>
                  <a:cubicBezTo>
                    <a:pt x="39" y="331"/>
                    <a:pt x="33" y="331"/>
                    <a:pt x="0" y="331"/>
                  </a:cubicBezTo>
                  <a:lnTo>
                    <a:pt x="0" y="346"/>
                  </a:lnTo>
                  <a:cubicBezTo>
                    <a:pt x="17" y="345"/>
                    <a:pt x="43" y="344"/>
                    <a:pt x="55" y="344"/>
                  </a:cubicBezTo>
                  <a:cubicBezTo>
                    <a:pt x="68" y="344"/>
                    <a:pt x="92" y="345"/>
                    <a:pt x="111" y="346"/>
                  </a:cubicBezTo>
                  <a:lnTo>
                    <a:pt x="111" y="331"/>
                  </a:lnTo>
                  <a:cubicBezTo>
                    <a:pt x="77" y="331"/>
                    <a:pt x="72" y="331"/>
                    <a:pt x="72" y="308"/>
                  </a:cubicBezTo>
                  <a:lnTo>
                    <a:pt x="72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4" name="Freeform 77">
              <a:extLst>
                <a:ext uri="{FF2B5EF4-FFF2-40B4-BE49-F238E27FC236}">
                  <a16:creationId xmlns:a16="http://schemas.microsoft.com/office/drawing/2014/main" id="{9E208778-89E8-47D5-8B90-D25174176C08}"/>
                </a:ext>
              </a:extLst>
            </p:cNvPr>
            <p:cNvSpPr>
              <a:spLocks/>
            </p:cNvSpPr>
            <p:nvPr>
              <p:custDataLst>
                <p:tags r:id="rId325"/>
              </p:custDataLst>
            </p:nvPr>
          </p:nvSpPr>
          <p:spPr bwMode="auto">
            <a:xfrm>
              <a:off x="6256338" y="579438"/>
              <a:ext cx="52388" cy="49213"/>
            </a:xfrm>
            <a:custGeom>
              <a:avLst/>
              <a:gdLst>
                <a:gd name="T0" fmla="*/ 39 w 251"/>
                <a:gd name="T1" fmla="*/ 49 h 221"/>
                <a:gd name="T2" fmla="*/ 39 w 251"/>
                <a:gd name="T3" fmla="*/ 183 h 221"/>
                <a:gd name="T4" fmla="*/ 0 w 251"/>
                <a:gd name="T5" fmla="*/ 206 h 221"/>
                <a:gd name="T6" fmla="*/ 0 w 251"/>
                <a:gd name="T7" fmla="*/ 221 h 221"/>
                <a:gd name="T8" fmla="*/ 56 w 251"/>
                <a:gd name="T9" fmla="*/ 219 h 221"/>
                <a:gd name="T10" fmla="*/ 112 w 251"/>
                <a:gd name="T11" fmla="*/ 221 h 221"/>
                <a:gd name="T12" fmla="*/ 112 w 251"/>
                <a:gd name="T13" fmla="*/ 206 h 221"/>
                <a:gd name="T14" fmla="*/ 73 w 251"/>
                <a:gd name="T15" fmla="*/ 183 h 221"/>
                <a:gd name="T16" fmla="*/ 73 w 251"/>
                <a:gd name="T17" fmla="*/ 91 h 221"/>
                <a:gd name="T18" fmla="*/ 141 w 251"/>
                <a:gd name="T19" fmla="*/ 11 h 221"/>
                <a:gd name="T20" fmla="*/ 177 w 251"/>
                <a:gd name="T21" fmla="*/ 67 h 221"/>
                <a:gd name="T22" fmla="*/ 177 w 251"/>
                <a:gd name="T23" fmla="*/ 183 h 221"/>
                <a:gd name="T24" fmla="*/ 139 w 251"/>
                <a:gd name="T25" fmla="*/ 206 h 221"/>
                <a:gd name="T26" fmla="*/ 139 w 251"/>
                <a:gd name="T27" fmla="*/ 221 h 221"/>
                <a:gd name="T28" fmla="*/ 195 w 251"/>
                <a:gd name="T29" fmla="*/ 219 h 221"/>
                <a:gd name="T30" fmla="*/ 251 w 251"/>
                <a:gd name="T31" fmla="*/ 221 h 221"/>
                <a:gd name="T32" fmla="*/ 251 w 251"/>
                <a:gd name="T33" fmla="*/ 206 h 221"/>
                <a:gd name="T34" fmla="*/ 212 w 251"/>
                <a:gd name="T35" fmla="*/ 191 h 221"/>
                <a:gd name="T36" fmla="*/ 212 w 251"/>
                <a:gd name="T37" fmla="*/ 95 h 221"/>
                <a:gd name="T38" fmla="*/ 196 w 251"/>
                <a:gd name="T39" fmla="*/ 19 h 221"/>
                <a:gd name="T40" fmla="*/ 144 w 251"/>
                <a:gd name="T41" fmla="*/ 0 h 221"/>
                <a:gd name="T42" fmla="*/ 70 w 251"/>
                <a:gd name="T43" fmla="*/ 53 h 221"/>
                <a:gd name="T44" fmla="*/ 70 w 251"/>
                <a:gd name="T45" fmla="*/ 0 h 221"/>
                <a:gd name="T46" fmla="*/ 0 w 251"/>
                <a:gd name="T47" fmla="*/ 6 h 221"/>
                <a:gd name="T48" fmla="*/ 0 w 251"/>
                <a:gd name="T49" fmla="*/ 21 h 221"/>
                <a:gd name="T50" fmla="*/ 39 w 251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6"/>
                    <a:pt x="33" y="206"/>
                    <a:pt x="0" y="206"/>
                  </a:cubicBezTo>
                  <a:lnTo>
                    <a:pt x="0" y="221"/>
                  </a:lnTo>
                  <a:cubicBezTo>
                    <a:pt x="17" y="220"/>
                    <a:pt x="43" y="219"/>
                    <a:pt x="56" y="219"/>
                  </a:cubicBezTo>
                  <a:cubicBezTo>
                    <a:pt x="69" y="219"/>
                    <a:pt x="95" y="220"/>
                    <a:pt x="112" y="221"/>
                  </a:cubicBezTo>
                  <a:lnTo>
                    <a:pt x="112" y="206"/>
                  </a:lnTo>
                  <a:cubicBezTo>
                    <a:pt x="79" y="206"/>
                    <a:pt x="73" y="206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9" y="11"/>
                    <a:pt x="141" y="11"/>
                  </a:cubicBezTo>
                  <a:cubicBezTo>
                    <a:pt x="172" y="11"/>
                    <a:pt x="177" y="38"/>
                    <a:pt x="177" y="67"/>
                  </a:cubicBezTo>
                  <a:lnTo>
                    <a:pt x="177" y="183"/>
                  </a:lnTo>
                  <a:cubicBezTo>
                    <a:pt x="177" y="206"/>
                    <a:pt x="172" y="206"/>
                    <a:pt x="139" y="206"/>
                  </a:cubicBezTo>
                  <a:lnTo>
                    <a:pt x="139" y="221"/>
                  </a:lnTo>
                  <a:cubicBezTo>
                    <a:pt x="156" y="220"/>
                    <a:pt x="181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6"/>
                  </a:lnTo>
                  <a:cubicBezTo>
                    <a:pt x="225" y="206"/>
                    <a:pt x="212" y="206"/>
                    <a:pt x="212" y="191"/>
                  </a:cubicBezTo>
                  <a:lnTo>
                    <a:pt x="212" y="95"/>
                  </a:lnTo>
                  <a:cubicBezTo>
                    <a:pt x="212" y="52"/>
                    <a:pt x="212" y="37"/>
                    <a:pt x="196" y="19"/>
                  </a:cubicBezTo>
                  <a:cubicBezTo>
                    <a:pt x="189" y="10"/>
                    <a:pt x="173" y="0"/>
                    <a:pt x="144" y="0"/>
                  </a:cubicBezTo>
                  <a:cubicBezTo>
                    <a:pt x="108" y="0"/>
                    <a:pt x="84" y="22"/>
                    <a:pt x="70" y="53"/>
                  </a:cubicBez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5" name="Freeform 78">
              <a:extLst>
                <a:ext uri="{FF2B5EF4-FFF2-40B4-BE49-F238E27FC236}">
                  <a16:creationId xmlns:a16="http://schemas.microsoft.com/office/drawing/2014/main" id="{F2564B78-C663-4CE4-820D-9FCA72CFA549}"/>
                </a:ext>
              </a:extLst>
            </p:cNvPr>
            <p:cNvSpPr>
              <a:spLocks noEditPoints="1"/>
            </p:cNvSpPr>
            <p:nvPr>
              <p:custDataLst>
                <p:tags r:id="rId326"/>
              </p:custDataLst>
            </p:nvPr>
          </p:nvSpPr>
          <p:spPr bwMode="auto">
            <a:xfrm>
              <a:off x="6313488" y="579438"/>
              <a:ext cx="44450" cy="50800"/>
            </a:xfrm>
            <a:custGeom>
              <a:avLst/>
              <a:gdLst>
                <a:gd name="T0" fmla="*/ 221 w 221"/>
                <a:gd name="T1" fmla="*/ 117 h 229"/>
                <a:gd name="T2" fmla="*/ 110 w 221"/>
                <a:gd name="T3" fmla="*/ 0 h 229"/>
                <a:gd name="T4" fmla="*/ 0 w 221"/>
                <a:gd name="T5" fmla="*/ 117 h 229"/>
                <a:gd name="T6" fmla="*/ 110 w 221"/>
                <a:gd name="T7" fmla="*/ 229 h 229"/>
                <a:gd name="T8" fmla="*/ 221 w 221"/>
                <a:gd name="T9" fmla="*/ 117 h 229"/>
                <a:gd name="T10" fmla="*/ 110 w 221"/>
                <a:gd name="T11" fmla="*/ 217 h 229"/>
                <a:gd name="T12" fmla="*/ 54 w 221"/>
                <a:gd name="T13" fmla="*/ 184 h 229"/>
                <a:gd name="T14" fmla="*/ 41 w 221"/>
                <a:gd name="T15" fmla="*/ 113 h 229"/>
                <a:gd name="T16" fmla="*/ 53 w 221"/>
                <a:gd name="T17" fmla="*/ 45 h 229"/>
                <a:gd name="T18" fmla="*/ 110 w 221"/>
                <a:gd name="T19" fmla="*/ 11 h 229"/>
                <a:gd name="T20" fmla="*/ 166 w 221"/>
                <a:gd name="T21" fmla="*/ 44 h 229"/>
                <a:gd name="T22" fmla="*/ 179 w 221"/>
                <a:gd name="T23" fmla="*/ 113 h 229"/>
                <a:gd name="T24" fmla="*/ 168 w 221"/>
                <a:gd name="T25" fmla="*/ 180 h 229"/>
                <a:gd name="T26" fmla="*/ 110 w 221"/>
                <a:gd name="T27" fmla="*/ 21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29">
                  <a:moveTo>
                    <a:pt x="221" y="117"/>
                  </a:moveTo>
                  <a:cubicBezTo>
                    <a:pt x="221" y="53"/>
                    <a:pt x="171" y="0"/>
                    <a:pt x="110" y="0"/>
                  </a:cubicBezTo>
                  <a:cubicBezTo>
                    <a:pt x="48" y="0"/>
                    <a:pt x="0" y="55"/>
                    <a:pt x="0" y="117"/>
                  </a:cubicBezTo>
                  <a:cubicBezTo>
                    <a:pt x="0" y="182"/>
                    <a:pt x="52" y="229"/>
                    <a:pt x="110" y="229"/>
                  </a:cubicBezTo>
                  <a:cubicBezTo>
                    <a:pt x="170" y="229"/>
                    <a:pt x="221" y="181"/>
                    <a:pt x="221" y="117"/>
                  </a:cubicBezTo>
                  <a:close/>
                  <a:moveTo>
                    <a:pt x="110" y="217"/>
                  </a:moveTo>
                  <a:cubicBezTo>
                    <a:pt x="89" y="217"/>
                    <a:pt x="67" y="207"/>
                    <a:pt x="54" y="184"/>
                  </a:cubicBezTo>
                  <a:cubicBezTo>
                    <a:pt x="41" y="162"/>
                    <a:pt x="41" y="131"/>
                    <a:pt x="41" y="113"/>
                  </a:cubicBezTo>
                  <a:cubicBezTo>
                    <a:pt x="41" y="94"/>
                    <a:pt x="41" y="67"/>
                    <a:pt x="53" y="45"/>
                  </a:cubicBezTo>
                  <a:cubicBezTo>
                    <a:pt x="67" y="22"/>
                    <a:pt x="90" y="11"/>
                    <a:pt x="110" y="11"/>
                  </a:cubicBezTo>
                  <a:cubicBezTo>
                    <a:pt x="132" y="11"/>
                    <a:pt x="153" y="22"/>
                    <a:pt x="166" y="44"/>
                  </a:cubicBezTo>
                  <a:cubicBezTo>
                    <a:pt x="179" y="65"/>
                    <a:pt x="179" y="94"/>
                    <a:pt x="179" y="113"/>
                  </a:cubicBezTo>
                  <a:cubicBezTo>
                    <a:pt x="179" y="131"/>
                    <a:pt x="179" y="158"/>
                    <a:pt x="168" y="180"/>
                  </a:cubicBezTo>
                  <a:cubicBezTo>
                    <a:pt x="157" y="203"/>
                    <a:pt x="135" y="217"/>
                    <a:pt x="110" y="21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6" name="Freeform 79">
              <a:extLst>
                <a:ext uri="{FF2B5EF4-FFF2-40B4-BE49-F238E27FC236}">
                  <a16:creationId xmlns:a16="http://schemas.microsoft.com/office/drawing/2014/main" id="{6D3FC79A-6CB9-4F90-8429-54186BC22BC2}"/>
                </a:ext>
              </a:extLst>
            </p:cNvPr>
            <p:cNvSpPr>
              <a:spLocks noEditPoints="1"/>
            </p:cNvSpPr>
            <p:nvPr>
              <p:custDataLst>
                <p:tags r:id="rId327"/>
              </p:custDataLst>
            </p:nvPr>
          </p:nvSpPr>
          <p:spPr bwMode="auto">
            <a:xfrm>
              <a:off x="6367463" y="552450"/>
              <a:ext cx="50800" cy="77788"/>
            </a:xfrm>
            <a:custGeom>
              <a:avLst/>
              <a:gdLst>
                <a:gd name="T0" fmla="*/ 172 w 245"/>
                <a:gd name="T1" fmla="*/ 319 h 351"/>
                <a:gd name="T2" fmla="*/ 172 w 245"/>
                <a:gd name="T3" fmla="*/ 351 h 351"/>
                <a:gd name="T4" fmla="*/ 245 w 245"/>
                <a:gd name="T5" fmla="*/ 346 h 351"/>
                <a:gd name="T6" fmla="*/ 245 w 245"/>
                <a:gd name="T7" fmla="*/ 331 h 351"/>
                <a:gd name="T8" fmla="*/ 207 w 245"/>
                <a:gd name="T9" fmla="*/ 303 h 351"/>
                <a:gd name="T10" fmla="*/ 207 w 245"/>
                <a:gd name="T11" fmla="*/ 0 h 351"/>
                <a:gd name="T12" fmla="*/ 135 w 245"/>
                <a:gd name="T13" fmla="*/ 5 h 351"/>
                <a:gd name="T14" fmla="*/ 135 w 245"/>
                <a:gd name="T15" fmla="*/ 21 h 351"/>
                <a:gd name="T16" fmla="*/ 174 w 245"/>
                <a:gd name="T17" fmla="*/ 49 h 351"/>
                <a:gd name="T18" fmla="*/ 174 w 245"/>
                <a:gd name="T19" fmla="*/ 156 h 351"/>
                <a:gd name="T20" fmla="*/ 111 w 245"/>
                <a:gd name="T21" fmla="*/ 125 h 351"/>
                <a:gd name="T22" fmla="*/ 0 w 245"/>
                <a:gd name="T23" fmla="*/ 239 h 351"/>
                <a:gd name="T24" fmla="*/ 105 w 245"/>
                <a:gd name="T25" fmla="*/ 351 h 351"/>
                <a:gd name="T26" fmla="*/ 172 w 245"/>
                <a:gd name="T27" fmla="*/ 319 h 351"/>
                <a:gd name="T28" fmla="*/ 172 w 245"/>
                <a:gd name="T29" fmla="*/ 185 h 351"/>
                <a:gd name="T30" fmla="*/ 172 w 245"/>
                <a:gd name="T31" fmla="*/ 287 h 351"/>
                <a:gd name="T32" fmla="*/ 167 w 245"/>
                <a:gd name="T33" fmla="*/ 306 h 351"/>
                <a:gd name="T34" fmla="*/ 108 w 245"/>
                <a:gd name="T35" fmla="*/ 340 h 351"/>
                <a:gd name="T36" fmla="*/ 55 w 245"/>
                <a:gd name="T37" fmla="*/ 309 h 351"/>
                <a:gd name="T38" fmla="*/ 41 w 245"/>
                <a:gd name="T39" fmla="*/ 239 h 351"/>
                <a:gd name="T40" fmla="*/ 56 w 245"/>
                <a:gd name="T41" fmla="*/ 168 h 351"/>
                <a:gd name="T42" fmla="*/ 113 w 245"/>
                <a:gd name="T43" fmla="*/ 136 h 351"/>
                <a:gd name="T44" fmla="*/ 167 w 245"/>
                <a:gd name="T45" fmla="*/ 166 h 351"/>
                <a:gd name="T46" fmla="*/ 172 w 245"/>
                <a:gd name="T47" fmla="*/ 185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5" h="351">
                  <a:moveTo>
                    <a:pt x="172" y="319"/>
                  </a:moveTo>
                  <a:lnTo>
                    <a:pt x="172" y="351"/>
                  </a:lnTo>
                  <a:lnTo>
                    <a:pt x="245" y="346"/>
                  </a:lnTo>
                  <a:lnTo>
                    <a:pt x="245" y="331"/>
                  </a:lnTo>
                  <a:cubicBezTo>
                    <a:pt x="211" y="331"/>
                    <a:pt x="207" y="327"/>
                    <a:pt x="207" y="303"/>
                  </a:cubicBezTo>
                  <a:lnTo>
                    <a:pt x="207" y="0"/>
                  </a:lnTo>
                  <a:lnTo>
                    <a:pt x="135" y="5"/>
                  </a:lnTo>
                  <a:lnTo>
                    <a:pt x="135" y="21"/>
                  </a:lnTo>
                  <a:cubicBezTo>
                    <a:pt x="170" y="21"/>
                    <a:pt x="174" y="24"/>
                    <a:pt x="174" y="49"/>
                  </a:cubicBezTo>
                  <a:lnTo>
                    <a:pt x="174" y="156"/>
                  </a:lnTo>
                  <a:cubicBezTo>
                    <a:pt x="159" y="138"/>
                    <a:pt x="138" y="125"/>
                    <a:pt x="111" y="125"/>
                  </a:cubicBezTo>
                  <a:cubicBezTo>
                    <a:pt x="52" y="125"/>
                    <a:pt x="0" y="174"/>
                    <a:pt x="0" y="239"/>
                  </a:cubicBezTo>
                  <a:cubicBezTo>
                    <a:pt x="0" y="302"/>
                    <a:pt x="48" y="351"/>
                    <a:pt x="105" y="351"/>
                  </a:cubicBezTo>
                  <a:cubicBezTo>
                    <a:pt x="137" y="351"/>
                    <a:pt x="160" y="335"/>
                    <a:pt x="172" y="319"/>
                  </a:cubicBezTo>
                  <a:close/>
                  <a:moveTo>
                    <a:pt x="172" y="185"/>
                  </a:moveTo>
                  <a:lnTo>
                    <a:pt x="172" y="287"/>
                  </a:lnTo>
                  <a:cubicBezTo>
                    <a:pt x="172" y="296"/>
                    <a:pt x="172" y="297"/>
                    <a:pt x="167" y="306"/>
                  </a:cubicBezTo>
                  <a:cubicBezTo>
                    <a:pt x="152" y="330"/>
                    <a:pt x="129" y="340"/>
                    <a:pt x="108" y="340"/>
                  </a:cubicBezTo>
                  <a:cubicBezTo>
                    <a:pt x="85" y="340"/>
                    <a:pt x="67" y="328"/>
                    <a:pt x="55" y="309"/>
                  </a:cubicBezTo>
                  <a:cubicBezTo>
                    <a:pt x="43" y="288"/>
                    <a:pt x="41" y="260"/>
                    <a:pt x="41" y="239"/>
                  </a:cubicBezTo>
                  <a:cubicBezTo>
                    <a:pt x="41" y="221"/>
                    <a:pt x="42" y="191"/>
                    <a:pt x="56" y="168"/>
                  </a:cubicBezTo>
                  <a:cubicBezTo>
                    <a:pt x="67" y="153"/>
                    <a:pt x="86" y="136"/>
                    <a:pt x="113" y="136"/>
                  </a:cubicBezTo>
                  <a:cubicBezTo>
                    <a:pt x="130" y="136"/>
                    <a:pt x="151" y="144"/>
                    <a:pt x="167" y="166"/>
                  </a:cubicBezTo>
                  <a:cubicBezTo>
                    <a:pt x="172" y="175"/>
                    <a:pt x="172" y="176"/>
                    <a:pt x="172" y="18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7" name="Freeform 80">
              <a:extLst>
                <a:ext uri="{FF2B5EF4-FFF2-40B4-BE49-F238E27FC236}">
                  <a16:creationId xmlns:a16="http://schemas.microsoft.com/office/drawing/2014/main" id="{D53F617D-978F-48AB-B671-A3F33A2AC2F6}"/>
                </a:ext>
              </a:extLst>
            </p:cNvPr>
            <p:cNvSpPr>
              <a:spLocks noEditPoints="1"/>
            </p:cNvSpPr>
            <p:nvPr>
              <p:custDataLst>
                <p:tags r:id="rId328"/>
              </p:custDataLst>
            </p:nvPr>
          </p:nvSpPr>
          <p:spPr bwMode="auto">
            <a:xfrm>
              <a:off x="6423026" y="579438"/>
              <a:ext cx="39688" cy="50800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2 w 193"/>
                <a:gd name="T9" fmla="*/ 109 h 229"/>
                <a:gd name="T10" fmla="*/ 181 w 193"/>
                <a:gd name="T11" fmla="*/ 109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5 h 229"/>
                <a:gd name="T22" fmla="*/ 187 w 193"/>
                <a:gd name="T23" fmla="*/ 159 h 229"/>
                <a:gd name="T24" fmla="*/ 180 w 193"/>
                <a:gd name="T25" fmla="*/ 166 h 229"/>
                <a:gd name="T26" fmla="*/ 113 w 193"/>
                <a:gd name="T27" fmla="*/ 217 h 229"/>
                <a:gd name="T28" fmla="*/ 57 w 193"/>
                <a:gd name="T29" fmla="*/ 184 h 229"/>
                <a:gd name="T30" fmla="*/ 42 w 193"/>
                <a:gd name="T31" fmla="*/ 10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4"/>
                    <a:pt x="87" y="11"/>
                    <a:pt x="104" y="11"/>
                  </a:cubicBezTo>
                  <a:cubicBezTo>
                    <a:pt x="156" y="11"/>
                    <a:pt x="160" y="79"/>
                    <a:pt x="160" y="98"/>
                  </a:cubicBezTo>
                  <a:lnTo>
                    <a:pt x="42" y="98"/>
                  </a:lnTo>
                  <a:close/>
                  <a:moveTo>
                    <a:pt x="42" y="109"/>
                  </a:moveTo>
                  <a:lnTo>
                    <a:pt x="181" y="109"/>
                  </a:lnTo>
                  <a:cubicBezTo>
                    <a:pt x="192" y="109"/>
                    <a:pt x="193" y="109"/>
                    <a:pt x="193" y="98"/>
                  </a:cubicBezTo>
                  <a:cubicBezTo>
                    <a:pt x="193" y="49"/>
                    <a:pt x="166" y="0"/>
                    <a:pt x="104" y="0"/>
                  </a:cubicBezTo>
                  <a:cubicBezTo>
                    <a:pt x="46" y="0"/>
                    <a:pt x="0" y="52"/>
                    <a:pt x="0" y="114"/>
                  </a:cubicBezTo>
                  <a:cubicBezTo>
                    <a:pt x="0" y="181"/>
                    <a:pt x="53" y="229"/>
                    <a:pt x="110" y="229"/>
                  </a:cubicBezTo>
                  <a:cubicBezTo>
                    <a:pt x="171" y="229"/>
                    <a:pt x="193" y="174"/>
                    <a:pt x="193" y="165"/>
                  </a:cubicBezTo>
                  <a:cubicBezTo>
                    <a:pt x="193" y="160"/>
                    <a:pt x="189" y="159"/>
                    <a:pt x="187" y="159"/>
                  </a:cubicBezTo>
                  <a:cubicBezTo>
                    <a:pt x="182" y="159"/>
                    <a:pt x="181" y="162"/>
                    <a:pt x="180" y="166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7" y="184"/>
                  </a:cubicBezTo>
                  <a:cubicBezTo>
                    <a:pt x="42" y="160"/>
                    <a:pt x="42" y="127"/>
                    <a:pt x="42" y="10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8" name="Freeform 81">
              <a:extLst>
                <a:ext uri="{FF2B5EF4-FFF2-40B4-BE49-F238E27FC236}">
                  <a16:creationId xmlns:a16="http://schemas.microsoft.com/office/drawing/2014/main" id="{A9631D79-5668-4D32-B416-D5303979A136}"/>
                </a:ext>
              </a:extLst>
            </p:cNvPr>
            <p:cNvSpPr>
              <a:spLocks noEditPoints="1"/>
            </p:cNvSpPr>
            <p:nvPr>
              <p:custDataLst>
                <p:tags r:id="rId329"/>
              </p:custDataLst>
            </p:nvPr>
          </p:nvSpPr>
          <p:spPr bwMode="auto">
            <a:xfrm>
              <a:off x="6502401" y="579438"/>
              <a:ext cx="39688" cy="50800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2 w 193"/>
                <a:gd name="T9" fmla="*/ 109 h 229"/>
                <a:gd name="T10" fmla="*/ 181 w 193"/>
                <a:gd name="T11" fmla="*/ 109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5 h 229"/>
                <a:gd name="T22" fmla="*/ 187 w 193"/>
                <a:gd name="T23" fmla="*/ 159 h 229"/>
                <a:gd name="T24" fmla="*/ 180 w 193"/>
                <a:gd name="T25" fmla="*/ 166 h 229"/>
                <a:gd name="T26" fmla="*/ 113 w 193"/>
                <a:gd name="T27" fmla="*/ 217 h 229"/>
                <a:gd name="T28" fmla="*/ 57 w 193"/>
                <a:gd name="T29" fmla="*/ 184 h 229"/>
                <a:gd name="T30" fmla="*/ 42 w 193"/>
                <a:gd name="T31" fmla="*/ 10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4"/>
                    <a:pt x="87" y="11"/>
                    <a:pt x="104" y="11"/>
                  </a:cubicBezTo>
                  <a:cubicBezTo>
                    <a:pt x="155" y="11"/>
                    <a:pt x="160" y="79"/>
                    <a:pt x="160" y="98"/>
                  </a:cubicBezTo>
                  <a:lnTo>
                    <a:pt x="42" y="98"/>
                  </a:lnTo>
                  <a:close/>
                  <a:moveTo>
                    <a:pt x="42" y="109"/>
                  </a:moveTo>
                  <a:lnTo>
                    <a:pt x="181" y="109"/>
                  </a:lnTo>
                  <a:cubicBezTo>
                    <a:pt x="192" y="109"/>
                    <a:pt x="193" y="109"/>
                    <a:pt x="193" y="98"/>
                  </a:cubicBezTo>
                  <a:cubicBezTo>
                    <a:pt x="193" y="49"/>
                    <a:pt x="166" y="0"/>
                    <a:pt x="104" y="0"/>
                  </a:cubicBezTo>
                  <a:cubicBezTo>
                    <a:pt x="46" y="0"/>
                    <a:pt x="0" y="52"/>
                    <a:pt x="0" y="114"/>
                  </a:cubicBezTo>
                  <a:cubicBezTo>
                    <a:pt x="0" y="181"/>
                    <a:pt x="53" y="229"/>
                    <a:pt x="110" y="229"/>
                  </a:cubicBezTo>
                  <a:cubicBezTo>
                    <a:pt x="171" y="229"/>
                    <a:pt x="193" y="174"/>
                    <a:pt x="193" y="165"/>
                  </a:cubicBezTo>
                  <a:cubicBezTo>
                    <a:pt x="193" y="160"/>
                    <a:pt x="189" y="159"/>
                    <a:pt x="187" y="159"/>
                  </a:cubicBezTo>
                  <a:cubicBezTo>
                    <a:pt x="182" y="159"/>
                    <a:pt x="181" y="162"/>
                    <a:pt x="180" y="166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7" y="184"/>
                  </a:cubicBezTo>
                  <a:cubicBezTo>
                    <a:pt x="42" y="160"/>
                    <a:pt x="42" y="127"/>
                    <a:pt x="42" y="10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9" name="Freeform 82">
              <a:extLst>
                <a:ext uri="{FF2B5EF4-FFF2-40B4-BE49-F238E27FC236}">
                  <a16:creationId xmlns:a16="http://schemas.microsoft.com/office/drawing/2014/main" id="{BA15B1CF-5C2C-4C69-94A6-8B8C74C38972}"/>
                </a:ext>
              </a:extLst>
            </p:cNvPr>
            <p:cNvSpPr>
              <a:spLocks/>
            </p:cNvSpPr>
            <p:nvPr>
              <p:custDataLst>
                <p:tags r:id="rId330"/>
              </p:custDataLst>
            </p:nvPr>
          </p:nvSpPr>
          <p:spPr bwMode="auto">
            <a:xfrm>
              <a:off x="6546851" y="581025"/>
              <a:ext cx="50800" cy="47625"/>
            </a:xfrm>
            <a:custGeom>
              <a:avLst/>
              <a:gdLst>
                <a:gd name="T0" fmla="*/ 137 w 251"/>
                <a:gd name="T1" fmla="*/ 98 h 215"/>
                <a:gd name="T2" fmla="*/ 183 w 251"/>
                <a:gd name="T3" fmla="*/ 41 h 215"/>
                <a:gd name="T4" fmla="*/ 242 w 251"/>
                <a:gd name="T5" fmla="*/ 15 h 215"/>
                <a:gd name="T6" fmla="*/ 242 w 251"/>
                <a:gd name="T7" fmla="*/ 0 h 215"/>
                <a:gd name="T8" fmla="*/ 201 w 251"/>
                <a:gd name="T9" fmla="*/ 1 h 215"/>
                <a:gd name="T10" fmla="*/ 153 w 251"/>
                <a:gd name="T11" fmla="*/ 0 h 215"/>
                <a:gd name="T12" fmla="*/ 153 w 251"/>
                <a:gd name="T13" fmla="*/ 15 h 215"/>
                <a:gd name="T14" fmla="*/ 168 w 251"/>
                <a:gd name="T15" fmla="*/ 31 h 215"/>
                <a:gd name="T16" fmla="*/ 160 w 251"/>
                <a:gd name="T17" fmla="*/ 48 h 215"/>
                <a:gd name="T18" fmla="*/ 129 w 251"/>
                <a:gd name="T19" fmla="*/ 87 h 215"/>
                <a:gd name="T20" fmla="*/ 90 w 251"/>
                <a:gd name="T21" fmla="*/ 37 h 215"/>
                <a:gd name="T22" fmla="*/ 86 w 251"/>
                <a:gd name="T23" fmla="*/ 28 h 215"/>
                <a:gd name="T24" fmla="*/ 103 w 251"/>
                <a:gd name="T25" fmla="*/ 15 h 215"/>
                <a:gd name="T26" fmla="*/ 103 w 251"/>
                <a:gd name="T27" fmla="*/ 0 h 215"/>
                <a:gd name="T28" fmla="*/ 50 w 251"/>
                <a:gd name="T29" fmla="*/ 1 h 215"/>
                <a:gd name="T30" fmla="*/ 2 w 251"/>
                <a:gd name="T31" fmla="*/ 0 h 215"/>
                <a:gd name="T32" fmla="*/ 2 w 251"/>
                <a:gd name="T33" fmla="*/ 15 h 215"/>
                <a:gd name="T34" fmla="*/ 61 w 251"/>
                <a:gd name="T35" fmla="*/ 46 h 215"/>
                <a:gd name="T36" fmla="*/ 110 w 251"/>
                <a:gd name="T37" fmla="*/ 110 h 215"/>
                <a:gd name="T38" fmla="*/ 63 w 251"/>
                <a:gd name="T39" fmla="*/ 170 h 215"/>
                <a:gd name="T40" fmla="*/ 0 w 251"/>
                <a:gd name="T41" fmla="*/ 200 h 215"/>
                <a:gd name="T42" fmla="*/ 0 w 251"/>
                <a:gd name="T43" fmla="*/ 215 h 215"/>
                <a:gd name="T44" fmla="*/ 41 w 251"/>
                <a:gd name="T45" fmla="*/ 213 h 215"/>
                <a:gd name="T46" fmla="*/ 88 w 251"/>
                <a:gd name="T47" fmla="*/ 215 h 215"/>
                <a:gd name="T48" fmla="*/ 88 w 251"/>
                <a:gd name="T49" fmla="*/ 200 h 215"/>
                <a:gd name="T50" fmla="*/ 74 w 251"/>
                <a:gd name="T51" fmla="*/ 184 h 215"/>
                <a:gd name="T52" fmla="*/ 119 w 251"/>
                <a:gd name="T53" fmla="*/ 121 h 215"/>
                <a:gd name="T54" fmla="*/ 157 w 251"/>
                <a:gd name="T55" fmla="*/ 171 h 215"/>
                <a:gd name="T56" fmla="*/ 167 w 251"/>
                <a:gd name="T57" fmla="*/ 187 h 215"/>
                <a:gd name="T58" fmla="*/ 149 w 251"/>
                <a:gd name="T59" fmla="*/ 200 h 215"/>
                <a:gd name="T60" fmla="*/ 149 w 251"/>
                <a:gd name="T61" fmla="*/ 215 h 215"/>
                <a:gd name="T62" fmla="*/ 203 w 251"/>
                <a:gd name="T63" fmla="*/ 213 h 215"/>
                <a:gd name="T64" fmla="*/ 251 w 251"/>
                <a:gd name="T65" fmla="*/ 215 h 215"/>
                <a:gd name="T66" fmla="*/ 251 w 251"/>
                <a:gd name="T67" fmla="*/ 200 h 215"/>
                <a:gd name="T68" fmla="*/ 204 w 251"/>
                <a:gd name="T69" fmla="*/ 184 h 215"/>
                <a:gd name="T70" fmla="*/ 137 w 251"/>
                <a:gd name="T71" fmla="*/ 9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215">
                  <a:moveTo>
                    <a:pt x="137" y="98"/>
                  </a:moveTo>
                  <a:cubicBezTo>
                    <a:pt x="152" y="79"/>
                    <a:pt x="171" y="54"/>
                    <a:pt x="183" y="41"/>
                  </a:cubicBezTo>
                  <a:cubicBezTo>
                    <a:pt x="198" y="23"/>
                    <a:pt x="219" y="16"/>
                    <a:pt x="242" y="15"/>
                  </a:cubicBezTo>
                  <a:lnTo>
                    <a:pt x="242" y="0"/>
                  </a:lnTo>
                  <a:cubicBezTo>
                    <a:pt x="229" y="1"/>
                    <a:pt x="214" y="1"/>
                    <a:pt x="201" y="1"/>
                  </a:cubicBezTo>
                  <a:cubicBezTo>
                    <a:pt x="186" y="1"/>
                    <a:pt x="160" y="0"/>
                    <a:pt x="153" y="0"/>
                  </a:cubicBezTo>
                  <a:lnTo>
                    <a:pt x="153" y="15"/>
                  </a:lnTo>
                  <a:cubicBezTo>
                    <a:pt x="164" y="16"/>
                    <a:pt x="168" y="23"/>
                    <a:pt x="168" y="31"/>
                  </a:cubicBezTo>
                  <a:cubicBezTo>
                    <a:pt x="168" y="39"/>
                    <a:pt x="163" y="45"/>
                    <a:pt x="160" y="48"/>
                  </a:cubicBezTo>
                  <a:lnTo>
                    <a:pt x="129" y="87"/>
                  </a:lnTo>
                  <a:lnTo>
                    <a:pt x="90" y="37"/>
                  </a:lnTo>
                  <a:cubicBezTo>
                    <a:pt x="86" y="32"/>
                    <a:pt x="86" y="31"/>
                    <a:pt x="86" y="28"/>
                  </a:cubicBezTo>
                  <a:cubicBezTo>
                    <a:pt x="86" y="20"/>
                    <a:pt x="93" y="16"/>
                    <a:pt x="103" y="15"/>
                  </a:cubicBezTo>
                  <a:lnTo>
                    <a:pt x="103" y="0"/>
                  </a:lnTo>
                  <a:cubicBezTo>
                    <a:pt x="90" y="0"/>
                    <a:pt x="57" y="1"/>
                    <a:pt x="50" y="1"/>
                  </a:cubicBezTo>
                  <a:cubicBezTo>
                    <a:pt x="39" y="1"/>
                    <a:pt x="16" y="1"/>
                    <a:pt x="2" y="0"/>
                  </a:cubicBezTo>
                  <a:lnTo>
                    <a:pt x="2" y="15"/>
                  </a:lnTo>
                  <a:cubicBezTo>
                    <a:pt x="37" y="15"/>
                    <a:pt x="38" y="16"/>
                    <a:pt x="61" y="46"/>
                  </a:cubicBezTo>
                  <a:lnTo>
                    <a:pt x="110" y="110"/>
                  </a:lnTo>
                  <a:lnTo>
                    <a:pt x="63" y="170"/>
                  </a:lnTo>
                  <a:cubicBezTo>
                    <a:pt x="40" y="199"/>
                    <a:pt x="10" y="200"/>
                    <a:pt x="0" y="200"/>
                  </a:cubicBezTo>
                  <a:lnTo>
                    <a:pt x="0" y="215"/>
                  </a:lnTo>
                  <a:cubicBezTo>
                    <a:pt x="13" y="214"/>
                    <a:pt x="28" y="213"/>
                    <a:pt x="41" y="213"/>
                  </a:cubicBezTo>
                  <a:cubicBezTo>
                    <a:pt x="55" y="213"/>
                    <a:pt x="76" y="214"/>
                    <a:pt x="88" y="215"/>
                  </a:cubicBezTo>
                  <a:lnTo>
                    <a:pt x="88" y="200"/>
                  </a:lnTo>
                  <a:cubicBezTo>
                    <a:pt x="77" y="198"/>
                    <a:pt x="74" y="192"/>
                    <a:pt x="74" y="184"/>
                  </a:cubicBezTo>
                  <a:cubicBezTo>
                    <a:pt x="74" y="173"/>
                    <a:pt x="88" y="157"/>
                    <a:pt x="119" y="121"/>
                  </a:cubicBezTo>
                  <a:lnTo>
                    <a:pt x="157" y="171"/>
                  </a:lnTo>
                  <a:cubicBezTo>
                    <a:pt x="161" y="176"/>
                    <a:pt x="167" y="184"/>
                    <a:pt x="167" y="187"/>
                  </a:cubicBezTo>
                  <a:cubicBezTo>
                    <a:pt x="167" y="192"/>
                    <a:pt x="163" y="199"/>
                    <a:pt x="149" y="200"/>
                  </a:cubicBezTo>
                  <a:lnTo>
                    <a:pt x="149" y="215"/>
                  </a:lnTo>
                  <a:cubicBezTo>
                    <a:pt x="164" y="214"/>
                    <a:pt x="192" y="213"/>
                    <a:pt x="203" y="213"/>
                  </a:cubicBezTo>
                  <a:cubicBezTo>
                    <a:pt x="217" y="213"/>
                    <a:pt x="236" y="214"/>
                    <a:pt x="251" y="215"/>
                  </a:cubicBezTo>
                  <a:lnTo>
                    <a:pt x="251" y="200"/>
                  </a:lnTo>
                  <a:cubicBezTo>
                    <a:pt x="224" y="200"/>
                    <a:pt x="215" y="199"/>
                    <a:pt x="204" y="184"/>
                  </a:cubicBezTo>
                  <a:lnTo>
                    <a:pt x="137" y="9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0" name="Freeform 83">
              <a:extLst>
                <a:ext uri="{FF2B5EF4-FFF2-40B4-BE49-F238E27FC236}">
                  <a16:creationId xmlns:a16="http://schemas.microsoft.com/office/drawing/2014/main" id="{931E7859-31BF-46B5-BD1C-0EC4973FDF54}"/>
                </a:ext>
              </a:extLst>
            </p:cNvPr>
            <p:cNvSpPr>
              <a:spLocks noEditPoints="1"/>
            </p:cNvSpPr>
            <p:nvPr>
              <p:custDataLst>
                <p:tags r:id="rId331"/>
              </p:custDataLst>
            </p:nvPr>
          </p:nvSpPr>
          <p:spPr bwMode="auto">
            <a:xfrm>
              <a:off x="6602413" y="579438"/>
              <a:ext cx="49213" cy="69850"/>
            </a:xfrm>
            <a:custGeom>
              <a:avLst/>
              <a:gdLst>
                <a:gd name="T0" fmla="*/ 71 w 245"/>
                <a:gd name="T1" fmla="*/ 33 h 318"/>
                <a:gd name="T2" fmla="*/ 71 w 245"/>
                <a:gd name="T3" fmla="*/ 0 h 318"/>
                <a:gd name="T4" fmla="*/ 0 w 245"/>
                <a:gd name="T5" fmla="*/ 6 h 318"/>
                <a:gd name="T6" fmla="*/ 0 w 245"/>
                <a:gd name="T7" fmla="*/ 21 h 318"/>
                <a:gd name="T8" fmla="*/ 38 w 245"/>
                <a:gd name="T9" fmla="*/ 46 h 318"/>
                <a:gd name="T10" fmla="*/ 38 w 245"/>
                <a:gd name="T11" fmla="*/ 280 h 318"/>
                <a:gd name="T12" fmla="*/ 0 w 245"/>
                <a:gd name="T13" fmla="*/ 302 h 318"/>
                <a:gd name="T14" fmla="*/ 0 w 245"/>
                <a:gd name="T15" fmla="*/ 318 h 318"/>
                <a:gd name="T16" fmla="*/ 55 w 245"/>
                <a:gd name="T17" fmla="*/ 316 h 318"/>
                <a:gd name="T18" fmla="*/ 112 w 245"/>
                <a:gd name="T19" fmla="*/ 318 h 318"/>
                <a:gd name="T20" fmla="*/ 112 w 245"/>
                <a:gd name="T21" fmla="*/ 302 h 318"/>
                <a:gd name="T22" fmla="*/ 73 w 245"/>
                <a:gd name="T23" fmla="*/ 280 h 318"/>
                <a:gd name="T24" fmla="*/ 73 w 245"/>
                <a:gd name="T25" fmla="*/ 196 h 318"/>
                <a:gd name="T26" fmla="*/ 73 w 245"/>
                <a:gd name="T27" fmla="*/ 192 h 318"/>
                <a:gd name="T28" fmla="*/ 134 w 245"/>
                <a:gd name="T29" fmla="*/ 226 h 318"/>
                <a:gd name="T30" fmla="*/ 245 w 245"/>
                <a:gd name="T31" fmla="*/ 113 h 318"/>
                <a:gd name="T32" fmla="*/ 141 w 245"/>
                <a:gd name="T33" fmla="*/ 0 h 318"/>
                <a:gd name="T34" fmla="*/ 71 w 245"/>
                <a:gd name="T35" fmla="*/ 33 h 318"/>
                <a:gd name="T36" fmla="*/ 73 w 245"/>
                <a:gd name="T37" fmla="*/ 164 h 318"/>
                <a:gd name="T38" fmla="*/ 73 w 245"/>
                <a:gd name="T39" fmla="*/ 53 h 318"/>
                <a:gd name="T40" fmla="*/ 137 w 245"/>
                <a:gd name="T41" fmla="*/ 13 h 318"/>
                <a:gd name="T42" fmla="*/ 204 w 245"/>
                <a:gd name="T43" fmla="*/ 113 h 318"/>
                <a:gd name="T44" fmla="*/ 132 w 245"/>
                <a:gd name="T45" fmla="*/ 215 h 318"/>
                <a:gd name="T46" fmla="*/ 80 w 245"/>
                <a:gd name="T47" fmla="*/ 185 h 318"/>
                <a:gd name="T48" fmla="*/ 73 w 245"/>
                <a:gd name="T49" fmla="*/ 164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5" h="318">
                  <a:moveTo>
                    <a:pt x="71" y="33"/>
                  </a:moveTo>
                  <a:lnTo>
                    <a:pt x="71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8" y="24"/>
                    <a:pt x="38" y="46"/>
                  </a:cubicBezTo>
                  <a:lnTo>
                    <a:pt x="38" y="280"/>
                  </a:lnTo>
                  <a:cubicBezTo>
                    <a:pt x="38" y="302"/>
                    <a:pt x="33" y="302"/>
                    <a:pt x="0" y="302"/>
                  </a:cubicBezTo>
                  <a:lnTo>
                    <a:pt x="0" y="318"/>
                  </a:lnTo>
                  <a:cubicBezTo>
                    <a:pt x="17" y="317"/>
                    <a:pt x="42" y="316"/>
                    <a:pt x="55" y="316"/>
                  </a:cubicBezTo>
                  <a:cubicBezTo>
                    <a:pt x="69" y="316"/>
                    <a:pt x="94" y="317"/>
                    <a:pt x="112" y="318"/>
                  </a:cubicBezTo>
                  <a:lnTo>
                    <a:pt x="112" y="302"/>
                  </a:lnTo>
                  <a:cubicBezTo>
                    <a:pt x="78" y="302"/>
                    <a:pt x="73" y="302"/>
                    <a:pt x="73" y="280"/>
                  </a:cubicBezTo>
                  <a:lnTo>
                    <a:pt x="73" y="196"/>
                  </a:lnTo>
                  <a:lnTo>
                    <a:pt x="73" y="192"/>
                  </a:lnTo>
                  <a:cubicBezTo>
                    <a:pt x="75" y="200"/>
                    <a:pt x="96" y="226"/>
                    <a:pt x="134" y="226"/>
                  </a:cubicBezTo>
                  <a:cubicBezTo>
                    <a:pt x="194" y="226"/>
                    <a:pt x="245" y="178"/>
                    <a:pt x="245" y="113"/>
                  </a:cubicBezTo>
                  <a:cubicBezTo>
                    <a:pt x="245" y="50"/>
                    <a:pt x="197" y="0"/>
                    <a:pt x="141" y="0"/>
                  </a:cubicBezTo>
                  <a:cubicBezTo>
                    <a:pt x="102" y="0"/>
                    <a:pt x="81" y="22"/>
                    <a:pt x="71" y="33"/>
                  </a:cubicBezTo>
                  <a:close/>
                  <a:moveTo>
                    <a:pt x="73" y="164"/>
                  </a:moveTo>
                  <a:lnTo>
                    <a:pt x="73" y="53"/>
                  </a:lnTo>
                  <a:cubicBezTo>
                    <a:pt x="87" y="27"/>
                    <a:pt x="112" y="13"/>
                    <a:pt x="137" y="13"/>
                  </a:cubicBezTo>
                  <a:cubicBezTo>
                    <a:pt x="174" y="13"/>
                    <a:pt x="204" y="57"/>
                    <a:pt x="204" y="113"/>
                  </a:cubicBezTo>
                  <a:cubicBezTo>
                    <a:pt x="204" y="174"/>
                    <a:pt x="169" y="215"/>
                    <a:pt x="132" y="215"/>
                  </a:cubicBezTo>
                  <a:cubicBezTo>
                    <a:pt x="112" y="215"/>
                    <a:pt x="93" y="206"/>
                    <a:pt x="80" y="185"/>
                  </a:cubicBezTo>
                  <a:cubicBezTo>
                    <a:pt x="73" y="175"/>
                    <a:pt x="73" y="174"/>
                    <a:pt x="73" y="16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1" name="Freeform 84">
              <a:extLst>
                <a:ext uri="{FF2B5EF4-FFF2-40B4-BE49-F238E27FC236}">
                  <a16:creationId xmlns:a16="http://schemas.microsoft.com/office/drawing/2014/main" id="{7369A667-D14C-481F-9CFC-86339733ADF0}"/>
                </a:ext>
              </a:extLst>
            </p:cNvPr>
            <p:cNvSpPr>
              <a:spLocks noEditPoints="1"/>
            </p:cNvSpPr>
            <p:nvPr>
              <p:custDataLst>
                <p:tags r:id="rId332"/>
              </p:custDataLst>
            </p:nvPr>
          </p:nvSpPr>
          <p:spPr bwMode="auto">
            <a:xfrm>
              <a:off x="6659563" y="579438"/>
              <a:ext cx="46038" cy="50800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80 h 229"/>
                <a:gd name="T6" fmla="*/ 225 w 225"/>
                <a:gd name="T7" fmla="*/ 152 h 229"/>
                <a:gd name="T8" fmla="*/ 213 w 225"/>
                <a:gd name="T9" fmla="*/ 152 h 229"/>
                <a:gd name="T10" fmla="*/ 213 w 225"/>
                <a:gd name="T11" fmla="*/ 180 h 229"/>
                <a:gd name="T12" fmla="*/ 195 w 225"/>
                <a:gd name="T13" fmla="*/ 212 h 229"/>
                <a:gd name="T14" fmla="*/ 176 w 225"/>
                <a:gd name="T15" fmla="*/ 187 h 229"/>
                <a:gd name="T16" fmla="*/ 176 w 225"/>
                <a:gd name="T17" fmla="*/ 87 h 229"/>
                <a:gd name="T18" fmla="*/ 158 w 225"/>
                <a:gd name="T19" fmla="*/ 28 h 229"/>
                <a:gd name="T20" fmla="*/ 90 w 225"/>
                <a:gd name="T21" fmla="*/ 0 h 229"/>
                <a:gd name="T22" fmla="*/ 15 w 225"/>
                <a:gd name="T23" fmla="*/ 57 h 229"/>
                <a:gd name="T24" fmla="*/ 38 w 225"/>
                <a:gd name="T25" fmla="*/ 80 h 229"/>
                <a:gd name="T26" fmla="*/ 61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2 w 225"/>
                <a:gd name="T33" fmla="*/ 75 h 229"/>
                <a:gd name="T34" fmla="*/ 142 w 225"/>
                <a:gd name="T35" fmla="*/ 94 h 229"/>
                <a:gd name="T36" fmla="*/ 50 w 225"/>
                <a:gd name="T37" fmla="*/ 112 h 229"/>
                <a:gd name="T38" fmla="*/ 0 w 225"/>
                <a:gd name="T39" fmla="*/ 177 h 229"/>
                <a:gd name="T40" fmla="*/ 80 w 225"/>
                <a:gd name="T41" fmla="*/ 229 h 229"/>
                <a:gd name="T42" fmla="*/ 145 w 225"/>
                <a:gd name="T43" fmla="*/ 186 h 229"/>
                <a:gd name="T44" fmla="*/ 142 w 225"/>
                <a:gd name="T45" fmla="*/ 104 h 229"/>
                <a:gd name="T46" fmla="*/ 142 w 225"/>
                <a:gd name="T47" fmla="*/ 154 h 229"/>
                <a:gd name="T48" fmla="*/ 83 w 225"/>
                <a:gd name="T49" fmla="*/ 218 h 229"/>
                <a:gd name="T50" fmla="*/ 39 w 225"/>
                <a:gd name="T51" fmla="*/ 176 h 229"/>
                <a:gd name="T52" fmla="*/ 142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1" y="227"/>
                    <a:pt x="184" y="227"/>
                  </a:cubicBezTo>
                  <a:cubicBezTo>
                    <a:pt x="195" y="227"/>
                    <a:pt x="225" y="220"/>
                    <a:pt x="225" y="180"/>
                  </a:cubicBezTo>
                  <a:lnTo>
                    <a:pt x="225" y="152"/>
                  </a:lnTo>
                  <a:lnTo>
                    <a:pt x="213" y="152"/>
                  </a:lnTo>
                  <a:lnTo>
                    <a:pt x="213" y="180"/>
                  </a:lnTo>
                  <a:cubicBezTo>
                    <a:pt x="213" y="209"/>
                    <a:pt x="200" y="212"/>
                    <a:pt x="195" y="212"/>
                  </a:cubicBezTo>
                  <a:cubicBezTo>
                    <a:pt x="178" y="212"/>
                    <a:pt x="176" y="189"/>
                    <a:pt x="176" y="187"/>
                  </a:cubicBezTo>
                  <a:lnTo>
                    <a:pt x="176" y="87"/>
                  </a:lnTo>
                  <a:cubicBezTo>
                    <a:pt x="176" y="66"/>
                    <a:pt x="176" y="46"/>
                    <a:pt x="158" y="28"/>
                  </a:cubicBezTo>
                  <a:cubicBezTo>
                    <a:pt x="139" y="8"/>
                    <a:pt x="114" y="0"/>
                    <a:pt x="90" y="0"/>
                  </a:cubicBezTo>
                  <a:cubicBezTo>
                    <a:pt x="49" y="0"/>
                    <a:pt x="15" y="24"/>
                    <a:pt x="15" y="57"/>
                  </a:cubicBezTo>
                  <a:cubicBezTo>
                    <a:pt x="15" y="72"/>
                    <a:pt x="25" y="80"/>
                    <a:pt x="38" y="80"/>
                  </a:cubicBezTo>
                  <a:cubicBezTo>
                    <a:pt x="52" y="80"/>
                    <a:pt x="61" y="70"/>
                    <a:pt x="61" y="57"/>
                  </a:cubicBezTo>
                  <a:cubicBezTo>
                    <a:pt x="61" y="51"/>
                    <a:pt x="58" y="35"/>
                    <a:pt x="35" y="34"/>
                  </a:cubicBezTo>
                  <a:cubicBezTo>
                    <a:pt x="49" y="17"/>
                    <a:pt x="73" y="11"/>
                    <a:pt x="89" y="11"/>
                  </a:cubicBezTo>
                  <a:cubicBezTo>
                    <a:pt x="113" y="11"/>
                    <a:pt x="142" y="31"/>
                    <a:pt x="142" y="75"/>
                  </a:cubicBezTo>
                  <a:lnTo>
                    <a:pt x="142" y="94"/>
                  </a:lnTo>
                  <a:cubicBezTo>
                    <a:pt x="116" y="95"/>
                    <a:pt x="81" y="97"/>
                    <a:pt x="50" y="112"/>
                  </a:cubicBezTo>
                  <a:cubicBezTo>
                    <a:pt x="13" y="129"/>
                    <a:pt x="0" y="155"/>
                    <a:pt x="0" y="177"/>
                  </a:cubicBezTo>
                  <a:cubicBezTo>
                    <a:pt x="0" y="217"/>
                    <a:pt x="49" y="229"/>
                    <a:pt x="80" y="229"/>
                  </a:cubicBezTo>
                  <a:cubicBezTo>
                    <a:pt x="113" y="229"/>
                    <a:pt x="136" y="210"/>
                    <a:pt x="145" y="186"/>
                  </a:cubicBezTo>
                  <a:close/>
                  <a:moveTo>
                    <a:pt x="142" y="104"/>
                  </a:moveTo>
                  <a:lnTo>
                    <a:pt x="142" y="154"/>
                  </a:lnTo>
                  <a:cubicBezTo>
                    <a:pt x="142" y="202"/>
                    <a:pt x="106" y="218"/>
                    <a:pt x="83" y="218"/>
                  </a:cubicBezTo>
                  <a:cubicBezTo>
                    <a:pt x="59" y="218"/>
                    <a:pt x="39" y="201"/>
                    <a:pt x="39" y="176"/>
                  </a:cubicBezTo>
                  <a:cubicBezTo>
                    <a:pt x="39" y="149"/>
                    <a:pt x="59" y="107"/>
                    <a:pt x="142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2" name="Freeform 85">
              <a:extLst>
                <a:ext uri="{FF2B5EF4-FFF2-40B4-BE49-F238E27FC236}">
                  <a16:creationId xmlns:a16="http://schemas.microsoft.com/office/drawing/2014/main" id="{0AFD0718-4CEC-4F64-AEA0-BC747AB9C67A}"/>
                </a:ext>
              </a:extLst>
            </p:cNvPr>
            <p:cNvSpPr>
              <a:spLocks/>
            </p:cNvSpPr>
            <p:nvPr>
              <p:custDataLst>
                <p:tags r:id="rId333"/>
              </p:custDataLst>
            </p:nvPr>
          </p:nvSpPr>
          <p:spPr bwMode="auto">
            <a:xfrm>
              <a:off x="6708776" y="579438"/>
              <a:ext cx="52388" cy="49213"/>
            </a:xfrm>
            <a:custGeom>
              <a:avLst/>
              <a:gdLst>
                <a:gd name="T0" fmla="*/ 39 w 251"/>
                <a:gd name="T1" fmla="*/ 49 h 221"/>
                <a:gd name="T2" fmla="*/ 39 w 251"/>
                <a:gd name="T3" fmla="*/ 183 h 221"/>
                <a:gd name="T4" fmla="*/ 0 w 251"/>
                <a:gd name="T5" fmla="*/ 206 h 221"/>
                <a:gd name="T6" fmla="*/ 0 w 251"/>
                <a:gd name="T7" fmla="*/ 221 h 221"/>
                <a:gd name="T8" fmla="*/ 57 w 251"/>
                <a:gd name="T9" fmla="*/ 219 h 221"/>
                <a:gd name="T10" fmla="*/ 112 w 251"/>
                <a:gd name="T11" fmla="*/ 221 h 221"/>
                <a:gd name="T12" fmla="*/ 112 w 251"/>
                <a:gd name="T13" fmla="*/ 206 h 221"/>
                <a:gd name="T14" fmla="*/ 74 w 251"/>
                <a:gd name="T15" fmla="*/ 183 h 221"/>
                <a:gd name="T16" fmla="*/ 74 w 251"/>
                <a:gd name="T17" fmla="*/ 91 h 221"/>
                <a:gd name="T18" fmla="*/ 141 w 251"/>
                <a:gd name="T19" fmla="*/ 11 h 221"/>
                <a:gd name="T20" fmla="*/ 178 w 251"/>
                <a:gd name="T21" fmla="*/ 67 h 221"/>
                <a:gd name="T22" fmla="*/ 178 w 251"/>
                <a:gd name="T23" fmla="*/ 183 h 221"/>
                <a:gd name="T24" fmla="*/ 139 w 251"/>
                <a:gd name="T25" fmla="*/ 206 h 221"/>
                <a:gd name="T26" fmla="*/ 139 w 251"/>
                <a:gd name="T27" fmla="*/ 221 h 221"/>
                <a:gd name="T28" fmla="*/ 195 w 251"/>
                <a:gd name="T29" fmla="*/ 219 h 221"/>
                <a:gd name="T30" fmla="*/ 251 w 251"/>
                <a:gd name="T31" fmla="*/ 221 h 221"/>
                <a:gd name="T32" fmla="*/ 251 w 251"/>
                <a:gd name="T33" fmla="*/ 206 h 221"/>
                <a:gd name="T34" fmla="*/ 212 w 251"/>
                <a:gd name="T35" fmla="*/ 191 h 221"/>
                <a:gd name="T36" fmla="*/ 212 w 251"/>
                <a:gd name="T37" fmla="*/ 95 h 221"/>
                <a:gd name="T38" fmla="*/ 197 w 251"/>
                <a:gd name="T39" fmla="*/ 19 h 221"/>
                <a:gd name="T40" fmla="*/ 144 w 251"/>
                <a:gd name="T41" fmla="*/ 0 h 221"/>
                <a:gd name="T42" fmla="*/ 71 w 251"/>
                <a:gd name="T43" fmla="*/ 53 h 221"/>
                <a:gd name="T44" fmla="*/ 71 w 251"/>
                <a:gd name="T45" fmla="*/ 0 h 221"/>
                <a:gd name="T46" fmla="*/ 0 w 251"/>
                <a:gd name="T47" fmla="*/ 6 h 221"/>
                <a:gd name="T48" fmla="*/ 0 w 251"/>
                <a:gd name="T49" fmla="*/ 21 h 221"/>
                <a:gd name="T50" fmla="*/ 39 w 251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6"/>
                    <a:pt x="34" y="206"/>
                    <a:pt x="0" y="206"/>
                  </a:cubicBezTo>
                  <a:lnTo>
                    <a:pt x="0" y="221"/>
                  </a:lnTo>
                  <a:cubicBezTo>
                    <a:pt x="18" y="220"/>
                    <a:pt x="43" y="219"/>
                    <a:pt x="57" y="219"/>
                  </a:cubicBezTo>
                  <a:cubicBezTo>
                    <a:pt x="70" y="219"/>
                    <a:pt x="96" y="220"/>
                    <a:pt x="112" y="221"/>
                  </a:cubicBezTo>
                  <a:lnTo>
                    <a:pt x="112" y="206"/>
                  </a:lnTo>
                  <a:cubicBezTo>
                    <a:pt x="79" y="206"/>
                    <a:pt x="74" y="206"/>
                    <a:pt x="74" y="183"/>
                  </a:cubicBezTo>
                  <a:lnTo>
                    <a:pt x="74" y="91"/>
                  </a:lnTo>
                  <a:cubicBezTo>
                    <a:pt x="74" y="39"/>
                    <a:pt x="109" y="11"/>
                    <a:pt x="141" y="11"/>
                  </a:cubicBezTo>
                  <a:cubicBezTo>
                    <a:pt x="172" y="11"/>
                    <a:pt x="178" y="38"/>
                    <a:pt x="178" y="67"/>
                  </a:cubicBezTo>
                  <a:lnTo>
                    <a:pt x="178" y="183"/>
                  </a:lnTo>
                  <a:cubicBezTo>
                    <a:pt x="178" y="206"/>
                    <a:pt x="172" y="206"/>
                    <a:pt x="139" y="206"/>
                  </a:cubicBezTo>
                  <a:lnTo>
                    <a:pt x="139" y="221"/>
                  </a:lnTo>
                  <a:cubicBezTo>
                    <a:pt x="156" y="220"/>
                    <a:pt x="182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6"/>
                  </a:lnTo>
                  <a:cubicBezTo>
                    <a:pt x="225" y="206"/>
                    <a:pt x="213" y="206"/>
                    <a:pt x="212" y="191"/>
                  </a:cubicBezTo>
                  <a:lnTo>
                    <a:pt x="212" y="95"/>
                  </a:lnTo>
                  <a:cubicBezTo>
                    <a:pt x="212" y="52"/>
                    <a:pt x="212" y="37"/>
                    <a:pt x="197" y="19"/>
                  </a:cubicBezTo>
                  <a:cubicBezTo>
                    <a:pt x="190" y="10"/>
                    <a:pt x="173" y="0"/>
                    <a:pt x="144" y="0"/>
                  </a:cubicBezTo>
                  <a:cubicBezTo>
                    <a:pt x="108" y="0"/>
                    <a:pt x="85" y="22"/>
                    <a:pt x="71" y="53"/>
                  </a:cubicBezTo>
                  <a:lnTo>
                    <a:pt x="71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3" name="Freeform 86">
              <a:extLst>
                <a:ext uri="{FF2B5EF4-FFF2-40B4-BE49-F238E27FC236}">
                  <a16:creationId xmlns:a16="http://schemas.microsoft.com/office/drawing/2014/main" id="{FA4D44C9-F207-4122-956D-E1BA00F5DA62}"/>
                </a:ext>
              </a:extLst>
            </p:cNvPr>
            <p:cNvSpPr>
              <a:spLocks/>
            </p:cNvSpPr>
            <p:nvPr>
              <p:custDataLst>
                <p:tags r:id="rId334"/>
              </p:custDataLst>
            </p:nvPr>
          </p:nvSpPr>
          <p:spPr bwMode="auto">
            <a:xfrm>
              <a:off x="6765926" y="579438"/>
              <a:ext cx="33338" cy="50800"/>
            </a:xfrm>
            <a:custGeom>
              <a:avLst/>
              <a:gdLst>
                <a:gd name="T0" fmla="*/ 87 w 163"/>
                <a:gd name="T1" fmla="*/ 127 h 229"/>
                <a:gd name="T2" fmla="*/ 139 w 163"/>
                <a:gd name="T3" fmla="*/ 173 h 229"/>
                <a:gd name="T4" fmla="*/ 82 w 163"/>
                <a:gd name="T5" fmla="*/ 218 h 229"/>
                <a:gd name="T6" fmla="*/ 13 w 163"/>
                <a:gd name="T7" fmla="*/ 148 h 229"/>
                <a:gd name="T8" fmla="*/ 6 w 163"/>
                <a:gd name="T9" fmla="*/ 139 h 229"/>
                <a:gd name="T10" fmla="*/ 0 w 163"/>
                <a:gd name="T11" fmla="*/ 152 h 229"/>
                <a:gd name="T12" fmla="*/ 0 w 163"/>
                <a:gd name="T13" fmla="*/ 217 h 229"/>
                <a:gd name="T14" fmla="*/ 5 w 163"/>
                <a:gd name="T15" fmla="*/ 229 h 229"/>
                <a:gd name="T16" fmla="*/ 18 w 163"/>
                <a:gd name="T17" fmla="*/ 219 h 229"/>
                <a:gd name="T18" fmla="*/ 27 w 163"/>
                <a:gd name="T19" fmla="*/ 208 h 229"/>
                <a:gd name="T20" fmla="*/ 82 w 163"/>
                <a:gd name="T21" fmla="*/ 229 h 229"/>
                <a:gd name="T22" fmla="*/ 163 w 163"/>
                <a:gd name="T23" fmla="*/ 160 h 229"/>
                <a:gd name="T24" fmla="*/ 142 w 163"/>
                <a:gd name="T25" fmla="*/ 113 h 229"/>
                <a:gd name="T26" fmla="*/ 85 w 163"/>
                <a:gd name="T27" fmla="*/ 89 h 229"/>
                <a:gd name="T28" fmla="*/ 24 w 163"/>
                <a:gd name="T29" fmla="*/ 48 h 229"/>
                <a:gd name="T30" fmla="*/ 79 w 163"/>
                <a:gd name="T31" fmla="*/ 10 h 229"/>
                <a:gd name="T32" fmla="*/ 138 w 163"/>
                <a:gd name="T33" fmla="*/ 70 h 229"/>
                <a:gd name="T34" fmla="*/ 144 w 163"/>
                <a:gd name="T35" fmla="*/ 75 h 229"/>
                <a:gd name="T36" fmla="*/ 150 w 163"/>
                <a:gd name="T37" fmla="*/ 63 h 229"/>
                <a:gd name="T38" fmla="*/ 150 w 163"/>
                <a:gd name="T39" fmla="*/ 12 h 229"/>
                <a:gd name="T40" fmla="*/ 145 w 163"/>
                <a:gd name="T41" fmla="*/ 0 h 229"/>
                <a:gd name="T42" fmla="*/ 135 w 163"/>
                <a:gd name="T43" fmla="*/ 6 h 229"/>
                <a:gd name="T44" fmla="*/ 126 w 163"/>
                <a:gd name="T45" fmla="*/ 14 h 229"/>
                <a:gd name="T46" fmla="*/ 79 w 163"/>
                <a:gd name="T47" fmla="*/ 0 h 229"/>
                <a:gd name="T48" fmla="*/ 0 w 163"/>
                <a:gd name="T49" fmla="*/ 62 h 229"/>
                <a:gd name="T50" fmla="*/ 21 w 163"/>
                <a:gd name="T51" fmla="*/ 104 h 229"/>
                <a:gd name="T52" fmla="*/ 87 w 163"/>
                <a:gd name="T53" fmla="*/ 12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3" h="229">
                  <a:moveTo>
                    <a:pt x="87" y="127"/>
                  </a:moveTo>
                  <a:cubicBezTo>
                    <a:pt x="98" y="129"/>
                    <a:pt x="139" y="137"/>
                    <a:pt x="139" y="173"/>
                  </a:cubicBezTo>
                  <a:cubicBezTo>
                    <a:pt x="139" y="199"/>
                    <a:pt x="121" y="218"/>
                    <a:pt x="82" y="218"/>
                  </a:cubicBezTo>
                  <a:cubicBezTo>
                    <a:pt x="40" y="218"/>
                    <a:pt x="23" y="190"/>
                    <a:pt x="13" y="148"/>
                  </a:cubicBezTo>
                  <a:cubicBezTo>
                    <a:pt x="12" y="141"/>
                    <a:pt x="11" y="139"/>
                    <a:pt x="6" y="139"/>
                  </a:cubicBezTo>
                  <a:cubicBezTo>
                    <a:pt x="0" y="139"/>
                    <a:pt x="0" y="143"/>
                    <a:pt x="0" y="152"/>
                  </a:cubicBezTo>
                  <a:lnTo>
                    <a:pt x="0" y="217"/>
                  </a:lnTo>
                  <a:cubicBezTo>
                    <a:pt x="0" y="226"/>
                    <a:pt x="0" y="229"/>
                    <a:pt x="5" y="229"/>
                  </a:cubicBezTo>
                  <a:cubicBezTo>
                    <a:pt x="8" y="229"/>
                    <a:pt x="8" y="229"/>
                    <a:pt x="18" y="219"/>
                  </a:cubicBezTo>
                  <a:cubicBezTo>
                    <a:pt x="19" y="218"/>
                    <a:pt x="19" y="217"/>
                    <a:pt x="27" y="208"/>
                  </a:cubicBezTo>
                  <a:cubicBezTo>
                    <a:pt x="49" y="229"/>
                    <a:pt x="72" y="229"/>
                    <a:pt x="82" y="229"/>
                  </a:cubicBezTo>
                  <a:cubicBezTo>
                    <a:pt x="140" y="229"/>
                    <a:pt x="163" y="196"/>
                    <a:pt x="163" y="160"/>
                  </a:cubicBezTo>
                  <a:cubicBezTo>
                    <a:pt x="163" y="134"/>
                    <a:pt x="148" y="119"/>
                    <a:pt x="142" y="113"/>
                  </a:cubicBezTo>
                  <a:cubicBezTo>
                    <a:pt x="125" y="97"/>
                    <a:pt x="106" y="93"/>
                    <a:pt x="85" y="89"/>
                  </a:cubicBezTo>
                  <a:cubicBezTo>
                    <a:pt x="57" y="83"/>
                    <a:pt x="24" y="77"/>
                    <a:pt x="24" y="48"/>
                  </a:cubicBezTo>
                  <a:cubicBezTo>
                    <a:pt x="24" y="30"/>
                    <a:pt x="36" y="10"/>
                    <a:pt x="79" y="10"/>
                  </a:cubicBezTo>
                  <a:cubicBezTo>
                    <a:pt x="134" y="10"/>
                    <a:pt x="137" y="55"/>
                    <a:pt x="138" y="70"/>
                  </a:cubicBezTo>
                  <a:cubicBezTo>
                    <a:pt x="138" y="75"/>
                    <a:pt x="143" y="75"/>
                    <a:pt x="144" y="75"/>
                  </a:cubicBezTo>
                  <a:cubicBezTo>
                    <a:pt x="150" y="75"/>
                    <a:pt x="150" y="72"/>
                    <a:pt x="150" y="63"/>
                  </a:cubicBezTo>
                  <a:lnTo>
                    <a:pt x="150" y="12"/>
                  </a:lnTo>
                  <a:cubicBezTo>
                    <a:pt x="150" y="4"/>
                    <a:pt x="150" y="0"/>
                    <a:pt x="145" y="0"/>
                  </a:cubicBezTo>
                  <a:cubicBezTo>
                    <a:pt x="142" y="0"/>
                    <a:pt x="141" y="0"/>
                    <a:pt x="135" y="6"/>
                  </a:cubicBezTo>
                  <a:cubicBezTo>
                    <a:pt x="133" y="8"/>
                    <a:pt x="128" y="13"/>
                    <a:pt x="126" y="14"/>
                  </a:cubicBezTo>
                  <a:cubicBezTo>
                    <a:pt x="107" y="0"/>
                    <a:pt x="87" y="0"/>
                    <a:pt x="79" y="0"/>
                  </a:cubicBezTo>
                  <a:cubicBezTo>
                    <a:pt x="19" y="0"/>
                    <a:pt x="0" y="34"/>
                    <a:pt x="0" y="62"/>
                  </a:cubicBezTo>
                  <a:cubicBezTo>
                    <a:pt x="0" y="79"/>
                    <a:pt x="8" y="93"/>
                    <a:pt x="21" y="104"/>
                  </a:cubicBezTo>
                  <a:cubicBezTo>
                    <a:pt x="37" y="117"/>
                    <a:pt x="51" y="120"/>
                    <a:pt x="87" y="1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4" name="Freeform 87">
              <a:extLst>
                <a:ext uri="{FF2B5EF4-FFF2-40B4-BE49-F238E27FC236}">
                  <a16:creationId xmlns:a16="http://schemas.microsoft.com/office/drawing/2014/main" id="{F67962F7-1D35-4FD2-8F82-72AC7632ABAE}"/>
                </a:ext>
              </a:extLst>
            </p:cNvPr>
            <p:cNvSpPr>
              <a:spLocks noEditPoints="1"/>
            </p:cNvSpPr>
            <p:nvPr>
              <p:custDataLst>
                <p:tags r:id="rId335"/>
              </p:custDataLst>
            </p:nvPr>
          </p:nvSpPr>
          <p:spPr bwMode="auto">
            <a:xfrm>
              <a:off x="6805613" y="555625"/>
              <a:ext cx="22225" cy="73025"/>
            </a:xfrm>
            <a:custGeom>
              <a:avLst/>
              <a:gdLst>
                <a:gd name="T0" fmla="*/ 72 w 107"/>
                <a:gd name="T1" fmla="*/ 113 h 334"/>
                <a:gd name="T2" fmla="*/ 2 w 107"/>
                <a:gd name="T3" fmla="*/ 119 h 334"/>
                <a:gd name="T4" fmla="*/ 2 w 107"/>
                <a:gd name="T5" fmla="*/ 134 h 334"/>
                <a:gd name="T6" fmla="*/ 39 w 107"/>
                <a:gd name="T7" fmla="*/ 162 h 334"/>
                <a:gd name="T8" fmla="*/ 39 w 107"/>
                <a:gd name="T9" fmla="*/ 296 h 334"/>
                <a:gd name="T10" fmla="*/ 0 w 107"/>
                <a:gd name="T11" fmla="*/ 319 h 334"/>
                <a:gd name="T12" fmla="*/ 0 w 107"/>
                <a:gd name="T13" fmla="*/ 334 h 334"/>
                <a:gd name="T14" fmla="*/ 55 w 107"/>
                <a:gd name="T15" fmla="*/ 332 h 334"/>
                <a:gd name="T16" fmla="*/ 107 w 107"/>
                <a:gd name="T17" fmla="*/ 334 h 334"/>
                <a:gd name="T18" fmla="*/ 107 w 107"/>
                <a:gd name="T19" fmla="*/ 319 h 334"/>
                <a:gd name="T20" fmla="*/ 72 w 107"/>
                <a:gd name="T21" fmla="*/ 297 h 334"/>
                <a:gd name="T22" fmla="*/ 72 w 107"/>
                <a:gd name="T23" fmla="*/ 113 h 334"/>
                <a:gd name="T24" fmla="*/ 74 w 107"/>
                <a:gd name="T25" fmla="*/ 27 h 334"/>
                <a:gd name="T26" fmla="*/ 47 w 107"/>
                <a:gd name="T27" fmla="*/ 0 h 334"/>
                <a:gd name="T28" fmla="*/ 21 w 107"/>
                <a:gd name="T29" fmla="*/ 27 h 334"/>
                <a:gd name="T30" fmla="*/ 47 w 107"/>
                <a:gd name="T31" fmla="*/ 53 h 334"/>
                <a:gd name="T32" fmla="*/ 74 w 107"/>
                <a:gd name="T33" fmla="*/ 2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" h="334">
                  <a:moveTo>
                    <a:pt x="72" y="113"/>
                  </a:moveTo>
                  <a:lnTo>
                    <a:pt x="2" y="119"/>
                  </a:lnTo>
                  <a:lnTo>
                    <a:pt x="2" y="134"/>
                  </a:lnTo>
                  <a:cubicBezTo>
                    <a:pt x="34" y="134"/>
                    <a:pt x="39" y="137"/>
                    <a:pt x="39" y="162"/>
                  </a:cubicBezTo>
                  <a:lnTo>
                    <a:pt x="39" y="296"/>
                  </a:lnTo>
                  <a:cubicBezTo>
                    <a:pt x="39" y="319"/>
                    <a:pt x="33" y="319"/>
                    <a:pt x="0" y="319"/>
                  </a:cubicBezTo>
                  <a:lnTo>
                    <a:pt x="0" y="334"/>
                  </a:lnTo>
                  <a:cubicBezTo>
                    <a:pt x="16" y="333"/>
                    <a:pt x="43" y="332"/>
                    <a:pt x="55" y="332"/>
                  </a:cubicBezTo>
                  <a:cubicBezTo>
                    <a:pt x="72" y="332"/>
                    <a:pt x="90" y="333"/>
                    <a:pt x="107" y="334"/>
                  </a:cubicBezTo>
                  <a:lnTo>
                    <a:pt x="107" y="319"/>
                  </a:lnTo>
                  <a:cubicBezTo>
                    <a:pt x="74" y="319"/>
                    <a:pt x="72" y="316"/>
                    <a:pt x="72" y="297"/>
                  </a:cubicBezTo>
                  <a:lnTo>
                    <a:pt x="72" y="113"/>
                  </a:lnTo>
                  <a:close/>
                  <a:moveTo>
                    <a:pt x="74" y="27"/>
                  </a:moveTo>
                  <a:cubicBezTo>
                    <a:pt x="74" y="11"/>
                    <a:pt x="61" y="0"/>
                    <a:pt x="47" y="0"/>
                  </a:cubicBezTo>
                  <a:cubicBezTo>
                    <a:pt x="32" y="0"/>
                    <a:pt x="21" y="14"/>
                    <a:pt x="21" y="27"/>
                  </a:cubicBezTo>
                  <a:cubicBezTo>
                    <a:pt x="21" y="40"/>
                    <a:pt x="32" y="53"/>
                    <a:pt x="47" y="53"/>
                  </a:cubicBezTo>
                  <a:cubicBezTo>
                    <a:pt x="61" y="53"/>
                    <a:pt x="74" y="43"/>
                    <a:pt x="74" y="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5" name="Freeform 88">
              <a:extLst>
                <a:ext uri="{FF2B5EF4-FFF2-40B4-BE49-F238E27FC236}">
                  <a16:creationId xmlns:a16="http://schemas.microsoft.com/office/drawing/2014/main" id="{309CBA2F-2A7B-4D1C-90D1-174D1939B693}"/>
                </a:ext>
              </a:extLst>
            </p:cNvPr>
            <p:cNvSpPr>
              <a:spLocks noEditPoints="1"/>
            </p:cNvSpPr>
            <p:nvPr>
              <p:custDataLst>
                <p:tags r:id="rId336"/>
              </p:custDataLst>
            </p:nvPr>
          </p:nvSpPr>
          <p:spPr bwMode="auto">
            <a:xfrm>
              <a:off x="6834188" y="579438"/>
              <a:ext cx="44450" cy="50800"/>
            </a:xfrm>
            <a:custGeom>
              <a:avLst/>
              <a:gdLst>
                <a:gd name="T0" fmla="*/ 221 w 221"/>
                <a:gd name="T1" fmla="*/ 117 h 229"/>
                <a:gd name="T2" fmla="*/ 111 w 221"/>
                <a:gd name="T3" fmla="*/ 0 h 229"/>
                <a:gd name="T4" fmla="*/ 0 w 221"/>
                <a:gd name="T5" fmla="*/ 117 h 229"/>
                <a:gd name="T6" fmla="*/ 110 w 221"/>
                <a:gd name="T7" fmla="*/ 229 h 229"/>
                <a:gd name="T8" fmla="*/ 221 w 221"/>
                <a:gd name="T9" fmla="*/ 117 h 229"/>
                <a:gd name="T10" fmla="*/ 111 w 221"/>
                <a:gd name="T11" fmla="*/ 217 h 229"/>
                <a:gd name="T12" fmla="*/ 54 w 221"/>
                <a:gd name="T13" fmla="*/ 184 h 229"/>
                <a:gd name="T14" fmla="*/ 41 w 221"/>
                <a:gd name="T15" fmla="*/ 113 h 229"/>
                <a:gd name="T16" fmla="*/ 53 w 221"/>
                <a:gd name="T17" fmla="*/ 45 h 229"/>
                <a:gd name="T18" fmla="*/ 110 w 221"/>
                <a:gd name="T19" fmla="*/ 11 h 229"/>
                <a:gd name="T20" fmla="*/ 167 w 221"/>
                <a:gd name="T21" fmla="*/ 44 h 229"/>
                <a:gd name="T22" fmla="*/ 179 w 221"/>
                <a:gd name="T23" fmla="*/ 113 h 229"/>
                <a:gd name="T24" fmla="*/ 168 w 221"/>
                <a:gd name="T25" fmla="*/ 180 h 229"/>
                <a:gd name="T26" fmla="*/ 111 w 221"/>
                <a:gd name="T27" fmla="*/ 21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29">
                  <a:moveTo>
                    <a:pt x="221" y="117"/>
                  </a:moveTo>
                  <a:cubicBezTo>
                    <a:pt x="221" y="53"/>
                    <a:pt x="171" y="0"/>
                    <a:pt x="111" y="0"/>
                  </a:cubicBezTo>
                  <a:cubicBezTo>
                    <a:pt x="48" y="0"/>
                    <a:pt x="0" y="55"/>
                    <a:pt x="0" y="117"/>
                  </a:cubicBezTo>
                  <a:cubicBezTo>
                    <a:pt x="0" y="182"/>
                    <a:pt x="52" y="229"/>
                    <a:pt x="110" y="229"/>
                  </a:cubicBezTo>
                  <a:cubicBezTo>
                    <a:pt x="170" y="229"/>
                    <a:pt x="221" y="181"/>
                    <a:pt x="221" y="117"/>
                  </a:cubicBezTo>
                  <a:close/>
                  <a:moveTo>
                    <a:pt x="111" y="217"/>
                  </a:moveTo>
                  <a:cubicBezTo>
                    <a:pt x="89" y="217"/>
                    <a:pt x="67" y="207"/>
                    <a:pt x="54" y="184"/>
                  </a:cubicBezTo>
                  <a:cubicBezTo>
                    <a:pt x="41" y="162"/>
                    <a:pt x="41" y="131"/>
                    <a:pt x="41" y="113"/>
                  </a:cubicBezTo>
                  <a:cubicBezTo>
                    <a:pt x="41" y="94"/>
                    <a:pt x="41" y="67"/>
                    <a:pt x="53" y="45"/>
                  </a:cubicBezTo>
                  <a:cubicBezTo>
                    <a:pt x="67" y="22"/>
                    <a:pt x="90" y="11"/>
                    <a:pt x="110" y="11"/>
                  </a:cubicBezTo>
                  <a:cubicBezTo>
                    <a:pt x="132" y="11"/>
                    <a:pt x="154" y="22"/>
                    <a:pt x="167" y="44"/>
                  </a:cubicBezTo>
                  <a:cubicBezTo>
                    <a:pt x="179" y="65"/>
                    <a:pt x="179" y="94"/>
                    <a:pt x="179" y="113"/>
                  </a:cubicBezTo>
                  <a:cubicBezTo>
                    <a:pt x="179" y="131"/>
                    <a:pt x="179" y="158"/>
                    <a:pt x="168" y="180"/>
                  </a:cubicBezTo>
                  <a:cubicBezTo>
                    <a:pt x="158" y="203"/>
                    <a:pt x="136" y="217"/>
                    <a:pt x="111" y="21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6" name="Freeform 89">
              <a:extLst>
                <a:ext uri="{FF2B5EF4-FFF2-40B4-BE49-F238E27FC236}">
                  <a16:creationId xmlns:a16="http://schemas.microsoft.com/office/drawing/2014/main" id="{57968F10-9A4E-478A-92FF-F5C5E4E87230}"/>
                </a:ext>
              </a:extLst>
            </p:cNvPr>
            <p:cNvSpPr>
              <a:spLocks/>
            </p:cNvSpPr>
            <p:nvPr>
              <p:custDataLst>
                <p:tags r:id="rId337"/>
              </p:custDataLst>
            </p:nvPr>
          </p:nvSpPr>
          <p:spPr bwMode="auto">
            <a:xfrm>
              <a:off x="6884988" y="579438"/>
              <a:ext cx="50800" cy="49213"/>
            </a:xfrm>
            <a:custGeom>
              <a:avLst/>
              <a:gdLst>
                <a:gd name="T0" fmla="*/ 39 w 251"/>
                <a:gd name="T1" fmla="*/ 49 h 221"/>
                <a:gd name="T2" fmla="*/ 39 w 251"/>
                <a:gd name="T3" fmla="*/ 183 h 221"/>
                <a:gd name="T4" fmla="*/ 0 w 251"/>
                <a:gd name="T5" fmla="*/ 206 h 221"/>
                <a:gd name="T6" fmla="*/ 0 w 251"/>
                <a:gd name="T7" fmla="*/ 221 h 221"/>
                <a:gd name="T8" fmla="*/ 56 w 251"/>
                <a:gd name="T9" fmla="*/ 219 h 221"/>
                <a:gd name="T10" fmla="*/ 112 w 251"/>
                <a:gd name="T11" fmla="*/ 221 h 221"/>
                <a:gd name="T12" fmla="*/ 112 w 251"/>
                <a:gd name="T13" fmla="*/ 206 h 221"/>
                <a:gd name="T14" fmla="*/ 73 w 251"/>
                <a:gd name="T15" fmla="*/ 183 h 221"/>
                <a:gd name="T16" fmla="*/ 73 w 251"/>
                <a:gd name="T17" fmla="*/ 91 h 221"/>
                <a:gd name="T18" fmla="*/ 141 w 251"/>
                <a:gd name="T19" fmla="*/ 11 h 221"/>
                <a:gd name="T20" fmla="*/ 177 w 251"/>
                <a:gd name="T21" fmla="*/ 67 h 221"/>
                <a:gd name="T22" fmla="*/ 177 w 251"/>
                <a:gd name="T23" fmla="*/ 183 h 221"/>
                <a:gd name="T24" fmla="*/ 139 w 251"/>
                <a:gd name="T25" fmla="*/ 206 h 221"/>
                <a:gd name="T26" fmla="*/ 139 w 251"/>
                <a:gd name="T27" fmla="*/ 221 h 221"/>
                <a:gd name="T28" fmla="*/ 195 w 251"/>
                <a:gd name="T29" fmla="*/ 219 h 221"/>
                <a:gd name="T30" fmla="*/ 251 w 251"/>
                <a:gd name="T31" fmla="*/ 221 h 221"/>
                <a:gd name="T32" fmla="*/ 251 w 251"/>
                <a:gd name="T33" fmla="*/ 206 h 221"/>
                <a:gd name="T34" fmla="*/ 212 w 251"/>
                <a:gd name="T35" fmla="*/ 191 h 221"/>
                <a:gd name="T36" fmla="*/ 212 w 251"/>
                <a:gd name="T37" fmla="*/ 95 h 221"/>
                <a:gd name="T38" fmla="*/ 196 w 251"/>
                <a:gd name="T39" fmla="*/ 19 h 221"/>
                <a:gd name="T40" fmla="*/ 144 w 251"/>
                <a:gd name="T41" fmla="*/ 0 h 221"/>
                <a:gd name="T42" fmla="*/ 70 w 251"/>
                <a:gd name="T43" fmla="*/ 53 h 221"/>
                <a:gd name="T44" fmla="*/ 70 w 251"/>
                <a:gd name="T45" fmla="*/ 0 h 221"/>
                <a:gd name="T46" fmla="*/ 0 w 251"/>
                <a:gd name="T47" fmla="*/ 6 h 221"/>
                <a:gd name="T48" fmla="*/ 0 w 251"/>
                <a:gd name="T49" fmla="*/ 21 h 221"/>
                <a:gd name="T50" fmla="*/ 39 w 251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6"/>
                    <a:pt x="33" y="206"/>
                    <a:pt x="0" y="206"/>
                  </a:cubicBezTo>
                  <a:lnTo>
                    <a:pt x="0" y="221"/>
                  </a:lnTo>
                  <a:cubicBezTo>
                    <a:pt x="17" y="220"/>
                    <a:pt x="43" y="219"/>
                    <a:pt x="56" y="219"/>
                  </a:cubicBezTo>
                  <a:cubicBezTo>
                    <a:pt x="69" y="219"/>
                    <a:pt x="95" y="220"/>
                    <a:pt x="112" y="221"/>
                  </a:cubicBezTo>
                  <a:lnTo>
                    <a:pt x="112" y="206"/>
                  </a:lnTo>
                  <a:cubicBezTo>
                    <a:pt x="79" y="206"/>
                    <a:pt x="73" y="206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9" y="11"/>
                    <a:pt x="141" y="11"/>
                  </a:cubicBezTo>
                  <a:cubicBezTo>
                    <a:pt x="172" y="11"/>
                    <a:pt x="177" y="38"/>
                    <a:pt x="177" y="67"/>
                  </a:cubicBezTo>
                  <a:lnTo>
                    <a:pt x="177" y="183"/>
                  </a:lnTo>
                  <a:cubicBezTo>
                    <a:pt x="177" y="206"/>
                    <a:pt x="172" y="206"/>
                    <a:pt x="139" y="206"/>
                  </a:cubicBezTo>
                  <a:lnTo>
                    <a:pt x="139" y="221"/>
                  </a:lnTo>
                  <a:cubicBezTo>
                    <a:pt x="156" y="220"/>
                    <a:pt x="181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6"/>
                  </a:lnTo>
                  <a:cubicBezTo>
                    <a:pt x="225" y="206"/>
                    <a:pt x="212" y="206"/>
                    <a:pt x="212" y="191"/>
                  </a:cubicBezTo>
                  <a:lnTo>
                    <a:pt x="212" y="95"/>
                  </a:lnTo>
                  <a:cubicBezTo>
                    <a:pt x="212" y="52"/>
                    <a:pt x="212" y="37"/>
                    <a:pt x="196" y="19"/>
                  </a:cubicBezTo>
                  <a:cubicBezTo>
                    <a:pt x="189" y="10"/>
                    <a:pt x="173" y="0"/>
                    <a:pt x="144" y="0"/>
                  </a:cubicBezTo>
                  <a:cubicBezTo>
                    <a:pt x="108" y="0"/>
                    <a:pt x="84" y="22"/>
                    <a:pt x="70" y="53"/>
                  </a:cubicBez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7" name="Freeform 90">
              <a:extLst>
                <a:ext uri="{FF2B5EF4-FFF2-40B4-BE49-F238E27FC236}">
                  <a16:creationId xmlns:a16="http://schemas.microsoft.com/office/drawing/2014/main" id="{CF5A4A59-829E-48B2-B32B-A7EF7FA7B6A7}"/>
                </a:ext>
              </a:extLst>
            </p:cNvPr>
            <p:cNvSpPr>
              <a:spLocks noEditPoints="1"/>
            </p:cNvSpPr>
            <p:nvPr>
              <p:custDataLst>
                <p:tags r:id="rId338"/>
              </p:custDataLst>
            </p:nvPr>
          </p:nvSpPr>
          <p:spPr bwMode="auto">
            <a:xfrm>
              <a:off x="6088063" y="711200"/>
              <a:ext cx="46038" cy="50800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80 h 229"/>
                <a:gd name="T6" fmla="*/ 225 w 225"/>
                <a:gd name="T7" fmla="*/ 152 h 229"/>
                <a:gd name="T8" fmla="*/ 213 w 225"/>
                <a:gd name="T9" fmla="*/ 152 h 229"/>
                <a:gd name="T10" fmla="*/ 213 w 225"/>
                <a:gd name="T11" fmla="*/ 180 h 229"/>
                <a:gd name="T12" fmla="*/ 195 w 225"/>
                <a:gd name="T13" fmla="*/ 211 h 229"/>
                <a:gd name="T14" fmla="*/ 176 w 225"/>
                <a:gd name="T15" fmla="*/ 187 h 229"/>
                <a:gd name="T16" fmla="*/ 176 w 225"/>
                <a:gd name="T17" fmla="*/ 87 h 229"/>
                <a:gd name="T18" fmla="*/ 158 w 225"/>
                <a:gd name="T19" fmla="*/ 28 h 229"/>
                <a:gd name="T20" fmla="*/ 90 w 225"/>
                <a:gd name="T21" fmla="*/ 0 h 229"/>
                <a:gd name="T22" fmla="*/ 15 w 225"/>
                <a:gd name="T23" fmla="*/ 57 h 229"/>
                <a:gd name="T24" fmla="*/ 38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2 w 225"/>
                <a:gd name="T33" fmla="*/ 75 h 229"/>
                <a:gd name="T34" fmla="*/ 142 w 225"/>
                <a:gd name="T35" fmla="*/ 94 h 229"/>
                <a:gd name="T36" fmla="*/ 50 w 225"/>
                <a:gd name="T37" fmla="*/ 112 h 229"/>
                <a:gd name="T38" fmla="*/ 0 w 225"/>
                <a:gd name="T39" fmla="*/ 177 h 229"/>
                <a:gd name="T40" fmla="*/ 80 w 225"/>
                <a:gd name="T41" fmla="*/ 229 h 229"/>
                <a:gd name="T42" fmla="*/ 145 w 225"/>
                <a:gd name="T43" fmla="*/ 186 h 229"/>
                <a:gd name="T44" fmla="*/ 142 w 225"/>
                <a:gd name="T45" fmla="*/ 104 h 229"/>
                <a:gd name="T46" fmla="*/ 142 w 225"/>
                <a:gd name="T47" fmla="*/ 154 h 229"/>
                <a:gd name="T48" fmla="*/ 83 w 225"/>
                <a:gd name="T49" fmla="*/ 218 h 229"/>
                <a:gd name="T50" fmla="*/ 39 w 225"/>
                <a:gd name="T51" fmla="*/ 176 h 229"/>
                <a:gd name="T52" fmla="*/ 142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1" y="227"/>
                    <a:pt x="184" y="227"/>
                  </a:cubicBezTo>
                  <a:cubicBezTo>
                    <a:pt x="195" y="227"/>
                    <a:pt x="225" y="220"/>
                    <a:pt x="225" y="180"/>
                  </a:cubicBezTo>
                  <a:lnTo>
                    <a:pt x="225" y="152"/>
                  </a:lnTo>
                  <a:lnTo>
                    <a:pt x="213" y="152"/>
                  </a:lnTo>
                  <a:lnTo>
                    <a:pt x="213" y="180"/>
                  </a:lnTo>
                  <a:cubicBezTo>
                    <a:pt x="213" y="209"/>
                    <a:pt x="200" y="211"/>
                    <a:pt x="195" y="211"/>
                  </a:cubicBezTo>
                  <a:cubicBezTo>
                    <a:pt x="178" y="211"/>
                    <a:pt x="176" y="189"/>
                    <a:pt x="176" y="187"/>
                  </a:cubicBezTo>
                  <a:lnTo>
                    <a:pt x="176" y="87"/>
                  </a:lnTo>
                  <a:cubicBezTo>
                    <a:pt x="176" y="66"/>
                    <a:pt x="176" y="46"/>
                    <a:pt x="158" y="28"/>
                  </a:cubicBezTo>
                  <a:cubicBezTo>
                    <a:pt x="139" y="8"/>
                    <a:pt x="114" y="0"/>
                    <a:pt x="90" y="0"/>
                  </a:cubicBezTo>
                  <a:cubicBezTo>
                    <a:pt x="49" y="0"/>
                    <a:pt x="15" y="24"/>
                    <a:pt x="15" y="57"/>
                  </a:cubicBezTo>
                  <a:cubicBezTo>
                    <a:pt x="15" y="72"/>
                    <a:pt x="25" y="80"/>
                    <a:pt x="38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8" y="35"/>
                    <a:pt x="35" y="34"/>
                  </a:cubicBezTo>
                  <a:cubicBezTo>
                    <a:pt x="49" y="17"/>
                    <a:pt x="73" y="11"/>
                    <a:pt x="89" y="11"/>
                  </a:cubicBezTo>
                  <a:cubicBezTo>
                    <a:pt x="113" y="11"/>
                    <a:pt x="142" y="31"/>
                    <a:pt x="142" y="75"/>
                  </a:cubicBezTo>
                  <a:lnTo>
                    <a:pt x="142" y="94"/>
                  </a:lnTo>
                  <a:cubicBezTo>
                    <a:pt x="116" y="95"/>
                    <a:pt x="81" y="97"/>
                    <a:pt x="50" y="112"/>
                  </a:cubicBezTo>
                  <a:cubicBezTo>
                    <a:pt x="13" y="129"/>
                    <a:pt x="0" y="155"/>
                    <a:pt x="0" y="177"/>
                  </a:cubicBezTo>
                  <a:cubicBezTo>
                    <a:pt x="0" y="217"/>
                    <a:pt x="49" y="229"/>
                    <a:pt x="80" y="229"/>
                  </a:cubicBezTo>
                  <a:cubicBezTo>
                    <a:pt x="113" y="229"/>
                    <a:pt x="136" y="209"/>
                    <a:pt x="145" y="186"/>
                  </a:cubicBezTo>
                  <a:close/>
                  <a:moveTo>
                    <a:pt x="142" y="104"/>
                  </a:moveTo>
                  <a:lnTo>
                    <a:pt x="142" y="154"/>
                  </a:lnTo>
                  <a:cubicBezTo>
                    <a:pt x="142" y="202"/>
                    <a:pt x="106" y="218"/>
                    <a:pt x="83" y="218"/>
                  </a:cubicBezTo>
                  <a:cubicBezTo>
                    <a:pt x="59" y="218"/>
                    <a:pt x="39" y="201"/>
                    <a:pt x="39" y="176"/>
                  </a:cubicBezTo>
                  <a:cubicBezTo>
                    <a:pt x="39" y="149"/>
                    <a:pt x="59" y="107"/>
                    <a:pt x="142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8" name="Freeform 91">
              <a:extLst>
                <a:ext uri="{FF2B5EF4-FFF2-40B4-BE49-F238E27FC236}">
                  <a16:creationId xmlns:a16="http://schemas.microsoft.com/office/drawing/2014/main" id="{CBFBB754-7810-452E-9C30-0F543D93D5AA}"/>
                </a:ext>
              </a:extLst>
            </p:cNvPr>
            <p:cNvSpPr>
              <a:spLocks/>
            </p:cNvSpPr>
            <p:nvPr>
              <p:custDataLst>
                <p:tags r:id="rId339"/>
              </p:custDataLst>
            </p:nvPr>
          </p:nvSpPr>
          <p:spPr bwMode="auto">
            <a:xfrm>
              <a:off x="6137276" y="711200"/>
              <a:ext cx="52388" cy="49213"/>
            </a:xfrm>
            <a:custGeom>
              <a:avLst/>
              <a:gdLst>
                <a:gd name="T0" fmla="*/ 39 w 251"/>
                <a:gd name="T1" fmla="*/ 49 h 221"/>
                <a:gd name="T2" fmla="*/ 39 w 251"/>
                <a:gd name="T3" fmla="*/ 183 h 221"/>
                <a:gd name="T4" fmla="*/ 0 w 251"/>
                <a:gd name="T5" fmla="*/ 206 h 221"/>
                <a:gd name="T6" fmla="*/ 0 w 251"/>
                <a:gd name="T7" fmla="*/ 221 h 221"/>
                <a:gd name="T8" fmla="*/ 57 w 251"/>
                <a:gd name="T9" fmla="*/ 219 h 221"/>
                <a:gd name="T10" fmla="*/ 112 w 251"/>
                <a:gd name="T11" fmla="*/ 221 h 221"/>
                <a:gd name="T12" fmla="*/ 112 w 251"/>
                <a:gd name="T13" fmla="*/ 206 h 221"/>
                <a:gd name="T14" fmla="*/ 74 w 251"/>
                <a:gd name="T15" fmla="*/ 183 h 221"/>
                <a:gd name="T16" fmla="*/ 74 w 251"/>
                <a:gd name="T17" fmla="*/ 91 h 221"/>
                <a:gd name="T18" fmla="*/ 141 w 251"/>
                <a:gd name="T19" fmla="*/ 11 h 221"/>
                <a:gd name="T20" fmla="*/ 178 w 251"/>
                <a:gd name="T21" fmla="*/ 67 h 221"/>
                <a:gd name="T22" fmla="*/ 178 w 251"/>
                <a:gd name="T23" fmla="*/ 183 h 221"/>
                <a:gd name="T24" fmla="*/ 139 w 251"/>
                <a:gd name="T25" fmla="*/ 206 h 221"/>
                <a:gd name="T26" fmla="*/ 139 w 251"/>
                <a:gd name="T27" fmla="*/ 221 h 221"/>
                <a:gd name="T28" fmla="*/ 195 w 251"/>
                <a:gd name="T29" fmla="*/ 219 h 221"/>
                <a:gd name="T30" fmla="*/ 251 w 251"/>
                <a:gd name="T31" fmla="*/ 221 h 221"/>
                <a:gd name="T32" fmla="*/ 251 w 251"/>
                <a:gd name="T33" fmla="*/ 206 h 221"/>
                <a:gd name="T34" fmla="*/ 212 w 251"/>
                <a:gd name="T35" fmla="*/ 191 h 221"/>
                <a:gd name="T36" fmla="*/ 212 w 251"/>
                <a:gd name="T37" fmla="*/ 95 h 221"/>
                <a:gd name="T38" fmla="*/ 197 w 251"/>
                <a:gd name="T39" fmla="*/ 19 h 221"/>
                <a:gd name="T40" fmla="*/ 144 w 251"/>
                <a:gd name="T41" fmla="*/ 0 h 221"/>
                <a:gd name="T42" fmla="*/ 71 w 251"/>
                <a:gd name="T43" fmla="*/ 53 h 221"/>
                <a:gd name="T44" fmla="*/ 71 w 251"/>
                <a:gd name="T45" fmla="*/ 0 h 221"/>
                <a:gd name="T46" fmla="*/ 0 w 251"/>
                <a:gd name="T47" fmla="*/ 6 h 221"/>
                <a:gd name="T48" fmla="*/ 0 w 251"/>
                <a:gd name="T49" fmla="*/ 21 h 221"/>
                <a:gd name="T50" fmla="*/ 39 w 251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6"/>
                    <a:pt x="34" y="206"/>
                    <a:pt x="0" y="206"/>
                  </a:cubicBezTo>
                  <a:lnTo>
                    <a:pt x="0" y="221"/>
                  </a:lnTo>
                  <a:cubicBezTo>
                    <a:pt x="18" y="220"/>
                    <a:pt x="43" y="219"/>
                    <a:pt x="57" y="219"/>
                  </a:cubicBezTo>
                  <a:cubicBezTo>
                    <a:pt x="70" y="219"/>
                    <a:pt x="95" y="220"/>
                    <a:pt x="112" y="221"/>
                  </a:cubicBezTo>
                  <a:lnTo>
                    <a:pt x="112" y="206"/>
                  </a:lnTo>
                  <a:cubicBezTo>
                    <a:pt x="79" y="206"/>
                    <a:pt x="74" y="206"/>
                    <a:pt x="74" y="183"/>
                  </a:cubicBezTo>
                  <a:lnTo>
                    <a:pt x="74" y="91"/>
                  </a:lnTo>
                  <a:cubicBezTo>
                    <a:pt x="74" y="39"/>
                    <a:pt x="109" y="11"/>
                    <a:pt x="141" y="11"/>
                  </a:cubicBezTo>
                  <a:cubicBezTo>
                    <a:pt x="172" y="11"/>
                    <a:pt x="178" y="38"/>
                    <a:pt x="178" y="67"/>
                  </a:cubicBezTo>
                  <a:lnTo>
                    <a:pt x="178" y="183"/>
                  </a:lnTo>
                  <a:cubicBezTo>
                    <a:pt x="178" y="206"/>
                    <a:pt x="172" y="206"/>
                    <a:pt x="139" y="206"/>
                  </a:cubicBezTo>
                  <a:lnTo>
                    <a:pt x="139" y="221"/>
                  </a:lnTo>
                  <a:cubicBezTo>
                    <a:pt x="156" y="220"/>
                    <a:pt x="182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6"/>
                  </a:lnTo>
                  <a:cubicBezTo>
                    <a:pt x="225" y="206"/>
                    <a:pt x="213" y="206"/>
                    <a:pt x="212" y="191"/>
                  </a:cubicBezTo>
                  <a:lnTo>
                    <a:pt x="212" y="95"/>
                  </a:lnTo>
                  <a:cubicBezTo>
                    <a:pt x="212" y="52"/>
                    <a:pt x="212" y="37"/>
                    <a:pt x="197" y="19"/>
                  </a:cubicBezTo>
                  <a:cubicBezTo>
                    <a:pt x="190" y="10"/>
                    <a:pt x="173" y="0"/>
                    <a:pt x="144" y="0"/>
                  </a:cubicBezTo>
                  <a:cubicBezTo>
                    <a:pt x="108" y="0"/>
                    <a:pt x="85" y="22"/>
                    <a:pt x="71" y="53"/>
                  </a:cubicBezTo>
                  <a:lnTo>
                    <a:pt x="71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19" name="Freeform 92">
              <a:extLst>
                <a:ext uri="{FF2B5EF4-FFF2-40B4-BE49-F238E27FC236}">
                  <a16:creationId xmlns:a16="http://schemas.microsoft.com/office/drawing/2014/main" id="{2685EB28-E9E2-41F6-B560-C5BC8110C423}"/>
                </a:ext>
              </a:extLst>
            </p:cNvPr>
            <p:cNvSpPr>
              <a:spLocks noEditPoints="1"/>
            </p:cNvSpPr>
            <p:nvPr>
              <p:custDataLst>
                <p:tags r:id="rId340"/>
              </p:custDataLst>
            </p:nvPr>
          </p:nvSpPr>
          <p:spPr bwMode="auto">
            <a:xfrm>
              <a:off x="6194426" y="684213"/>
              <a:ext cx="50800" cy="77788"/>
            </a:xfrm>
            <a:custGeom>
              <a:avLst/>
              <a:gdLst>
                <a:gd name="T0" fmla="*/ 173 w 246"/>
                <a:gd name="T1" fmla="*/ 319 h 351"/>
                <a:gd name="T2" fmla="*/ 173 w 246"/>
                <a:gd name="T3" fmla="*/ 351 h 351"/>
                <a:gd name="T4" fmla="*/ 246 w 246"/>
                <a:gd name="T5" fmla="*/ 346 h 351"/>
                <a:gd name="T6" fmla="*/ 246 w 246"/>
                <a:gd name="T7" fmla="*/ 331 h 351"/>
                <a:gd name="T8" fmla="*/ 207 w 246"/>
                <a:gd name="T9" fmla="*/ 303 h 351"/>
                <a:gd name="T10" fmla="*/ 207 w 246"/>
                <a:gd name="T11" fmla="*/ 0 h 351"/>
                <a:gd name="T12" fmla="*/ 135 w 246"/>
                <a:gd name="T13" fmla="*/ 5 h 351"/>
                <a:gd name="T14" fmla="*/ 135 w 246"/>
                <a:gd name="T15" fmla="*/ 21 h 351"/>
                <a:gd name="T16" fmla="*/ 174 w 246"/>
                <a:gd name="T17" fmla="*/ 49 h 351"/>
                <a:gd name="T18" fmla="*/ 174 w 246"/>
                <a:gd name="T19" fmla="*/ 156 h 351"/>
                <a:gd name="T20" fmla="*/ 111 w 246"/>
                <a:gd name="T21" fmla="*/ 125 h 351"/>
                <a:gd name="T22" fmla="*/ 0 w 246"/>
                <a:gd name="T23" fmla="*/ 239 h 351"/>
                <a:gd name="T24" fmla="*/ 106 w 246"/>
                <a:gd name="T25" fmla="*/ 351 h 351"/>
                <a:gd name="T26" fmla="*/ 173 w 246"/>
                <a:gd name="T27" fmla="*/ 319 h 351"/>
                <a:gd name="T28" fmla="*/ 173 w 246"/>
                <a:gd name="T29" fmla="*/ 185 h 351"/>
                <a:gd name="T30" fmla="*/ 173 w 246"/>
                <a:gd name="T31" fmla="*/ 287 h 351"/>
                <a:gd name="T32" fmla="*/ 167 w 246"/>
                <a:gd name="T33" fmla="*/ 306 h 351"/>
                <a:gd name="T34" fmla="*/ 108 w 246"/>
                <a:gd name="T35" fmla="*/ 340 h 351"/>
                <a:gd name="T36" fmla="*/ 56 w 246"/>
                <a:gd name="T37" fmla="*/ 309 h 351"/>
                <a:gd name="T38" fmla="*/ 41 w 246"/>
                <a:gd name="T39" fmla="*/ 239 h 351"/>
                <a:gd name="T40" fmla="*/ 57 w 246"/>
                <a:gd name="T41" fmla="*/ 168 h 351"/>
                <a:gd name="T42" fmla="*/ 113 w 246"/>
                <a:gd name="T43" fmla="*/ 136 h 351"/>
                <a:gd name="T44" fmla="*/ 167 w 246"/>
                <a:gd name="T45" fmla="*/ 166 h 351"/>
                <a:gd name="T46" fmla="*/ 173 w 246"/>
                <a:gd name="T47" fmla="*/ 185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" h="351">
                  <a:moveTo>
                    <a:pt x="173" y="319"/>
                  </a:moveTo>
                  <a:lnTo>
                    <a:pt x="173" y="351"/>
                  </a:lnTo>
                  <a:lnTo>
                    <a:pt x="246" y="346"/>
                  </a:lnTo>
                  <a:lnTo>
                    <a:pt x="246" y="331"/>
                  </a:lnTo>
                  <a:cubicBezTo>
                    <a:pt x="211" y="331"/>
                    <a:pt x="207" y="327"/>
                    <a:pt x="207" y="303"/>
                  </a:cubicBezTo>
                  <a:lnTo>
                    <a:pt x="207" y="0"/>
                  </a:lnTo>
                  <a:lnTo>
                    <a:pt x="135" y="5"/>
                  </a:lnTo>
                  <a:lnTo>
                    <a:pt x="135" y="21"/>
                  </a:lnTo>
                  <a:cubicBezTo>
                    <a:pt x="170" y="21"/>
                    <a:pt x="174" y="24"/>
                    <a:pt x="174" y="49"/>
                  </a:cubicBezTo>
                  <a:lnTo>
                    <a:pt x="174" y="156"/>
                  </a:lnTo>
                  <a:cubicBezTo>
                    <a:pt x="160" y="138"/>
                    <a:pt x="138" y="125"/>
                    <a:pt x="111" y="125"/>
                  </a:cubicBezTo>
                  <a:cubicBezTo>
                    <a:pt x="52" y="125"/>
                    <a:pt x="0" y="174"/>
                    <a:pt x="0" y="239"/>
                  </a:cubicBezTo>
                  <a:cubicBezTo>
                    <a:pt x="0" y="302"/>
                    <a:pt x="49" y="351"/>
                    <a:pt x="106" y="351"/>
                  </a:cubicBezTo>
                  <a:cubicBezTo>
                    <a:pt x="138" y="351"/>
                    <a:pt x="160" y="334"/>
                    <a:pt x="173" y="319"/>
                  </a:cubicBezTo>
                  <a:close/>
                  <a:moveTo>
                    <a:pt x="173" y="185"/>
                  </a:moveTo>
                  <a:lnTo>
                    <a:pt x="173" y="287"/>
                  </a:lnTo>
                  <a:cubicBezTo>
                    <a:pt x="173" y="296"/>
                    <a:pt x="173" y="297"/>
                    <a:pt x="167" y="306"/>
                  </a:cubicBezTo>
                  <a:cubicBezTo>
                    <a:pt x="152" y="330"/>
                    <a:pt x="130" y="340"/>
                    <a:pt x="108" y="340"/>
                  </a:cubicBezTo>
                  <a:cubicBezTo>
                    <a:pt x="86" y="340"/>
                    <a:pt x="68" y="328"/>
                    <a:pt x="56" y="309"/>
                  </a:cubicBezTo>
                  <a:cubicBezTo>
                    <a:pt x="43" y="288"/>
                    <a:pt x="41" y="260"/>
                    <a:pt x="41" y="239"/>
                  </a:cubicBezTo>
                  <a:cubicBezTo>
                    <a:pt x="41" y="221"/>
                    <a:pt x="42" y="191"/>
                    <a:pt x="57" y="168"/>
                  </a:cubicBezTo>
                  <a:cubicBezTo>
                    <a:pt x="67" y="153"/>
                    <a:pt x="86" y="136"/>
                    <a:pt x="113" y="136"/>
                  </a:cubicBezTo>
                  <a:cubicBezTo>
                    <a:pt x="131" y="136"/>
                    <a:pt x="152" y="144"/>
                    <a:pt x="167" y="166"/>
                  </a:cubicBezTo>
                  <a:cubicBezTo>
                    <a:pt x="173" y="175"/>
                    <a:pt x="173" y="176"/>
                    <a:pt x="173" y="18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0" name="Freeform 93">
              <a:extLst>
                <a:ext uri="{FF2B5EF4-FFF2-40B4-BE49-F238E27FC236}">
                  <a16:creationId xmlns:a16="http://schemas.microsoft.com/office/drawing/2014/main" id="{CCD6C1BF-4A5D-4EAD-A01F-4D659976744B}"/>
                </a:ext>
              </a:extLst>
            </p:cNvPr>
            <p:cNvSpPr>
              <a:spLocks noEditPoints="1"/>
            </p:cNvSpPr>
            <p:nvPr>
              <p:custDataLst>
                <p:tags r:id="rId341"/>
              </p:custDataLst>
            </p:nvPr>
          </p:nvSpPr>
          <p:spPr bwMode="auto">
            <a:xfrm>
              <a:off x="6284913" y="711200"/>
              <a:ext cx="39688" cy="50800"/>
            </a:xfrm>
            <a:custGeom>
              <a:avLst/>
              <a:gdLst>
                <a:gd name="T0" fmla="*/ 42 w 193"/>
                <a:gd name="T1" fmla="*/ 98 h 229"/>
                <a:gd name="T2" fmla="*/ 103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1 w 193"/>
                <a:gd name="T9" fmla="*/ 109 h 229"/>
                <a:gd name="T10" fmla="*/ 180 w 193"/>
                <a:gd name="T11" fmla="*/ 109 h 229"/>
                <a:gd name="T12" fmla="*/ 193 w 193"/>
                <a:gd name="T13" fmla="*/ 98 h 229"/>
                <a:gd name="T14" fmla="*/ 103 w 193"/>
                <a:gd name="T15" fmla="*/ 0 h 229"/>
                <a:gd name="T16" fmla="*/ 0 w 193"/>
                <a:gd name="T17" fmla="*/ 114 h 229"/>
                <a:gd name="T18" fmla="*/ 109 w 193"/>
                <a:gd name="T19" fmla="*/ 229 h 229"/>
                <a:gd name="T20" fmla="*/ 193 w 193"/>
                <a:gd name="T21" fmla="*/ 165 h 229"/>
                <a:gd name="T22" fmla="*/ 186 w 193"/>
                <a:gd name="T23" fmla="*/ 159 h 229"/>
                <a:gd name="T24" fmla="*/ 180 w 193"/>
                <a:gd name="T25" fmla="*/ 166 h 229"/>
                <a:gd name="T26" fmla="*/ 112 w 193"/>
                <a:gd name="T27" fmla="*/ 217 h 229"/>
                <a:gd name="T28" fmla="*/ 56 w 193"/>
                <a:gd name="T29" fmla="*/ 184 h 229"/>
                <a:gd name="T30" fmla="*/ 41 w 193"/>
                <a:gd name="T31" fmla="*/ 10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4"/>
                    <a:pt x="86" y="11"/>
                    <a:pt x="103" y="11"/>
                  </a:cubicBezTo>
                  <a:cubicBezTo>
                    <a:pt x="155" y="11"/>
                    <a:pt x="160" y="79"/>
                    <a:pt x="160" y="98"/>
                  </a:cubicBezTo>
                  <a:lnTo>
                    <a:pt x="42" y="98"/>
                  </a:lnTo>
                  <a:close/>
                  <a:moveTo>
                    <a:pt x="41" y="109"/>
                  </a:moveTo>
                  <a:lnTo>
                    <a:pt x="180" y="109"/>
                  </a:lnTo>
                  <a:cubicBezTo>
                    <a:pt x="191" y="109"/>
                    <a:pt x="193" y="109"/>
                    <a:pt x="193" y="98"/>
                  </a:cubicBezTo>
                  <a:cubicBezTo>
                    <a:pt x="193" y="49"/>
                    <a:pt x="166" y="0"/>
                    <a:pt x="103" y="0"/>
                  </a:cubicBezTo>
                  <a:cubicBezTo>
                    <a:pt x="46" y="0"/>
                    <a:pt x="0" y="52"/>
                    <a:pt x="0" y="114"/>
                  </a:cubicBezTo>
                  <a:cubicBezTo>
                    <a:pt x="0" y="181"/>
                    <a:pt x="52" y="229"/>
                    <a:pt x="109" y="229"/>
                  </a:cubicBezTo>
                  <a:cubicBezTo>
                    <a:pt x="170" y="229"/>
                    <a:pt x="193" y="174"/>
                    <a:pt x="193" y="165"/>
                  </a:cubicBezTo>
                  <a:cubicBezTo>
                    <a:pt x="193" y="160"/>
                    <a:pt x="189" y="159"/>
                    <a:pt x="186" y="159"/>
                  </a:cubicBezTo>
                  <a:cubicBezTo>
                    <a:pt x="182" y="159"/>
                    <a:pt x="181" y="162"/>
                    <a:pt x="180" y="166"/>
                  </a:cubicBezTo>
                  <a:cubicBezTo>
                    <a:pt x="162" y="217"/>
                    <a:pt x="117" y="217"/>
                    <a:pt x="112" y="217"/>
                  </a:cubicBezTo>
                  <a:cubicBezTo>
                    <a:pt x="87" y="217"/>
                    <a:pt x="67" y="202"/>
                    <a:pt x="56" y="184"/>
                  </a:cubicBezTo>
                  <a:cubicBezTo>
                    <a:pt x="41" y="160"/>
                    <a:pt x="41" y="127"/>
                    <a:pt x="41" y="10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1" name="Freeform 94">
              <a:extLst>
                <a:ext uri="{FF2B5EF4-FFF2-40B4-BE49-F238E27FC236}">
                  <a16:creationId xmlns:a16="http://schemas.microsoft.com/office/drawing/2014/main" id="{C8ECBB47-5420-4BD9-A751-D0AACFA1BECF}"/>
                </a:ext>
              </a:extLst>
            </p:cNvPr>
            <p:cNvSpPr>
              <a:spLocks/>
            </p:cNvSpPr>
            <p:nvPr>
              <p:custDataLst>
                <p:tags r:id="rId342"/>
              </p:custDataLst>
            </p:nvPr>
          </p:nvSpPr>
          <p:spPr bwMode="auto">
            <a:xfrm>
              <a:off x="6329363" y="712788"/>
              <a:ext cx="49213" cy="49213"/>
            </a:xfrm>
            <a:custGeom>
              <a:avLst/>
              <a:gdLst>
                <a:gd name="T0" fmla="*/ 198 w 244"/>
                <a:gd name="T1" fmla="*/ 49 h 220"/>
                <a:gd name="T2" fmla="*/ 244 w 244"/>
                <a:gd name="T3" fmla="*/ 15 h 220"/>
                <a:gd name="T4" fmla="*/ 244 w 244"/>
                <a:gd name="T5" fmla="*/ 0 h 220"/>
                <a:gd name="T6" fmla="*/ 207 w 244"/>
                <a:gd name="T7" fmla="*/ 1 h 220"/>
                <a:gd name="T8" fmla="*/ 163 w 244"/>
                <a:gd name="T9" fmla="*/ 0 h 220"/>
                <a:gd name="T10" fmla="*/ 163 w 244"/>
                <a:gd name="T11" fmla="*/ 15 h 220"/>
                <a:gd name="T12" fmla="*/ 187 w 244"/>
                <a:gd name="T13" fmla="*/ 37 h 220"/>
                <a:gd name="T14" fmla="*/ 184 w 244"/>
                <a:gd name="T15" fmla="*/ 49 h 220"/>
                <a:gd name="T16" fmla="*/ 134 w 244"/>
                <a:gd name="T17" fmla="*/ 176 h 220"/>
                <a:gd name="T18" fmla="*/ 78 w 244"/>
                <a:gd name="T19" fmla="*/ 37 h 220"/>
                <a:gd name="T20" fmla="*/ 75 w 244"/>
                <a:gd name="T21" fmla="*/ 28 h 220"/>
                <a:gd name="T22" fmla="*/ 103 w 244"/>
                <a:gd name="T23" fmla="*/ 15 h 220"/>
                <a:gd name="T24" fmla="*/ 103 w 244"/>
                <a:gd name="T25" fmla="*/ 0 h 220"/>
                <a:gd name="T26" fmla="*/ 49 w 244"/>
                <a:gd name="T27" fmla="*/ 1 h 220"/>
                <a:gd name="T28" fmla="*/ 0 w 244"/>
                <a:gd name="T29" fmla="*/ 0 h 220"/>
                <a:gd name="T30" fmla="*/ 0 w 244"/>
                <a:gd name="T31" fmla="*/ 15 h 220"/>
                <a:gd name="T32" fmla="*/ 40 w 244"/>
                <a:gd name="T33" fmla="*/ 34 h 220"/>
                <a:gd name="T34" fmla="*/ 112 w 244"/>
                <a:gd name="T35" fmla="*/ 211 h 220"/>
                <a:gd name="T36" fmla="*/ 123 w 244"/>
                <a:gd name="T37" fmla="*/ 220 h 220"/>
                <a:gd name="T38" fmla="*/ 133 w 244"/>
                <a:gd name="T39" fmla="*/ 211 h 220"/>
                <a:gd name="T40" fmla="*/ 198 w 244"/>
                <a:gd name="T41" fmla="*/ 49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4" h="220">
                  <a:moveTo>
                    <a:pt x="198" y="49"/>
                  </a:moveTo>
                  <a:cubicBezTo>
                    <a:pt x="203" y="37"/>
                    <a:pt x="211" y="16"/>
                    <a:pt x="244" y="15"/>
                  </a:cubicBezTo>
                  <a:lnTo>
                    <a:pt x="244" y="0"/>
                  </a:lnTo>
                  <a:cubicBezTo>
                    <a:pt x="233" y="1"/>
                    <a:pt x="218" y="1"/>
                    <a:pt x="207" y="1"/>
                  </a:cubicBezTo>
                  <a:cubicBezTo>
                    <a:pt x="195" y="1"/>
                    <a:pt x="172" y="0"/>
                    <a:pt x="163" y="0"/>
                  </a:cubicBezTo>
                  <a:lnTo>
                    <a:pt x="163" y="15"/>
                  </a:lnTo>
                  <a:cubicBezTo>
                    <a:pt x="182" y="16"/>
                    <a:pt x="187" y="27"/>
                    <a:pt x="187" y="37"/>
                  </a:cubicBezTo>
                  <a:cubicBezTo>
                    <a:pt x="187" y="41"/>
                    <a:pt x="186" y="43"/>
                    <a:pt x="184" y="49"/>
                  </a:cubicBezTo>
                  <a:lnTo>
                    <a:pt x="134" y="176"/>
                  </a:lnTo>
                  <a:lnTo>
                    <a:pt x="78" y="37"/>
                  </a:lnTo>
                  <a:cubicBezTo>
                    <a:pt x="75" y="30"/>
                    <a:pt x="75" y="29"/>
                    <a:pt x="75" y="28"/>
                  </a:cubicBezTo>
                  <a:cubicBezTo>
                    <a:pt x="75" y="15"/>
                    <a:pt x="94" y="15"/>
                    <a:pt x="103" y="15"/>
                  </a:cubicBezTo>
                  <a:lnTo>
                    <a:pt x="103" y="0"/>
                  </a:lnTo>
                  <a:cubicBezTo>
                    <a:pt x="88" y="0"/>
                    <a:pt x="60" y="1"/>
                    <a:pt x="49" y="1"/>
                  </a:cubicBezTo>
                  <a:cubicBezTo>
                    <a:pt x="35" y="1"/>
                    <a:pt x="15" y="1"/>
                    <a:pt x="0" y="0"/>
                  </a:cubicBezTo>
                  <a:lnTo>
                    <a:pt x="0" y="15"/>
                  </a:lnTo>
                  <a:cubicBezTo>
                    <a:pt x="32" y="15"/>
                    <a:pt x="34" y="18"/>
                    <a:pt x="40" y="34"/>
                  </a:cubicBezTo>
                  <a:lnTo>
                    <a:pt x="112" y="211"/>
                  </a:lnTo>
                  <a:cubicBezTo>
                    <a:pt x="115" y="218"/>
                    <a:pt x="116" y="220"/>
                    <a:pt x="123" y="220"/>
                  </a:cubicBezTo>
                  <a:cubicBezTo>
                    <a:pt x="129" y="220"/>
                    <a:pt x="131" y="216"/>
                    <a:pt x="133" y="211"/>
                  </a:cubicBezTo>
                  <a:lnTo>
                    <a:pt x="198" y="4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2" name="Freeform 95">
              <a:extLst>
                <a:ext uri="{FF2B5EF4-FFF2-40B4-BE49-F238E27FC236}">
                  <a16:creationId xmlns:a16="http://schemas.microsoft.com/office/drawing/2014/main" id="{1D58E122-3FDE-43C6-A8AD-E83E7E2EE8A1}"/>
                </a:ext>
              </a:extLst>
            </p:cNvPr>
            <p:cNvSpPr>
              <a:spLocks noEditPoints="1"/>
            </p:cNvSpPr>
            <p:nvPr>
              <p:custDataLst>
                <p:tags r:id="rId343"/>
              </p:custDataLst>
            </p:nvPr>
          </p:nvSpPr>
          <p:spPr bwMode="auto">
            <a:xfrm>
              <a:off x="6378576" y="711200"/>
              <a:ext cx="46038" cy="50800"/>
            </a:xfrm>
            <a:custGeom>
              <a:avLst/>
              <a:gdLst>
                <a:gd name="T0" fmla="*/ 146 w 225"/>
                <a:gd name="T1" fmla="*/ 186 h 229"/>
                <a:gd name="T2" fmla="*/ 184 w 225"/>
                <a:gd name="T3" fmla="*/ 227 h 229"/>
                <a:gd name="T4" fmla="*/ 225 w 225"/>
                <a:gd name="T5" fmla="*/ 180 h 229"/>
                <a:gd name="T6" fmla="*/ 225 w 225"/>
                <a:gd name="T7" fmla="*/ 152 h 229"/>
                <a:gd name="T8" fmla="*/ 213 w 225"/>
                <a:gd name="T9" fmla="*/ 152 h 229"/>
                <a:gd name="T10" fmla="*/ 213 w 225"/>
                <a:gd name="T11" fmla="*/ 180 h 229"/>
                <a:gd name="T12" fmla="*/ 195 w 225"/>
                <a:gd name="T13" fmla="*/ 211 h 229"/>
                <a:gd name="T14" fmla="*/ 177 w 225"/>
                <a:gd name="T15" fmla="*/ 187 h 229"/>
                <a:gd name="T16" fmla="*/ 177 w 225"/>
                <a:gd name="T17" fmla="*/ 87 h 229"/>
                <a:gd name="T18" fmla="*/ 159 w 225"/>
                <a:gd name="T19" fmla="*/ 28 h 229"/>
                <a:gd name="T20" fmla="*/ 90 w 225"/>
                <a:gd name="T21" fmla="*/ 0 h 229"/>
                <a:gd name="T22" fmla="*/ 15 w 225"/>
                <a:gd name="T23" fmla="*/ 57 h 229"/>
                <a:gd name="T24" fmla="*/ 38 w 225"/>
                <a:gd name="T25" fmla="*/ 80 h 229"/>
                <a:gd name="T26" fmla="*/ 61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2 w 225"/>
                <a:gd name="T33" fmla="*/ 75 h 229"/>
                <a:gd name="T34" fmla="*/ 142 w 225"/>
                <a:gd name="T35" fmla="*/ 94 h 229"/>
                <a:gd name="T36" fmla="*/ 50 w 225"/>
                <a:gd name="T37" fmla="*/ 112 h 229"/>
                <a:gd name="T38" fmla="*/ 0 w 225"/>
                <a:gd name="T39" fmla="*/ 177 h 229"/>
                <a:gd name="T40" fmla="*/ 80 w 225"/>
                <a:gd name="T41" fmla="*/ 229 h 229"/>
                <a:gd name="T42" fmla="*/ 146 w 225"/>
                <a:gd name="T43" fmla="*/ 186 h 229"/>
                <a:gd name="T44" fmla="*/ 142 w 225"/>
                <a:gd name="T45" fmla="*/ 104 h 229"/>
                <a:gd name="T46" fmla="*/ 142 w 225"/>
                <a:gd name="T47" fmla="*/ 154 h 229"/>
                <a:gd name="T48" fmla="*/ 84 w 225"/>
                <a:gd name="T49" fmla="*/ 218 h 229"/>
                <a:gd name="T50" fmla="*/ 39 w 225"/>
                <a:gd name="T51" fmla="*/ 176 h 229"/>
                <a:gd name="T52" fmla="*/ 142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6" y="186"/>
                  </a:moveTo>
                  <a:cubicBezTo>
                    <a:pt x="148" y="206"/>
                    <a:pt x="161" y="227"/>
                    <a:pt x="184" y="227"/>
                  </a:cubicBezTo>
                  <a:cubicBezTo>
                    <a:pt x="195" y="227"/>
                    <a:pt x="225" y="220"/>
                    <a:pt x="225" y="180"/>
                  </a:cubicBezTo>
                  <a:lnTo>
                    <a:pt x="225" y="152"/>
                  </a:lnTo>
                  <a:lnTo>
                    <a:pt x="213" y="152"/>
                  </a:lnTo>
                  <a:lnTo>
                    <a:pt x="213" y="180"/>
                  </a:lnTo>
                  <a:cubicBezTo>
                    <a:pt x="213" y="209"/>
                    <a:pt x="200" y="211"/>
                    <a:pt x="195" y="211"/>
                  </a:cubicBezTo>
                  <a:cubicBezTo>
                    <a:pt x="179" y="211"/>
                    <a:pt x="177" y="189"/>
                    <a:pt x="177" y="187"/>
                  </a:cubicBezTo>
                  <a:lnTo>
                    <a:pt x="177" y="87"/>
                  </a:lnTo>
                  <a:cubicBezTo>
                    <a:pt x="177" y="66"/>
                    <a:pt x="177" y="46"/>
                    <a:pt x="159" y="28"/>
                  </a:cubicBezTo>
                  <a:cubicBezTo>
                    <a:pt x="139" y="8"/>
                    <a:pt x="114" y="0"/>
                    <a:pt x="90" y="0"/>
                  </a:cubicBezTo>
                  <a:cubicBezTo>
                    <a:pt x="49" y="0"/>
                    <a:pt x="15" y="24"/>
                    <a:pt x="15" y="57"/>
                  </a:cubicBezTo>
                  <a:cubicBezTo>
                    <a:pt x="15" y="72"/>
                    <a:pt x="25" y="80"/>
                    <a:pt x="38" y="80"/>
                  </a:cubicBezTo>
                  <a:cubicBezTo>
                    <a:pt x="52" y="80"/>
                    <a:pt x="61" y="70"/>
                    <a:pt x="61" y="57"/>
                  </a:cubicBezTo>
                  <a:cubicBezTo>
                    <a:pt x="61" y="51"/>
                    <a:pt x="58" y="35"/>
                    <a:pt x="35" y="34"/>
                  </a:cubicBezTo>
                  <a:cubicBezTo>
                    <a:pt x="49" y="17"/>
                    <a:pt x="73" y="11"/>
                    <a:pt x="89" y="11"/>
                  </a:cubicBezTo>
                  <a:cubicBezTo>
                    <a:pt x="114" y="11"/>
                    <a:pt x="142" y="31"/>
                    <a:pt x="142" y="75"/>
                  </a:cubicBezTo>
                  <a:lnTo>
                    <a:pt x="142" y="94"/>
                  </a:lnTo>
                  <a:cubicBezTo>
                    <a:pt x="117" y="95"/>
                    <a:pt x="82" y="97"/>
                    <a:pt x="50" y="112"/>
                  </a:cubicBezTo>
                  <a:cubicBezTo>
                    <a:pt x="13" y="129"/>
                    <a:pt x="0" y="155"/>
                    <a:pt x="0" y="177"/>
                  </a:cubicBezTo>
                  <a:cubicBezTo>
                    <a:pt x="0" y="217"/>
                    <a:pt x="49" y="229"/>
                    <a:pt x="80" y="229"/>
                  </a:cubicBezTo>
                  <a:cubicBezTo>
                    <a:pt x="113" y="229"/>
                    <a:pt x="136" y="209"/>
                    <a:pt x="146" y="186"/>
                  </a:cubicBezTo>
                  <a:close/>
                  <a:moveTo>
                    <a:pt x="142" y="104"/>
                  </a:moveTo>
                  <a:lnTo>
                    <a:pt x="142" y="154"/>
                  </a:lnTo>
                  <a:cubicBezTo>
                    <a:pt x="142" y="202"/>
                    <a:pt x="106" y="218"/>
                    <a:pt x="84" y="218"/>
                  </a:cubicBezTo>
                  <a:cubicBezTo>
                    <a:pt x="59" y="218"/>
                    <a:pt x="39" y="201"/>
                    <a:pt x="39" y="176"/>
                  </a:cubicBezTo>
                  <a:cubicBezTo>
                    <a:pt x="39" y="149"/>
                    <a:pt x="60" y="107"/>
                    <a:pt x="142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3" name="Freeform 96">
              <a:extLst>
                <a:ext uri="{FF2B5EF4-FFF2-40B4-BE49-F238E27FC236}">
                  <a16:creationId xmlns:a16="http://schemas.microsoft.com/office/drawing/2014/main" id="{CED1ACF7-E0F2-4AE7-ACEB-692798EB8756}"/>
                </a:ext>
              </a:extLst>
            </p:cNvPr>
            <p:cNvSpPr>
              <a:spLocks/>
            </p:cNvSpPr>
            <p:nvPr>
              <p:custDataLst>
                <p:tags r:id="rId344"/>
              </p:custDataLst>
            </p:nvPr>
          </p:nvSpPr>
          <p:spPr bwMode="auto">
            <a:xfrm>
              <a:off x="6429376" y="684213"/>
              <a:ext cx="22225" cy="76200"/>
            </a:xfrm>
            <a:custGeom>
              <a:avLst/>
              <a:gdLst>
                <a:gd name="T0" fmla="*/ 72 w 111"/>
                <a:gd name="T1" fmla="*/ 0 h 346"/>
                <a:gd name="T2" fmla="*/ 0 w 111"/>
                <a:gd name="T3" fmla="*/ 5 h 346"/>
                <a:gd name="T4" fmla="*/ 0 w 111"/>
                <a:gd name="T5" fmla="*/ 21 h 346"/>
                <a:gd name="T6" fmla="*/ 39 w 111"/>
                <a:gd name="T7" fmla="*/ 49 h 346"/>
                <a:gd name="T8" fmla="*/ 39 w 111"/>
                <a:gd name="T9" fmla="*/ 308 h 346"/>
                <a:gd name="T10" fmla="*/ 0 w 111"/>
                <a:gd name="T11" fmla="*/ 331 h 346"/>
                <a:gd name="T12" fmla="*/ 0 w 111"/>
                <a:gd name="T13" fmla="*/ 346 h 346"/>
                <a:gd name="T14" fmla="*/ 55 w 111"/>
                <a:gd name="T15" fmla="*/ 344 h 346"/>
                <a:gd name="T16" fmla="*/ 111 w 111"/>
                <a:gd name="T17" fmla="*/ 346 h 346"/>
                <a:gd name="T18" fmla="*/ 111 w 111"/>
                <a:gd name="T19" fmla="*/ 331 h 346"/>
                <a:gd name="T20" fmla="*/ 72 w 111"/>
                <a:gd name="T21" fmla="*/ 308 h 346"/>
                <a:gd name="T22" fmla="*/ 72 w 111"/>
                <a:gd name="T2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346">
                  <a:moveTo>
                    <a:pt x="72" y="0"/>
                  </a:move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  <a:lnTo>
                    <a:pt x="39" y="308"/>
                  </a:lnTo>
                  <a:cubicBezTo>
                    <a:pt x="39" y="331"/>
                    <a:pt x="34" y="331"/>
                    <a:pt x="0" y="331"/>
                  </a:cubicBezTo>
                  <a:lnTo>
                    <a:pt x="0" y="346"/>
                  </a:lnTo>
                  <a:cubicBezTo>
                    <a:pt x="17" y="345"/>
                    <a:pt x="43" y="344"/>
                    <a:pt x="55" y="344"/>
                  </a:cubicBezTo>
                  <a:cubicBezTo>
                    <a:pt x="68" y="344"/>
                    <a:pt x="92" y="345"/>
                    <a:pt x="111" y="346"/>
                  </a:cubicBezTo>
                  <a:lnTo>
                    <a:pt x="111" y="331"/>
                  </a:lnTo>
                  <a:cubicBezTo>
                    <a:pt x="77" y="331"/>
                    <a:pt x="72" y="331"/>
                    <a:pt x="72" y="308"/>
                  </a:cubicBezTo>
                  <a:lnTo>
                    <a:pt x="72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4" name="Freeform 97">
              <a:extLst>
                <a:ext uri="{FF2B5EF4-FFF2-40B4-BE49-F238E27FC236}">
                  <a16:creationId xmlns:a16="http://schemas.microsoft.com/office/drawing/2014/main" id="{1736875D-307F-485A-93DD-859EEF472A7C}"/>
                </a:ext>
              </a:extLst>
            </p:cNvPr>
            <p:cNvSpPr>
              <a:spLocks/>
            </p:cNvSpPr>
            <p:nvPr>
              <p:custDataLst>
                <p:tags r:id="rId345"/>
              </p:custDataLst>
            </p:nvPr>
          </p:nvSpPr>
          <p:spPr bwMode="auto">
            <a:xfrm>
              <a:off x="6457951" y="711200"/>
              <a:ext cx="50800" cy="50800"/>
            </a:xfrm>
            <a:custGeom>
              <a:avLst/>
              <a:gdLst>
                <a:gd name="T0" fmla="*/ 179 w 251"/>
                <a:gd name="T1" fmla="*/ 182 h 226"/>
                <a:gd name="T2" fmla="*/ 179 w 251"/>
                <a:gd name="T3" fmla="*/ 226 h 226"/>
                <a:gd name="T4" fmla="*/ 251 w 251"/>
                <a:gd name="T5" fmla="*/ 221 h 226"/>
                <a:gd name="T6" fmla="*/ 251 w 251"/>
                <a:gd name="T7" fmla="*/ 206 h 226"/>
                <a:gd name="T8" fmla="*/ 212 w 251"/>
                <a:gd name="T9" fmla="*/ 178 h 226"/>
                <a:gd name="T10" fmla="*/ 212 w 251"/>
                <a:gd name="T11" fmla="*/ 0 h 226"/>
                <a:gd name="T12" fmla="*/ 139 w 251"/>
                <a:gd name="T13" fmla="*/ 6 h 226"/>
                <a:gd name="T14" fmla="*/ 139 w 251"/>
                <a:gd name="T15" fmla="*/ 21 h 226"/>
                <a:gd name="T16" fmla="*/ 177 w 251"/>
                <a:gd name="T17" fmla="*/ 49 h 226"/>
                <a:gd name="T18" fmla="*/ 177 w 251"/>
                <a:gd name="T19" fmla="*/ 138 h 226"/>
                <a:gd name="T20" fmla="*/ 117 w 251"/>
                <a:gd name="T21" fmla="*/ 215 h 226"/>
                <a:gd name="T22" fmla="*/ 73 w 251"/>
                <a:gd name="T23" fmla="*/ 166 h 226"/>
                <a:gd name="T24" fmla="*/ 73 w 251"/>
                <a:gd name="T25" fmla="*/ 0 h 226"/>
                <a:gd name="T26" fmla="*/ 0 w 251"/>
                <a:gd name="T27" fmla="*/ 6 h 226"/>
                <a:gd name="T28" fmla="*/ 0 w 251"/>
                <a:gd name="T29" fmla="*/ 21 h 226"/>
                <a:gd name="T30" fmla="*/ 39 w 251"/>
                <a:gd name="T31" fmla="*/ 67 h 226"/>
                <a:gd name="T32" fmla="*/ 39 w 251"/>
                <a:gd name="T33" fmla="*/ 142 h 226"/>
                <a:gd name="T34" fmla="*/ 115 w 251"/>
                <a:gd name="T35" fmla="*/ 226 h 226"/>
                <a:gd name="T36" fmla="*/ 179 w 251"/>
                <a:gd name="T37" fmla="*/ 18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1" h="226">
                  <a:moveTo>
                    <a:pt x="179" y="182"/>
                  </a:moveTo>
                  <a:lnTo>
                    <a:pt x="179" y="226"/>
                  </a:lnTo>
                  <a:lnTo>
                    <a:pt x="251" y="221"/>
                  </a:lnTo>
                  <a:lnTo>
                    <a:pt x="251" y="206"/>
                  </a:lnTo>
                  <a:cubicBezTo>
                    <a:pt x="216" y="206"/>
                    <a:pt x="212" y="202"/>
                    <a:pt x="212" y="178"/>
                  </a:cubicBezTo>
                  <a:lnTo>
                    <a:pt x="212" y="0"/>
                  </a:lnTo>
                  <a:lnTo>
                    <a:pt x="139" y="6"/>
                  </a:lnTo>
                  <a:lnTo>
                    <a:pt x="139" y="21"/>
                  </a:lnTo>
                  <a:cubicBezTo>
                    <a:pt x="173" y="21"/>
                    <a:pt x="177" y="25"/>
                    <a:pt x="177" y="49"/>
                  </a:cubicBezTo>
                  <a:lnTo>
                    <a:pt x="177" y="138"/>
                  </a:lnTo>
                  <a:cubicBezTo>
                    <a:pt x="177" y="182"/>
                    <a:pt x="154" y="215"/>
                    <a:pt x="117" y="215"/>
                  </a:cubicBezTo>
                  <a:cubicBezTo>
                    <a:pt x="75" y="215"/>
                    <a:pt x="73" y="192"/>
                    <a:pt x="73" y="166"/>
                  </a:cubicBezTo>
                  <a:lnTo>
                    <a:pt x="73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9" y="21"/>
                    <a:pt x="39" y="23"/>
                    <a:pt x="39" y="67"/>
                  </a:cubicBezTo>
                  <a:lnTo>
                    <a:pt x="39" y="142"/>
                  </a:lnTo>
                  <a:cubicBezTo>
                    <a:pt x="39" y="181"/>
                    <a:pt x="39" y="226"/>
                    <a:pt x="115" y="226"/>
                  </a:cubicBezTo>
                  <a:cubicBezTo>
                    <a:pt x="143" y="226"/>
                    <a:pt x="164" y="212"/>
                    <a:pt x="179" y="182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5" name="Freeform 98">
              <a:extLst>
                <a:ext uri="{FF2B5EF4-FFF2-40B4-BE49-F238E27FC236}">
                  <a16:creationId xmlns:a16="http://schemas.microsoft.com/office/drawing/2014/main" id="{818BAD9B-B7CF-435B-85C6-C4519E45E0F6}"/>
                </a:ext>
              </a:extLst>
            </p:cNvPr>
            <p:cNvSpPr>
              <a:spLocks noEditPoints="1"/>
            </p:cNvSpPr>
            <p:nvPr>
              <p:custDataLst>
                <p:tags r:id="rId346"/>
              </p:custDataLst>
            </p:nvPr>
          </p:nvSpPr>
          <p:spPr bwMode="auto">
            <a:xfrm>
              <a:off x="6515101" y="711200"/>
              <a:ext cx="46038" cy="50800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80 h 229"/>
                <a:gd name="T6" fmla="*/ 225 w 225"/>
                <a:gd name="T7" fmla="*/ 152 h 229"/>
                <a:gd name="T8" fmla="*/ 212 w 225"/>
                <a:gd name="T9" fmla="*/ 152 h 229"/>
                <a:gd name="T10" fmla="*/ 212 w 225"/>
                <a:gd name="T11" fmla="*/ 180 h 229"/>
                <a:gd name="T12" fmla="*/ 194 w 225"/>
                <a:gd name="T13" fmla="*/ 211 h 229"/>
                <a:gd name="T14" fmla="*/ 176 w 225"/>
                <a:gd name="T15" fmla="*/ 187 h 229"/>
                <a:gd name="T16" fmla="*/ 176 w 225"/>
                <a:gd name="T17" fmla="*/ 87 h 229"/>
                <a:gd name="T18" fmla="*/ 158 w 225"/>
                <a:gd name="T19" fmla="*/ 28 h 229"/>
                <a:gd name="T20" fmla="*/ 89 w 225"/>
                <a:gd name="T21" fmla="*/ 0 h 229"/>
                <a:gd name="T22" fmla="*/ 14 w 225"/>
                <a:gd name="T23" fmla="*/ 57 h 229"/>
                <a:gd name="T24" fmla="*/ 37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8 w 225"/>
                <a:gd name="T31" fmla="*/ 11 h 229"/>
                <a:gd name="T32" fmla="*/ 141 w 225"/>
                <a:gd name="T33" fmla="*/ 75 h 229"/>
                <a:gd name="T34" fmla="*/ 141 w 225"/>
                <a:gd name="T35" fmla="*/ 94 h 229"/>
                <a:gd name="T36" fmla="*/ 50 w 225"/>
                <a:gd name="T37" fmla="*/ 112 h 229"/>
                <a:gd name="T38" fmla="*/ 0 w 225"/>
                <a:gd name="T39" fmla="*/ 177 h 229"/>
                <a:gd name="T40" fmla="*/ 79 w 225"/>
                <a:gd name="T41" fmla="*/ 229 h 229"/>
                <a:gd name="T42" fmla="*/ 145 w 225"/>
                <a:gd name="T43" fmla="*/ 186 h 229"/>
                <a:gd name="T44" fmla="*/ 141 w 225"/>
                <a:gd name="T45" fmla="*/ 104 h 229"/>
                <a:gd name="T46" fmla="*/ 141 w 225"/>
                <a:gd name="T47" fmla="*/ 154 h 229"/>
                <a:gd name="T48" fmla="*/ 83 w 225"/>
                <a:gd name="T49" fmla="*/ 218 h 229"/>
                <a:gd name="T50" fmla="*/ 38 w 225"/>
                <a:gd name="T51" fmla="*/ 176 h 229"/>
                <a:gd name="T52" fmla="*/ 141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0" y="227"/>
                    <a:pt x="184" y="227"/>
                  </a:cubicBezTo>
                  <a:cubicBezTo>
                    <a:pt x="194" y="227"/>
                    <a:pt x="225" y="220"/>
                    <a:pt x="225" y="180"/>
                  </a:cubicBezTo>
                  <a:lnTo>
                    <a:pt x="225" y="152"/>
                  </a:lnTo>
                  <a:lnTo>
                    <a:pt x="212" y="152"/>
                  </a:lnTo>
                  <a:lnTo>
                    <a:pt x="212" y="180"/>
                  </a:lnTo>
                  <a:cubicBezTo>
                    <a:pt x="212" y="209"/>
                    <a:pt x="200" y="211"/>
                    <a:pt x="194" y="211"/>
                  </a:cubicBezTo>
                  <a:cubicBezTo>
                    <a:pt x="178" y="211"/>
                    <a:pt x="176" y="189"/>
                    <a:pt x="176" y="187"/>
                  </a:cubicBezTo>
                  <a:lnTo>
                    <a:pt x="176" y="87"/>
                  </a:lnTo>
                  <a:cubicBezTo>
                    <a:pt x="176" y="66"/>
                    <a:pt x="176" y="46"/>
                    <a:pt x="158" y="28"/>
                  </a:cubicBezTo>
                  <a:cubicBezTo>
                    <a:pt x="138" y="8"/>
                    <a:pt x="113" y="0"/>
                    <a:pt x="89" y="0"/>
                  </a:cubicBezTo>
                  <a:cubicBezTo>
                    <a:pt x="49" y="0"/>
                    <a:pt x="14" y="24"/>
                    <a:pt x="14" y="57"/>
                  </a:cubicBezTo>
                  <a:cubicBezTo>
                    <a:pt x="14" y="72"/>
                    <a:pt x="24" y="80"/>
                    <a:pt x="37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8" y="35"/>
                    <a:pt x="35" y="34"/>
                  </a:cubicBezTo>
                  <a:cubicBezTo>
                    <a:pt x="48" y="17"/>
                    <a:pt x="73" y="11"/>
                    <a:pt x="88" y="11"/>
                  </a:cubicBezTo>
                  <a:cubicBezTo>
                    <a:pt x="113" y="11"/>
                    <a:pt x="141" y="31"/>
                    <a:pt x="141" y="75"/>
                  </a:cubicBezTo>
                  <a:lnTo>
                    <a:pt x="141" y="94"/>
                  </a:lnTo>
                  <a:cubicBezTo>
                    <a:pt x="116" y="95"/>
                    <a:pt x="81" y="97"/>
                    <a:pt x="50" y="112"/>
                  </a:cubicBezTo>
                  <a:cubicBezTo>
                    <a:pt x="12" y="129"/>
                    <a:pt x="0" y="155"/>
                    <a:pt x="0" y="177"/>
                  </a:cubicBezTo>
                  <a:cubicBezTo>
                    <a:pt x="0" y="217"/>
                    <a:pt x="48" y="229"/>
                    <a:pt x="79" y="229"/>
                  </a:cubicBezTo>
                  <a:cubicBezTo>
                    <a:pt x="112" y="229"/>
                    <a:pt x="135" y="209"/>
                    <a:pt x="145" y="186"/>
                  </a:cubicBezTo>
                  <a:close/>
                  <a:moveTo>
                    <a:pt x="141" y="104"/>
                  </a:moveTo>
                  <a:lnTo>
                    <a:pt x="141" y="154"/>
                  </a:lnTo>
                  <a:cubicBezTo>
                    <a:pt x="141" y="202"/>
                    <a:pt x="105" y="218"/>
                    <a:pt x="83" y="218"/>
                  </a:cubicBezTo>
                  <a:cubicBezTo>
                    <a:pt x="59" y="218"/>
                    <a:pt x="38" y="201"/>
                    <a:pt x="38" y="176"/>
                  </a:cubicBezTo>
                  <a:cubicBezTo>
                    <a:pt x="38" y="149"/>
                    <a:pt x="59" y="107"/>
                    <a:pt x="141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6" name="Freeform 99">
              <a:extLst>
                <a:ext uri="{FF2B5EF4-FFF2-40B4-BE49-F238E27FC236}">
                  <a16:creationId xmlns:a16="http://schemas.microsoft.com/office/drawing/2014/main" id="{EF70E4F5-B831-441D-BABE-43686FDC6131}"/>
                </a:ext>
              </a:extLst>
            </p:cNvPr>
            <p:cNvSpPr>
              <a:spLocks/>
            </p:cNvSpPr>
            <p:nvPr>
              <p:custDataLst>
                <p:tags r:id="rId347"/>
              </p:custDataLst>
            </p:nvPr>
          </p:nvSpPr>
          <p:spPr bwMode="auto">
            <a:xfrm>
              <a:off x="6562726" y="692150"/>
              <a:ext cx="31750" cy="69850"/>
            </a:xfrm>
            <a:custGeom>
              <a:avLst/>
              <a:gdLst>
                <a:gd name="T0" fmla="*/ 77 w 156"/>
                <a:gd name="T1" fmla="*/ 107 h 312"/>
                <a:gd name="T2" fmla="*/ 148 w 156"/>
                <a:gd name="T3" fmla="*/ 107 h 312"/>
                <a:gd name="T4" fmla="*/ 148 w 156"/>
                <a:gd name="T5" fmla="*/ 92 h 312"/>
                <a:gd name="T6" fmla="*/ 77 w 156"/>
                <a:gd name="T7" fmla="*/ 92 h 312"/>
                <a:gd name="T8" fmla="*/ 77 w 156"/>
                <a:gd name="T9" fmla="*/ 0 h 312"/>
                <a:gd name="T10" fmla="*/ 65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3 w 156"/>
                <a:gd name="T17" fmla="*/ 107 h 312"/>
                <a:gd name="T18" fmla="*/ 43 w 156"/>
                <a:gd name="T19" fmla="*/ 245 h 312"/>
                <a:gd name="T20" fmla="*/ 107 w 156"/>
                <a:gd name="T21" fmla="*/ 312 h 312"/>
                <a:gd name="T22" fmla="*/ 156 w 156"/>
                <a:gd name="T23" fmla="*/ 245 h 312"/>
                <a:gd name="T24" fmla="*/ 156 w 156"/>
                <a:gd name="T25" fmla="*/ 217 h 312"/>
                <a:gd name="T26" fmla="*/ 144 w 156"/>
                <a:gd name="T27" fmla="*/ 217 h 312"/>
                <a:gd name="T28" fmla="*/ 144 w 156"/>
                <a:gd name="T29" fmla="*/ 244 h 312"/>
                <a:gd name="T30" fmla="*/ 111 w 156"/>
                <a:gd name="T31" fmla="*/ 300 h 312"/>
                <a:gd name="T32" fmla="*/ 77 w 156"/>
                <a:gd name="T33" fmla="*/ 246 h 312"/>
                <a:gd name="T34" fmla="*/ 77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7" y="107"/>
                  </a:moveTo>
                  <a:lnTo>
                    <a:pt x="148" y="107"/>
                  </a:lnTo>
                  <a:lnTo>
                    <a:pt x="148" y="92"/>
                  </a:lnTo>
                  <a:lnTo>
                    <a:pt x="77" y="92"/>
                  </a:lnTo>
                  <a:lnTo>
                    <a:pt x="77" y="0"/>
                  </a:lnTo>
                  <a:lnTo>
                    <a:pt x="65" y="0"/>
                  </a:lnTo>
                  <a:cubicBezTo>
                    <a:pt x="64" y="41"/>
                    <a:pt x="49" y="94"/>
                    <a:pt x="0" y="96"/>
                  </a:cubicBezTo>
                  <a:lnTo>
                    <a:pt x="0" y="107"/>
                  </a:lnTo>
                  <a:lnTo>
                    <a:pt x="43" y="107"/>
                  </a:lnTo>
                  <a:lnTo>
                    <a:pt x="43" y="245"/>
                  </a:lnTo>
                  <a:cubicBezTo>
                    <a:pt x="43" y="306"/>
                    <a:pt x="89" y="312"/>
                    <a:pt x="107" y="312"/>
                  </a:cubicBezTo>
                  <a:cubicBezTo>
                    <a:pt x="142" y="312"/>
                    <a:pt x="156" y="277"/>
                    <a:pt x="156" y="245"/>
                  </a:cubicBezTo>
                  <a:lnTo>
                    <a:pt x="156" y="217"/>
                  </a:lnTo>
                  <a:lnTo>
                    <a:pt x="144" y="217"/>
                  </a:lnTo>
                  <a:lnTo>
                    <a:pt x="144" y="244"/>
                  </a:lnTo>
                  <a:cubicBezTo>
                    <a:pt x="144" y="281"/>
                    <a:pt x="129" y="300"/>
                    <a:pt x="111" y="300"/>
                  </a:cubicBezTo>
                  <a:cubicBezTo>
                    <a:pt x="77" y="300"/>
                    <a:pt x="77" y="255"/>
                    <a:pt x="77" y="246"/>
                  </a:cubicBezTo>
                  <a:lnTo>
                    <a:pt x="77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7" name="Freeform 100">
              <a:extLst>
                <a:ext uri="{FF2B5EF4-FFF2-40B4-BE49-F238E27FC236}">
                  <a16:creationId xmlns:a16="http://schemas.microsoft.com/office/drawing/2014/main" id="{3C8585B5-0511-468E-846A-09F9FCA8A68B}"/>
                </a:ext>
              </a:extLst>
            </p:cNvPr>
            <p:cNvSpPr>
              <a:spLocks noEditPoints="1"/>
            </p:cNvSpPr>
            <p:nvPr>
              <p:custDataLst>
                <p:tags r:id="rId348"/>
              </p:custDataLst>
            </p:nvPr>
          </p:nvSpPr>
          <p:spPr bwMode="auto">
            <a:xfrm>
              <a:off x="6604001" y="687388"/>
              <a:ext cx="22225" cy="73025"/>
            </a:xfrm>
            <a:custGeom>
              <a:avLst/>
              <a:gdLst>
                <a:gd name="T0" fmla="*/ 72 w 107"/>
                <a:gd name="T1" fmla="*/ 113 h 334"/>
                <a:gd name="T2" fmla="*/ 2 w 107"/>
                <a:gd name="T3" fmla="*/ 119 h 334"/>
                <a:gd name="T4" fmla="*/ 2 w 107"/>
                <a:gd name="T5" fmla="*/ 134 h 334"/>
                <a:gd name="T6" fmla="*/ 39 w 107"/>
                <a:gd name="T7" fmla="*/ 162 h 334"/>
                <a:gd name="T8" fmla="*/ 39 w 107"/>
                <a:gd name="T9" fmla="*/ 296 h 334"/>
                <a:gd name="T10" fmla="*/ 0 w 107"/>
                <a:gd name="T11" fmla="*/ 319 h 334"/>
                <a:gd name="T12" fmla="*/ 0 w 107"/>
                <a:gd name="T13" fmla="*/ 334 h 334"/>
                <a:gd name="T14" fmla="*/ 55 w 107"/>
                <a:gd name="T15" fmla="*/ 332 h 334"/>
                <a:gd name="T16" fmla="*/ 107 w 107"/>
                <a:gd name="T17" fmla="*/ 334 h 334"/>
                <a:gd name="T18" fmla="*/ 107 w 107"/>
                <a:gd name="T19" fmla="*/ 319 h 334"/>
                <a:gd name="T20" fmla="*/ 72 w 107"/>
                <a:gd name="T21" fmla="*/ 297 h 334"/>
                <a:gd name="T22" fmla="*/ 72 w 107"/>
                <a:gd name="T23" fmla="*/ 113 h 334"/>
                <a:gd name="T24" fmla="*/ 74 w 107"/>
                <a:gd name="T25" fmla="*/ 27 h 334"/>
                <a:gd name="T26" fmla="*/ 47 w 107"/>
                <a:gd name="T27" fmla="*/ 0 h 334"/>
                <a:gd name="T28" fmla="*/ 21 w 107"/>
                <a:gd name="T29" fmla="*/ 27 h 334"/>
                <a:gd name="T30" fmla="*/ 47 w 107"/>
                <a:gd name="T31" fmla="*/ 53 h 334"/>
                <a:gd name="T32" fmla="*/ 74 w 107"/>
                <a:gd name="T33" fmla="*/ 27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" h="334">
                  <a:moveTo>
                    <a:pt x="72" y="113"/>
                  </a:moveTo>
                  <a:lnTo>
                    <a:pt x="2" y="119"/>
                  </a:lnTo>
                  <a:lnTo>
                    <a:pt x="2" y="134"/>
                  </a:lnTo>
                  <a:cubicBezTo>
                    <a:pt x="34" y="134"/>
                    <a:pt x="39" y="137"/>
                    <a:pt x="39" y="162"/>
                  </a:cubicBezTo>
                  <a:lnTo>
                    <a:pt x="39" y="296"/>
                  </a:lnTo>
                  <a:cubicBezTo>
                    <a:pt x="39" y="319"/>
                    <a:pt x="33" y="319"/>
                    <a:pt x="0" y="319"/>
                  </a:cubicBezTo>
                  <a:lnTo>
                    <a:pt x="0" y="334"/>
                  </a:lnTo>
                  <a:cubicBezTo>
                    <a:pt x="16" y="333"/>
                    <a:pt x="43" y="332"/>
                    <a:pt x="55" y="332"/>
                  </a:cubicBezTo>
                  <a:cubicBezTo>
                    <a:pt x="72" y="332"/>
                    <a:pt x="90" y="333"/>
                    <a:pt x="107" y="334"/>
                  </a:cubicBezTo>
                  <a:lnTo>
                    <a:pt x="107" y="319"/>
                  </a:lnTo>
                  <a:cubicBezTo>
                    <a:pt x="74" y="319"/>
                    <a:pt x="72" y="316"/>
                    <a:pt x="72" y="297"/>
                  </a:cubicBezTo>
                  <a:lnTo>
                    <a:pt x="72" y="113"/>
                  </a:lnTo>
                  <a:close/>
                  <a:moveTo>
                    <a:pt x="74" y="27"/>
                  </a:moveTo>
                  <a:cubicBezTo>
                    <a:pt x="74" y="11"/>
                    <a:pt x="61" y="0"/>
                    <a:pt x="47" y="0"/>
                  </a:cubicBezTo>
                  <a:cubicBezTo>
                    <a:pt x="32" y="0"/>
                    <a:pt x="21" y="14"/>
                    <a:pt x="21" y="27"/>
                  </a:cubicBezTo>
                  <a:cubicBezTo>
                    <a:pt x="21" y="40"/>
                    <a:pt x="32" y="53"/>
                    <a:pt x="47" y="53"/>
                  </a:cubicBezTo>
                  <a:cubicBezTo>
                    <a:pt x="61" y="53"/>
                    <a:pt x="74" y="43"/>
                    <a:pt x="74" y="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8" name="Freeform 101">
              <a:extLst>
                <a:ext uri="{FF2B5EF4-FFF2-40B4-BE49-F238E27FC236}">
                  <a16:creationId xmlns:a16="http://schemas.microsoft.com/office/drawing/2014/main" id="{2E5A0853-14A3-49EA-87C4-6AF6E8C0CCF3}"/>
                </a:ext>
              </a:extLst>
            </p:cNvPr>
            <p:cNvSpPr>
              <a:spLocks noEditPoints="1"/>
            </p:cNvSpPr>
            <p:nvPr>
              <p:custDataLst>
                <p:tags r:id="rId349"/>
              </p:custDataLst>
            </p:nvPr>
          </p:nvSpPr>
          <p:spPr bwMode="auto">
            <a:xfrm>
              <a:off x="6632576" y="711200"/>
              <a:ext cx="44450" cy="50800"/>
            </a:xfrm>
            <a:custGeom>
              <a:avLst/>
              <a:gdLst>
                <a:gd name="T0" fmla="*/ 221 w 221"/>
                <a:gd name="T1" fmla="*/ 117 h 229"/>
                <a:gd name="T2" fmla="*/ 111 w 221"/>
                <a:gd name="T3" fmla="*/ 0 h 229"/>
                <a:gd name="T4" fmla="*/ 0 w 221"/>
                <a:gd name="T5" fmla="*/ 117 h 229"/>
                <a:gd name="T6" fmla="*/ 110 w 221"/>
                <a:gd name="T7" fmla="*/ 229 h 229"/>
                <a:gd name="T8" fmla="*/ 221 w 221"/>
                <a:gd name="T9" fmla="*/ 117 h 229"/>
                <a:gd name="T10" fmla="*/ 111 w 221"/>
                <a:gd name="T11" fmla="*/ 217 h 229"/>
                <a:gd name="T12" fmla="*/ 54 w 221"/>
                <a:gd name="T13" fmla="*/ 184 h 229"/>
                <a:gd name="T14" fmla="*/ 41 w 221"/>
                <a:gd name="T15" fmla="*/ 113 h 229"/>
                <a:gd name="T16" fmla="*/ 53 w 221"/>
                <a:gd name="T17" fmla="*/ 45 h 229"/>
                <a:gd name="T18" fmla="*/ 110 w 221"/>
                <a:gd name="T19" fmla="*/ 11 h 229"/>
                <a:gd name="T20" fmla="*/ 166 w 221"/>
                <a:gd name="T21" fmla="*/ 44 h 229"/>
                <a:gd name="T22" fmla="*/ 179 w 221"/>
                <a:gd name="T23" fmla="*/ 113 h 229"/>
                <a:gd name="T24" fmla="*/ 168 w 221"/>
                <a:gd name="T25" fmla="*/ 180 h 229"/>
                <a:gd name="T26" fmla="*/ 111 w 221"/>
                <a:gd name="T27" fmla="*/ 21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29">
                  <a:moveTo>
                    <a:pt x="221" y="117"/>
                  </a:moveTo>
                  <a:cubicBezTo>
                    <a:pt x="221" y="53"/>
                    <a:pt x="171" y="0"/>
                    <a:pt x="111" y="0"/>
                  </a:cubicBezTo>
                  <a:cubicBezTo>
                    <a:pt x="48" y="0"/>
                    <a:pt x="0" y="55"/>
                    <a:pt x="0" y="117"/>
                  </a:cubicBezTo>
                  <a:cubicBezTo>
                    <a:pt x="0" y="182"/>
                    <a:pt x="52" y="229"/>
                    <a:pt x="110" y="229"/>
                  </a:cubicBezTo>
                  <a:cubicBezTo>
                    <a:pt x="170" y="229"/>
                    <a:pt x="221" y="181"/>
                    <a:pt x="221" y="117"/>
                  </a:cubicBezTo>
                  <a:close/>
                  <a:moveTo>
                    <a:pt x="111" y="217"/>
                  </a:moveTo>
                  <a:cubicBezTo>
                    <a:pt x="89" y="217"/>
                    <a:pt x="67" y="207"/>
                    <a:pt x="54" y="184"/>
                  </a:cubicBezTo>
                  <a:cubicBezTo>
                    <a:pt x="41" y="162"/>
                    <a:pt x="41" y="131"/>
                    <a:pt x="41" y="113"/>
                  </a:cubicBezTo>
                  <a:cubicBezTo>
                    <a:pt x="41" y="94"/>
                    <a:pt x="41" y="67"/>
                    <a:pt x="53" y="45"/>
                  </a:cubicBezTo>
                  <a:cubicBezTo>
                    <a:pt x="67" y="22"/>
                    <a:pt x="90" y="11"/>
                    <a:pt x="110" y="11"/>
                  </a:cubicBezTo>
                  <a:cubicBezTo>
                    <a:pt x="132" y="11"/>
                    <a:pt x="153" y="22"/>
                    <a:pt x="166" y="44"/>
                  </a:cubicBezTo>
                  <a:cubicBezTo>
                    <a:pt x="179" y="65"/>
                    <a:pt x="179" y="94"/>
                    <a:pt x="179" y="113"/>
                  </a:cubicBezTo>
                  <a:cubicBezTo>
                    <a:pt x="179" y="131"/>
                    <a:pt x="179" y="158"/>
                    <a:pt x="168" y="180"/>
                  </a:cubicBezTo>
                  <a:cubicBezTo>
                    <a:pt x="157" y="203"/>
                    <a:pt x="135" y="217"/>
                    <a:pt x="111" y="21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29" name="Freeform 102">
              <a:extLst>
                <a:ext uri="{FF2B5EF4-FFF2-40B4-BE49-F238E27FC236}">
                  <a16:creationId xmlns:a16="http://schemas.microsoft.com/office/drawing/2014/main" id="{BA21A1B2-973E-4109-99C1-A0A532746BAE}"/>
                </a:ext>
              </a:extLst>
            </p:cNvPr>
            <p:cNvSpPr>
              <a:spLocks/>
            </p:cNvSpPr>
            <p:nvPr>
              <p:custDataLst>
                <p:tags r:id="rId350"/>
              </p:custDataLst>
            </p:nvPr>
          </p:nvSpPr>
          <p:spPr bwMode="auto">
            <a:xfrm>
              <a:off x="6683376" y="711200"/>
              <a:ext cx="50800" cy="49213"/>
            </a:xfrm>
            <a:custGeom>
              <a:avLst/>
              <a:gdLst>
                <a:gd name="T0" fmla="*/ 39 w 251"/>
                <a:gd name="T1" fmla="*/ 49 h 221"/>
                <a:gd name="T2" fmla="*/ 39 w 251"/>
                <a:gd name="T3" fmla="*/ 183 h 221"/>
                <a:gd name="T4" fmla="*/ 0 w 251"/>
                <a:gd name="T5" fmla="*/ 206 h 221"/>
                <a:gd name="T6" fmla="*/ 0 w 251"/>
                <a:gd name="T7" fmla="*/ 221 h 221"/>
                <a:gd name="T8" fmla="*/ 56 w 251"/>
                <a:gd name="T9" fmla="*/ 219 h 221"/>
                <a:gd name="T10" fmla="*/ 112 w 251"/>
                <a:gd name="T11" fmla="*/ 221 h 221"/>
                <a:gd name="T12" fmla="*/ 112 w 251"/>
                <a:gd name="T13" fmla="*/ 206 h 221"/>
                <a:gd name="T14" fmla="*/ 73 w 251"/>
                <a:gd name="T15" fmla="*/ 183 h 221"/>
                <a:gd name="T16" fmla="*/ 73 w 251"/>
                <a:gd name="T17" fmla="*/ 91 h 221"/>
                <a:gd name="T18" fmla="*/ 141 w 251"/>
                <a:gd name="T19" fmla="*/ 11 h 221"/>
                <a:gd name="T20" fmla="*/ 177 w 251"/>
                <a:gd name="T21" fmla="*/ 67 h 221"/>
                <a:gd name="T22" fmla="*/ 177 w 251"/>
                <a:gd name="T23" fmla="*/ 183 h 221"/>
                <a:gd name="T24" fmla="*/ 139 w 251"/>
                <a:gd name="T25" fmla="*/ 206 h 221"/>
                <a:gd name="T26" fmla="*/ 139 w 251"/>
                <a:gd name="T27" fmla="*/ 221 h 221"/>
                <a:gd name="T28" fmla="*/ 195 w 251"/>
                <a:gd name="T29" fmla="*/ 219 h 221"/>
                <a:gd name="T30" fmla="*/ 251 w 251"/>
                <a:gd name="T31" fmla="*/ 221 h 221"/>
                <a:gd name="T32" fmla="*/ 251 w 251"/>
                <a:gd name="T33" fmla="*/ 206 h 221"/>
                <a:gd name="T34" fmla="*/ 212 w 251"/>
                <a:gd name="T35" fmla="*/ 191 h 221"/>
                <a:gd name="T36" fmla="*/ 212 w 251"/>
                <a:gd name="T37" fmla="*/ 95 h 221"/>
                <a:gd name="T38" fmla="*/ 196 w 251"/>
                <a:gd name="T39" fmla="*/ 19 h 221"/>
                <a:gd name="T40" fmla="*/ 144 w 251"/>
                <a:gd name="T41" fmla="*/ 0 h 221"/>
                <a:gd name="T42" fmla="*/ 70 w 251"/>
                <a:gd name="T43" fmla="*/ 53 h 221"/>
                <a:gd name="T44" fmla="*/ 70 w 251"/>
                <a:gd name="T45" fmla="*/ 0 h 221"/>
                <a:gd name="T46" fmla="*/ 0 w 251"/>
                <a:gd name="T47" fmla="*/ 6 h 221"/>
                <a:gd name="T48" fmla="*/ 0 w 251"/>
                <a:gd name="T49" fmla="*/ 21 h 221"/>
                <a:gd name="T50" fmla="*/ 39 w 251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6"/>
                    <a:pt x="33" y="206"/>
                    <a:pt x="0" y="206"/>
                  </a:cubicBezTo>
                  <a:lnTo>
                    <a:pt x="0" y="221"/>
                  </a:lnTo>
                  <a:cubicBezTo>
                    <a:pt x="17" y="220"/>
                    <a:pt x="43" y="219"/>
                    <a:pt x="56" y="219"/>
                  </a:cubicBezTo>
                  <a:cubicBezTo>
                    <a:pt x="69" y="219"/>
                    <a:pt x="95" y="220"/>
                    <a:pt x="112" y="221"/>
                  </a:cubicBezTo>
                  <a:lnTo>
                    <a:pt x="112" y="206"/>
                  </a:lnTo>
                  <a:cubicBezTo>
                    <a:pt x="79" y="206"/>
                    <a:pt x="73" y="206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9" y="11"/>
                    <a:pt x="141" y="11"/>
                  </a:cubicBezTo>
                  <a:cubicBezTo>
                    <a:pt x="172" y="11"/>
                    <a:pt x="177" y="38"/>
                    <a:pt x="177" y="67"/>
                  </a:cubicBezTo>
                  <a:lnTo>
                    <a:pt x="177" y="183"/>
                  </a:lnTo>
                  <a:cubicBezTo>
                    <a:pt x="177" y="206"/>
                    <a:pt x="172" y="206"/>
                    <a:pt x="139" y="206"/>
                  </a:cubicBezTo>
                  <a:lnTo>
                    <a:pt x="139" y="221"/>
                  </a:lnTo>
                  <a:cubicBezTo>
                    <a:pt x="156" y="220"/>
                    <a:pt x="181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6"/>
                  </a:lnTo>
                  <a:cubicBezTo>
                    <a:pt x="225" y="206"/>
                    <a:pt x="212" y="206"/>
                    <a:pt x="212" y="191"/>
                  </a:cubicBezTo>
                  <a:lnTo>
                    <a:pt x="212" y="95"/>
                  </a:lnTo>
                  <a:cubicBezTo>
                    <a:pt x="212" y="52"/>
                    <a:pt x="212" y="37"/>
                    <a:pt x="196" y="19"/>
                  </a:cubicBezTo>
                  <a:cubicBezTo>
                    <a:pt x="189" y="10"/>
                    <a:pt x="173" y="0"/>
                    <a:pt x="144" y="0"/>
                  </a:cubicBezTo>
                  <a:cubicBezTo>
                    <a:pt x="108" y="0"/>
                    <a:pt x="84" y="22"/>
                    <a:pt x="70" y="53"/>
                  </a:cubicBez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256" name="그룹 255" descr="\documentclass{article}&#10;\usepackage{amsmath}&#10;\pagestyle{empty}&#10;\begin{document}&#10;&#10;Batched selection&#10;\end{document}" title="IguanaTex Vector Display">
            <a:extLst>
              <a:ext uri="{FF2B5EF4-FFF2-40B4-BE49-F238E27FC236}">
                <a16:creationId xmlns:a16="http://schemas.microsoft.com/office/drawing/2014/main" id="{F9DA72B8-A47D-4022-B40D-90B267064ED3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4130675" y="552450"/>
            <a:ext cx="862857" cy="80250"/>
            <a:chOff x="4130675" y="552450"/>
            <a:chExt cx="773113" cy="90488"/>
          </a:xfrm>
        </p:grpSpPr>
        <p:sp>
          <p:nvSpPr>
            <p:cNvPr id="239" name="Freeform 109">
              <a:extLst>
                <a:ext uri="{FF2B5EF4-FFF2-40B4-BE49-F238E27FC236}">
                  <a16:creationId xmlns:a16="http://schemas.microsoft.com/office/drawing/2014/main" id="{BF2F0AD7-4DFA-42B6-A6A3-A8CF33CE02A7}"/>
                </a:ext>
              </a:extLst>
            </p:cNvPr>
            <p:cNvSpPr>
              <a:spLocks noEditPoints="1"/>
            </p:cNvSpPr>
            <p:nvPr>
              <p:custDataLst>
                <p:tags r:id="rId301"/>
              </p:custDataLst>
            </p:nvPr>
          </p:nvSpPr>
          <p:spPr bwMode="auto">
            <a:xfrm>
              <a:off x="4130675" y="554038"/>
              <a:ext cx="63500" cy="87313"/>
            </a:xfrm>
            <a:custGeom>
              <a:avLst/>
              <a:gdLst>
                <a:gd name="T0" fmla="*/ 93 w 307"/>
                <a:gd name="T1" fmla="*/ 159 h 342"/>
                <a:gd name="T2" fmla="*/ 93 w 307"/>
                <a:gd name="T3" fmla="*/ 36 h 342"/>
                <a:gd name="T4" fmla="*/ 118 w 307"/>
                <a:gd name="T5" fmla="*/ 16 h 342"/>
                <a:gd name="T6" fmla="*/ 179 w 307"/>
                <a:gd name="T7" fmla="*/ 16 h 342"/>
                <a:gd name="T8" fmla="*/ 245 w 307"/>
                <a:gd name="T9" fmla="*/ 85 h 342"/>
                <a:gd name="T10" fmla="*/ 165 w 307"/>
                <a:gd name="T11" fmla="*/ 159 h 342"/>
                <a:gd name="T12" fmla="*/ 93 w 307"/>
                <a:gd name="T13" fmla="*/ 159 h 342"/>
                <a:gd name="T14" fmla="*/ 211 w 307"/>
                <a:gd name="T15" fmla="*/ 163 h 342"/>
                <a:gd name="T16" fmla="*/ 294 w 307"/>
                <a:gd name="T17" fmla="*/ 85 h 342"/>
                <a:gd name="T18" fmla="*/ 183 w 307"/>
                <a:gd name="T19" fmla="*/ 0 h 342"/>
                <a:gd name="T20" fmla="*/ 0 w 307"/>
                <a:gd name="T21" fmla="*/ 0 h 342"/>
                <a:gd name="T22" fmla="*/ 0 w 307"/>
                <a:gd name="T23" fmla="*/ 16 h 342"/>
                <a:gd name="T24" fmla="*/ 12 w 307"/>
                <a:gd name="T25" fmla="*/ 16 h 342"/>
                <a:gd name="T26" fmla="*/ 52 w 307"/>
                <a:gd name="T27" fmla="*/ 39 h 342"/>
                <a:gd name="T28" fmla="*/ 52 w 307"/>
                <a:gd name="T29" fmla="*/ 303 h 342"/>
                <a:gd name="T30" fmla="*/ 12 w 307"/>
                <a:gd name="T31" fmla="*/ 326 h 342"/>
                <a:gd name="T32" fmla="*/ 0 w 307"/>
                <a:gd name="T33" fmla="*/ 326 h 342"/>
                <a:gd name="T34" fmla="*/ 0 w 307"/>
                <a:gd name="T35" fmla="*/ 342 h 342"/>
                <a:gd name="T36" fmla="*/ 196 w 307"/>
                <a:gd name="T37" fmla="*/ 342 h 342"/>
                <a:gd name="T38" fmla="*/ 307 w 307"/>
                <a:gd name="T39" fmla="*/ 250 h 342"/>
                <a:gd name="T40" fmla="*/ 211 w 307"/>
                <a:gd name="T41" fmla="*/ 163 h 342"/>
                <a:gd name="T42" fmla="*/ 180 w 307"/>
                <a:gd name="T43" fmla="*/ 326 h 342"/>
                <a:gd name="T44" fmla="*/ 118 w 307"/>
                <a:gd name="T45" fmla="*/ 326 h 342"/>
                <a:gd name="T46" fmla="*/ 93 w 307"/>
                <a:gd name="T47" fmla="*/ 306 h 342"/>
                <a:gd name="T48" fmla="*/ 93 w 307"/>
                <a:gd name="T49" fmla="*/ 170 h 342"/>
                <a:gd name="T50" fmla="*/ 187 w 307"/>
                <a:gd name="T51" fmla="*/ 170 h 342"/>
                <a:gd name="T52" fmla="*/ 257 w 307"/>
                <a:gd name="T53" fmla="*/ 250 h 342"/>
                <a:gd name="T54" fmla="*/ 180 w 307"/>
                <a:gd name="T55" fmla="*/ 326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7" h="342">
                  <a:moveTo>
                    <a:pt x="93" y="159"/>
                  </a:moveTo>
                  <a:lnTo>
                    <a:pt x="93" y="36"/>
                  </a:lnTo>
                  <a:cubicBezTo>
                    <a:pt x="93" y="19"/>
                    <a:pt x="94" y="16"/>
                    <a:pt x="118" y="16"/>
                  </a:cubicBezTo>
                  <a:lnTo>
                    <a:pt x="179" y="16"/>
                  </a:lnTo>
                  <a:cubicBezTo>
                    <a:pt x="228" y="16"/>
                    <a:pt x="245" y="58"/>
                    <a:pt x="245" y="85"/>
                  </a:cubicBezTo>
                  <a:cubicBezTo>
                    <a:pt x="245" y="117"/>
                    <a:pt x="221" y="159"/>
                    <a:pt x="165" y="159"/>
                  </a:cubicBezTo>
                  <a:lnTo>
                    <a:pt x="93" y="159"/>
                  </a:lnTo>
                  <a:close/>
                  <a:moveTo>
                    <a:pt x="211" y="163"/>
                  </a:moveTo>
                  <a:cubicBezTo>
                    <a:pt x="259" y="154"/>
                    <a:pt x="294" y="122"/>
                    <a:pt x="294" y="85"/>
                  </a:cubicBezTo>
                  <a:cubicBezTo>
                    <a:pt x="294" y="41"/>
                    <a:pt x="248" y="0"/>
                    <a:pt x="183" y="0"/>
                  </a:cubicBezTo>
                  <a:lnTo>
                    <a:pt x="0" y="0"/>
                  </a:lnTo>
                  <a:lnTo>
                    <a:pt x="0" y="16"/>
                  </a:lnTo>
                  <a:lnTo>
                    <a:pt x="12" y="16"/>
                  </a:lnTo>
                  <a:cubicBezTo>
                    <a:pt x="51" y="16"/>
                    <a:pt x="52" y="21"/>
                    <a:pt x="52" y="39"/>
                  </a:cubicBezTo>
                  <a:lnTo>
                    <a:pt x="52" y="303"/>
                  </a:lnTo>
                  <a:cubicBezTo>
                    <a:pt x="52" y="321"/>
                    <a:pt x="51" y="326"/>
                    <a:pt x="12" y="326"/>
                  </a:cubicBezTo>
                  <a:lnTo>
                    <a:pt x="0" y="326"/>
                  </a:lnTo>
                  <a:lnTo>
                    <a:pt x="0" y="342"/>
                  </a:lnTo>
                  <a:lnTo>
                    <a:pt x="196" y="342"/>
                  </a:lnTo>
                  <a:cubicBezTo>
                    <a:pt x="262" y="342"/>
                    <a:pt x="307" y="297"/>
                    <a:pt x="307" y="250"/>
                  </a:cubicBezTo>
                  <a:cubicBezTo>
                    <a:pt x="307" y="207"/>
                    <a:pt x="266" y="169"/>
                    <a:pt x="211" y="163"/>
                  </a:cubicBezTo>
                  <a:close/>
                  <a:moveTo>
                    <a:pt x="180" y="326"/>
                  </a:moveTo>
                  <a:lnTo>
                    <a:pt x="118" y="326"/>
                  </a:lnTo>
                  <a:cubicBezTo>
                    <a:pt x="94" y="326"/>
                    <a:pt x="93" y="323"/>
                    <a:pt x="93" y="306"/>
                  </a:cubicBezTo>
                  <a:lnTo>
                    <a:pt x="93" y="170"/>
                  </a:lnTo>
                  <a:lnTo>
                    <a:pt x="187" y="170"/>
                  </a:lnTo>
                  <a:cubicBezTo>
                    <a:pt x="236" y="170"/>
                    <a:pt x="257" y="216"/>
                    <a:pt x="257" y="250"/>
                  </a:cubicBezTo>
                  <a:cubicBezTo>
                    <a:pt x="257" y="285"/>
                    <a:pt x="231" y="326"/>
                    <a:pt x="180" y="326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0" name="Freeform 110">
              <a:extLst>
                <a:ext uri="{FF2B5EF4-FFF2-40B4-BE49-F238E27FC236}">
                  <a16:creationId xmlns:a16="http://schemas.microsoft.com/office/drawing/2014/main" id="{FFF03FC0-6F25-408C-A008-F7C065524D1E}"/>
                </a:ext>
              </a:extLst>
            </p:cNvPr>
            <p:cNvSpPr>
              <a:spLocks noEditPoints="1"/>
            </p:cNvSpPr>
            <p:nvPr>
              <p:custDataLst>
                <p:tags r:id="rId302"/>
              </p:custDataLst>
            </p:nvPr>
          </p:nvSpPr>
          <p:spPr bwMode="auto">
            <a:xfrm>
              <a:off x="4203700" y="584200"/>
              <a:ext cx="46038" cy="58738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79 h 229"/>
                <a:gd name="T6" fmla="*/ 225 w 225"/>
                <a:gd name="T7" fmla="*/ 151 h 229"/>
                <a:gd name="T8" fmla="*/ 213 w 225"/>
                <a:gd name="T9" fmla="*/ 151 h 229"/>
                <a:gd name="T10" fmla="*/ 213 w 225"/>
                <a:gd name="T11" fmla="*/ 179 h 229"/>
                <a:gd name="T12" fmla="*/ 195 w 225"/>
                <a:gd name="T13" fmla="*/ 211 h 229"/>
                <a:gd name="T14" fmla="*/ 176 w 225"/>
                <a:gd name="T15" fmla="*/ 186 h 229"/>
                <a:gd name="T16" fmla="*/ 176 w 225"/>
                <a:gd name="T17" fmla="*/ 86 h 229"/>
                <a:gd name="T18" fmla="*/ 158 w 225"/>
                <a:gd name="T19" fmla="*/ 27 h 229"/>
                <a:gd name="T20" fmla="*/ 90 w 225"/>
                <a:gd name="T21" fmla="*/ 0 h 229"/>
                <a:gd name="T22" fmla="*/ 15 w 225"/>
                <a:gd name="T23" fmla="*/ 56 h 229"/>
                <a:gd name="T24" fmla="*/ 38 w 225"/>
                <a:gd name="T25" fmla="*/ 80 h 229"/>
                <a:gd name="T26" fmla="*/ 61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2 w 225"/>
                <a:gd name="T33" fmla="*/ 75 h 229"/>
                <a:gd name="T34" fmla="*/ 142 w 225"/>
                <a:gd name="T35" fmla="*/ 93 h 229"/>
                <a:gd name="T36" fmla="*/ 50 w 225"/>
                <a:gd name="T37" fmla="*/ 111 h 229"/>
                <a:gd name="T38" fmla="*/ 0 w 225"/>
                <a:gd name="T39" fmla="*/ 176 h 229"/>
                <a:gd name="T40" fmla="*/ 80 w 225"/>
                <a:gd name="T41" fmla="*/ 229 h 229"/>
                <a:gd name="T42" fmla="*/ 145 w 225"/>
                <a:gd name="T43" fmla="*/ 186 h 229"/>
                <a:gd name="T44" fmla="*/ 142 w 225"/>
                <a:gd name="T45" fmla="*/ 104 h 229"/>
                <a:gd name="T46" fmla="*/ 142 w 225"/>
                <a:gd name="T47" fmla="*/ 154 h 229"/>
                <a:gd name="T48" fmla="*/ 84 w 225"/>
                <a:gd name="T49" fmla="*/ 218 h 229"/>
                <a:gd name="T50" fmla="*/ 39 w 225"/>
                <a:gd name="T51" fmla="*/ 176 h 229"/>
                <a:gd name="T52" fmla="*/ 142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1" y="227"/>
                    <a:pt x="184" y="227"/>
                  </a:cubicBezTo>
                  <a:cubicBezTo>
                    <a:pt x="195" y="227"/>
                    <a:pt x="225" y="220"/>
                    <a:pt x="225" y="179"/>
                  </a:cubicBezTo>
                  <a:lnTo>
                    <a:pt x="225" y="151"/>
                  </a:lnTo>
                  <a:lnTo>
                    <a:pt x="213" y="151"/>
                  </a:lnTo>
                  <a:lnTo>
                    <a:pt x="213" y="179"/>
                  </a:lnTo>
                  <a:cubicBezTo>
                    <a:pt x="213" y="208"/>
                    <a:pt x="200" y="211"/>
                    <a:pt x="195" y="211"/>
                  </a:cubicBezTo>
                  <a:cubicBezTo>
                    <a:pt x="178" y="211"/>
                    <a:pt x="176" y="189"/>
                    <a:pt x="176" y="186"/>
                  </a:cubicBezTo>
                  <a:lnTo>
                    <a:pt x="176" y="86"/>
                  </a:lnTo>
                  <a:cubicBezTo>
                    <a:pt x="176" y="65"/>
                    <a:pt x="176" y="46"/>
                    <a:pt x="158" y="27"/>
                  </a:cubicBezTo>
                  <a:cubicBezTo>
                    <a:pt x="139" y="8"/>
                    <a:pt x="114" y="0"/>
                    <a:pt x="90" y="0"/>
                  </a:cubicBezTo>
                  <a:cubicBezTo>
                    <a:pt x="49" y="0"/>
                    <a:pt x="15" y="23"/>
                    <a:pt x="15" y="56"/>
                  </a:cubicBezTo>
                  <a:cubicBezTo>
                    <a:pt x="15" y="71"/>
                    <a:pt x="25" y="80"/>
                    <a:pt x="38" y="80"/>
                  </a:cubicBezTo>
                  <a:cubicBezTo>
                    <a:pt x="52" y="80"/>
                    <a:pt x="61" y="70"/>
                    <a:pt x="61" y="57"/>
                  </a:cubicBezTo>
                  <a:cubicBezTo>
                    <a:pt x="61" y="51"/>
                    <a:pt x="58" y="34"/>
                    <a:pt x="35" y="34"/>
                  </a:cubicBezTo>
                  <a:cubicBezTo>
                    <a:pt x="49" y="16"/>
                    <a:pt x="73" y="11"/>
                    <a:pt x="89" y="11"/>
                  </a:cubicBezTo>
                  <a:cubicBezTo>
                    <a:pt x="114" y="11"/>
                    <a:pt x="142" y="30"/>
                    <a:pt x="142" y="75"/>
                  </a:cubicBezTo>
                  <a:lnTo>
                    <a:pt x="142" y="93"/>
                  </a:lnTo>
                  <a:cubicBezTo>
                    <a:pt x="116" y="95"/>
                    <a:pt x="82" y="96"/>
                    <a:pt x="50" y="111"/>
                  </a:cubicBezTo>
                  <a:cubicBezTo>
                    <a:pt x="13" y="128"/>
                    <a:pt x="0" y="154"/>
                    <a:pt x="0" y="176"/>
                  </a:cubicBezTo>
                  <a:cubicBezTo>
                    <a:pt x="0" y="217"/>
                    <a:pt x="49" y="229"/>
                    <a:pt x="80" y="229"/>
                  </a:cubicBezTo>
                  <a:cubicBezTo>
                    <a:pt x="113" y="229"/>
                    <a:pt x="136" y="209"/>
                    <a:pt x="145" y="186"/>
                  </a:cubicBezTo>
                  <a:close/>
                  <a:moveTo>
                    <a:pt x="142" y="104"/>
                  </a:moveTo>
                  <a:lnTo>
                    <a:pt x="142" y="154"/>
                  </a:lnTo>
                  <a:cubicBezTo>
                    <a:pt x="142" y="201"/>
                    <a:pt x="106" y="218"/>
                    <a:pt x="84" y="218"/>
                  </a:cubicBezTo>
                  <a:cubicBezTo>
                    <a:pt x="59" y="218"/>
                    <a:pt x="39" y="201"/>
                    <a:pt x="39" y="176"/>
                  </a:cubicBezTo>
                  <a:cubicBezTo>
                    <a:pt x="39" y="148"/>
                    <a:pt x="60" y="107"/>
                    <a:pt x="142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1" name="Freeform 111">
              <a:extLst>
                <a:ext uri="{FF2B5EF4-FFF2-40B4-BE49-F238E27FC236}">
                  <a16:creationId xmlns:a16="http://schemas.microsoft.com/office/drawing/2014/main" id="{6FDD3F15-D929-433C-B3DB-479BF7B41D23}"/>
                </a:ext>
              </a:extLst>
            </p:cNvPr>
            <p:cNvSpPr>
              <a:spLocks/>
            </p:cNvSpPr>
            <p:nvPr>
              <p:custDataLst>
                <p:tags r:id="rId303"/>
              </p:custDataLst>
            </p:nvPr>
          </p:nvSpPr>
          <p:spPr bwMode="auto">
            <a:xfrm>
              <a:off x="4252913" y="561975"/>
              <a:ext cx="31750" cy="80963"/>
            </a:xfrm>
            <a:custGeom>
              <a:avLst/>
              <a:gdLst>
                <a:gd name="T0" fmla="*/ 77 w 156"/>
                <a:gd name="T1" fmla="*/ 108 h 313"/>
                <a:gd name="T2" fmla="*/ 148 w 156"/>
                <a:gd name="T3" fmla="*/ 108 h 313"/>
                <a:gd name="T4" fmla="*/ 148 w 156"/>
                <a:gd name="T5" fmla="*/ 92 h 313"/>
                <a:gd name="T6" fmla="*/ 77 w 156"/>
                <a:gd name="T7" fmla="*/ 92 h 313"/>
                <a:gd name="T8" fmla="*/ 77 w 156"/>
                <a:gd name="T9" fmla="*/ 0 h 313"/>
                <a:gd name="T10" fmla="*/ 64 w 156"/>
                <a:gd name="T11" fmla="*/ 0 h 313"/>
                <a:gd name="T12" fmla="*/ 0 w 156"/>
                <a:gd name="T13" fmla="*/ 97 h 313"/>
                <a:gd name="T14" fmla="*/ 0 w 156"/>
                <a:gd name="T15" fmla="*/ 108 h 313"/>
                <a:gd name="T16" fmla="*/ 42 w 156"/>
                <a:gd name="T17" fmla="*/ 108 h 313"/>
                <a:gd name="T18" fmla="*/ 42 w 156"/>
                <a:gd name="T19" fmla="*/ 246 h 313"/>
                <a:gd name="T20" fmla="*/ 106 w 156"/>
                <a:gd name="T21" fmla="*/ 313 h 313"/>
                <a:gd name="T22" fmla="*/ 156 w 156"/>
                <a:gd name="T23" fmla="*/ 246 h 313"/>
                <a:gd name="T24" fmla="*/ 156 w 156"/>
                <a:gd name="T25" fmla="*/ 217 h 313"/>
                <a:gd name="T26" fmla="*/ 143 w 156"/>
                <a:gd name="T27" fmla="*/ 217 h 313"/>
                <a:gd name="T28" fmla="*/ 143 w 156"/>
                <a:gd name="T29" fmla="*/ 245 h 313"/>
                <a:gd name="T30" fmla="*/ 110 w 156"/>
                <a:gd name="T31" fmla="*/ 301 h 313"/>
                <a:gd name="T32" fmla="*/ 77 w 156"/>
                <a:gd name="T33" fmla="*/ 247 h 313"/>
                <a:gd name="T34" fmla="*/ 77 w 156"/>
                <a:gd name="T35" fmla="*/ 108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3">
                  <a:moveTo>
                    <a:pt x="77" y="108"/>
                  </a:moveTo>
                  <a:lnTo>
                    <a:pt x="148" y="108"/>
                  </a:lnTo>
                  <a:lnTo>
                    <a:pt x="148" y="92"/>
                  </a:lnTo>
                  <a:lnTo>
                    <a:pt x="77" y="92"/>
                  </a:lnTo>
                  <a:lnTo>
                    <a:pt x="77" y="0"/>
                  </a:lnTo>
                  <a:lnTo>
                    <a:pt x="64" y="0"/>
                  </a:lnTo>
                  <a:cubicBezTo>
                    <a:pt x="64" y="41"/>
                    <a:pt x="49" y="95"/>
                    <a:pt x="0" y="97"/>
                  </a:cubicBezTo>
                  <a:lnTo>
                    <a:pt x="0" y="108"/>
                  </a:lnTo>
                  <a:lnTo>
                    <a:pt x="42" y="108"/>
                  </a:lnTo>
                  <a:lnTo>
                    <a:pt x="42" y="246"/>
                  </a:lnTo>
                  <a:cubicBezTo>
                    <a:pt x="42" y="307"/>
                    <a:pt x="89" y="313"/>
                    <a:pt x="106" y="313"/>
                  </a:cubicBezTo>
                  <a:cubicBezTo>
                    <a:pt x="142" y="313"/>
                    <a:pt x="156" y="278"/>
                    <a:pt x="156" y="246"/>
                  </a:cubicBezTo>
                  <a:lnTo>
                    <a:pt x="156" y="217"/>
                  </a:lnTo>
                  <a:lnTo>
                    <a:pt x="143" y="217"/>
                  </a:lnTo>
                  <a:lnTo>
                    <a:pt x="143" y="245"/>
                  </a:lnTo>
                  <a:cubicBezTo>
                    <a:pt x="143" y="282"/>
                    <a:pt x="128" y="301"/>
                    <a:pt x="110" y="301"/>
                  </a:cubicBezTo>
                  <a:cubicBezTo>
                    <a:pt x="77" y="301"/>
                    <a:pt x="77" y="255"/>
                    <a:pt x="77" y="247"/>
                  </a:cubicBezTo>
                  <a:lnTo>
                    <a:pt x="77" y="10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2" name="Freeform 112">
              <a:extLst>
                <a:ext uri="{FF2B5EF4-FFF2-40B4-BE49-F238E27FC236}">
                  <a16:creationId xmlns:a16="http://schemas.microsoft.com/office/drawing/2014/main" id="{B92AAECB-791D-465A-AE2F-EF1827695E56}"/>
                </a:ext>
              </a:extLst>
            </p:cNvPr>
            <p:cNvSpPr>
              <a:spLocks/>
            </p:cNvSpPr>
            <p:nvPr>
              <p:custDataLst>
                <p:tags r:id="rId304"/>
              </p:custDataLst>
            </p:nvPr>
          </p:nvSpPr>
          <p:spPr bwMode="auto">
            <a:xfrm>
              <a:off x="4294188" y="584200"/>
              <a:ext cx="38100" cy="58738"/>
            </a:xfrm>
            <a:custGeom>
              <a:avLst/>
              <a:gdLst>
                <a:gd name="T0" fmla="*/ 41 w 190"/>
                <a:gd name="T1" fmla="*/ 115 h 229"/>
                <a:gd name="T2" fmla="*/ 109 w 190"/>
                <a:gd name="T3" fmla="*/ 12 h 229"/>
                <a:gd name="T4" fmla="*/ 162 w 190"/>
                <a:gd name="T5" fmla="*/ 31 h 229"/>
                <a:gd name="T6" fmla="*/ 139 w 190"/>
                <a:gd name="T7" fmla="*/ 54 h 229"/>
                <a:gd name="T8" fmla="*/ 162 w 190"/>
                <a:gd name="T9" fmla="*/ 77 h 229"/>
                <a:gd name="T10" fmla="*/ 184 w 190"/>
                <a:gd name="T11" fmla="*/ 53 h 229"/>
                <a:gd name="T12" fmla="*/ 108 w 190"/>
                <a:gd name="T13" fmla="*/ 0 h 229"/>
                <a:gd name="T14" fmla="*/ 0 w 190"/>
                <a:gd name="T15" fmla="*/ 116 h 229"/>
                <a:gd name="T16" fmla="*/ 107 w 190"/>
                <a:gd name="T17" fmla="*/ 229 h 229"/>
                <a:gd name="T18" fmla="*/ 190 w 190"/>
                <a:gd name="T19" fmla="*/ 164 h 229"/>
                <a:gd name="T20" fmla="*/ 183 w 190"/>
                <a:gd name="T21" fmla="*/ 159 h 229"/>
                <a:gd name="T22" fmla="*/ 177 w 190"/>
                <a:gd name="T23" fmla="*/ 164 h 229"/>
                <a:gd name="T24" fmla="*/ 112 w 190"/>
                <a:gd name="T25" fmla="*/ 217 h 229"/>
                <a:gd name="T26" fmla="*/ 41 w 190"/>
                <a:gd name="T27" fmla="*/ 11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229">
                  <a:moveTo>
                    <a:pt x="41" y="115"/>
                  </a:moveTo>
                  <a:cubicBezTo>
                    <a:pt x="41" y="33"/>
                    <a:pt x="82" y="12"/>
                    <a:pt x="109" y="12"/>
                  </a:cubicBezTo>
                  <a:cubicBezTo>
                    <a:pt x="113" y="12"/>
                    <a:pt x="145" y="13"/>
                    <a:pt x="162" y="31"/>
                  </a:cubicBezTo>
                  <a:cubicBezTo>
                    <a:pt x="142" y="32"/>
                    <a:pt x="139" y="47"/>
                    <a:pt x="139" y="54"/>
                  </a:cubicBezTo>
                  <a:cubicBezTo>
                    <a:pt x="139" y="67"/>
                    <a:pt x="148" y="77"/>
                    <a:pt x="162" y="77"/>
                  </a:cubicBezTo>
                  <a:cubicBezTo>
                    <a:pt x="175" y="77"/>
                    <a:pt x="184" y="68"/>
                    <a:pt x="184" y="53"/>
                  </a:cubicBezTo>
                  <a:cubicBezTo>
                    <a:pt x="184" y="19"/>
                    <a:pt x="147" y="0"/>
                    <a:pt x="108" y="0"/>
                  </a:cubicBezTo>
                  <a:cubicBezTo>
                    <a:pt x="46" y="0"/>
                    <a:pt x="0" y="54"/>
                    <a:pt x="0" y="116"/>
                  </a:cubicBezTo>
                  <a:cubicBezTo>
                    <a:pt x="0" y="180"/>
                    <a:pt x="49" y="229"/>
                    <a:pt x="107" y="229"/>
                  </a:cubicBezTo>
                  <a:cubicBezTo>
                    <a:pt x="174" y="229"/>
                    <a:pt x="190" y="169"/>
                    <a:pt x="190" y="164"/>
                  </a:cubicBezTo>
                  <a:cubicBezTo>
                    <a:pt x="190" y="159"/>
                    <a:pt x="185" y="159"/>
                    <a:pt x="183" y="159"/>
                  </a:cubicBezTo>
                  <a:cubicBezTo>
                    <a:pt x="179" y="159"/>
                    <a:pt x="178" y="161"/>
                    <a:pt x="177" y="164"/>
                  </a:cubicBezTo>
                  <a:cubicBezTo>
                    <a:pt x="163" y="211"/>
                    <a:pt x="130" y="217"/>
                    <a:pt x="112" y="217"/>
                  </a:cubicBezTo>
                  <a:cubicBezTo>
                    <a:pt x="85" y="217"/>
                    <a:pt x="41" y="195"/>
                    <a:pt x="41" y="1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3" name="Freeform 113">
              <a:extLst>
                <a:ext uri="{FF2B5EF4-FFF2-40B4-BE49-F238E27FC236}">
                  <a16:creationId xmlns:a16="http://schemas.microsoft.com/office/drawing/2014/main" id="{86535F3C-1914-4AC7-92CD-3C2BCF2237D0}"/>
                </a:ext>
              </a:extLst>
            </p:cNvPr>
            <p:cNvSpPr>
              <a:spLocks/>
            </p:cNvSpPr>
            <p:nvPr>
              <p:custDataLst>
                <p:tags r:id="rId305"/>
              </p:custDataLst>
            </p:nvPr>
          </p:nvSpPr>
          <p:spPr bwMode="auto">
            <a:xfrm>
              <a:off x="4337050" y="552450"/>
              <a:ext cx="50800" cy="88900"/>
            </a:xfrm>
            <a:custGeom>
              <a:avLst/>
              <a:gdLst>
                <a:gd name="T0" fmla="*/ 38 w 250"/>
                <a:gd name="T1" fmla="*/ 309 h 347"/>
                <a:gd name="T2" fmla="*/ 0 w 250"/>
                <a:gd name="T3" fmla="*/ 331 h 347"/>
                <a:gd name="T4" fmla="*/ 0 w 250"/>
                <a:gd name="T5" fmla="*/ 347 h 347"/>
                <a:gd name="T6" fmla="*/ 56 w 250"/>
                <a:gd name="T7" fmla="*/ 345 h 347"/>
                <a:gd name="T8" fmla="*/ 112 w 250"/>
                <a:gd name="T9" fmla="*/ 347 h 347"/>
                <a:gd name="T10" fmla="*/ 112 w 250"/>
                <a:gd name="T11" fmla="*/ 331 h 347"/>
                <a:gd name="T12" fmla="*/ 73 w 250"/>
                <a:gd name="T13" fmla="*/ 309 h 347"/>
                <a:gd name="T14" fmla="*/ 73 w 250"/>
                <a:gd name="T15" fmla="*/ 217 h 347"/>
                <a:gd name="T16" fmla="*/ 140 w 250"/>
                <a:gd name="T17" fmla="*/ 137 h 347"/>
                <a:gd name="T18" fmla="*/ 177 w 250"/>
                <a:gd name="T19" fmla="*/ 192 h 347"/>
                <a:gd name="T20" fmla="*/ 177 w 250"/>
                <a:gd name="T21" fmla="*/ 309 h 347"/>
                <a:gd name="T22" fmla="*/ 138 w 250"/>
                <a:gd name="T23" fmla="*/ 331 h 347"/>
                <a:gd name="T24" fmla="*/ 138 w 250"/>
                <a:gd name="T25" fmla="*/ 347 h 347"/>
                <a:gd name="T26" fmla="*/ 195 w 250"/>
                <a:gd name="T27" fmla="*/ 345 h 347"/>
                <a:gd name="T28" fmla="*/ 250 w 250"/>
                <a:gd name="T29" fmla="*/ 347 h 347"/>
                <a:gd name="T30" fmla="*/ 250 w 250"/>
                <a:gd name="T31" fmla="*/ 331 h 347"/>
                <a:gd name="T32" fmla="*/ 212 w 250"/>
                <a:gd name="T33" fmla="*/ 316 h 347"/>
                <a:gd name="T34" fmla="*/ 212 w 250"/>
                <a:gd name="T35" fmla="*/ 221 h 347"/>
                <a:gd name="T36" fmla="*/ 196 w 250"/>
                <a:gd name="T37" fmla="*/ 144 h 347"/>
                <a:gd name="T38" fmla="*/ 144 w 250"/>
                <a:gd name="T39" fmla="*/ 126 h 347"/>
                <a:gd name="T40" fmla="*/ 71 w 250"/>
                <a:gd name="T41" fmla="*/ 175 h 347"/>
                <a:gd name="T42" fmla="*/ 71 w 250"/>
                <a:gd name="T43" fmla="*/ 0 h 347"/>
                <a:gd name="T44" fmla="*/ 0 w 250"/>
                <a:gd name="T45" fmla="*/ 5 h 347"/>
                <a:gd name="T46" fmla="*/ 0 w 250"/>
                <a:gd name="T47" fmla="*/ 21 h 347"/>
                <a:gd name="T48" fmla="*/ 38 w 250"/>
                <a:gd name="T49" fmla="*/ 49 h 347"/>
                <a:gd name="T50" fmla="*/ 38 w 250"/>
                <a:gd name="T51" fmla="*/ 309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0" h="347">
                  <a:moveTo>
                    <a:pt x="38" y="309"/>
                  </a:moveTo>
                  <a:cubicBezTo>
                    <a:pt x="38" y="331"/>
                    <a:pt x="33" y="331"/>
                    <a:pt x="0" y="331"/>
                  </a:cubicBezTo>
                  <a:lnTo>
                    <a:pt x="0" y="347"/>
                  </a:lnTo>
                  <a:cubicBezTo>
                    <a:pt x="17" y="346"/>
                    <a:pt x="42" y="345"/>
                    <a:pt x="56" y="345"/>
                  </a:cubicBezTo>
                  <a:cubicBezTo>
                    <a:pt x="69" y="345"/>
                    <a:pt x="95" y="346"/>
                    <a:pt x="112" y="347"/>
                  </a:cubicBezTo>
                  <a:lnTo>
                    <a:pt x="112" y="331"/>
                  </a:lnTo>
                  <a:cubicBezTo>
                    <a:pt x="78" y="331"/>
                    <a:pt x="73" y="331"/>
                    <a:pt x="73" y="309"/>
                  </a:cubicBezTo>
                  <a:lnTo>
                    <a:pt x="73" y="217"/>
                  </a:lnTo>
                  <a:cubicBezTo>
                    <a:pt x="73" y="165"/>
                    <a:pt x="108" y="137"/>
                    <a:pt x="140" y="137"/>
                  </a:cubicBezTo>
                  <a:cubicBezTo>
                    <a:pt x="172" y="137"/>
                    <a:pt x="177" y="164"/>
                    <a:pt x="177" y="192"/>
                  </a:cubicBezTo>
                  <a:lnTo>
                    <a:pt x="177" y="309"/>
                  </a:lnTo>
                  <a:cubicBezTo>
                    <a:pt x="177" y="331"/>
                    <a:pt x="172" y="331"/>
                    <a:pt x="138" y="331"/>
                  </a:cubicBezTo>
                  <a:lnTo>
                    <a:pt x="138" y="347"/>
                  </a:lnTo>
                  <a:cubicBezTo>
                    <a:pt x="156" y="346"/>
                    <a:pt x="181" y="345"/>
                    <a:pt x="195" y="345"/>
                  </a:cubicBezTo>
                  <a:cubicBezTo>
                    <a:pt x="208" y="345"/>
                    <a:pt x="233" y="346"/>
                    <a:pt x="250" y="347"/>
                  </a:cubicBezTo>
                  <a:lnTo>
                    <a:pt x="250" y="331"/>
                  </a:lnTo>
                  <a:cubicBezTo>
                    <a:pt x="224" y="331"/>
                    <a:pt x="212" y="331"/>
                    <a:pt x="212" y="316"/>
                  </a:cubicBezTo>
                  <a:lnTo>
                    <a:pt x="212" y="221"/>
                  </a:lnTo>
                  <a:cubicBezTo>
                    <a:pt x="212" y="178"/>
                    <a:pt x="212" y="162"/>
                    <a:pt x="196" y="144"/>
                  </a:cubicBezTo>
                  <a:cubicBezTo>
                    <a:pt x="189" y="136"/>
                    <a:pt x="173" y="126"/>
                    <a:pt x="144" y="126"/>
                  </a:cubicBezTo>
                  <a:cubicBezTo>
                    <a:pt x="102" y="126"/>
                    <a:pt x="80" y="156"/>
                    <a:pt x="71" y="175"/>
                  </a:cubicBezTo>
                  <a:lnTo>
                    <a:pt x="71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4" y="21"/>
                    <a:pt x="38" y="24"/>
                    <a:pt x="38" y="49"/>
                  </a:cubicBezTo>
                  <a:lnTo>
                    <a:pt x="38" y="30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4" name="Freeform 114">
              <a:extLst>
                <a:ext uri="{FF2B5EF4-FFF2-40B4-BE49-F238E27FC236}">
                  <a16:creationId xmlns:a16="http://schemas.microsoft.com/office/drawing/2014/main" id="{DD2B9151-50C4-46BF-AA17-91971A09B8E2}"/>
                </a:ext>
              </a:extLst>
            </p:cNvPr>
            <p:cNvSpPr>
              <a:spLocks noEditPoints="1"/>
            </p:cNvSpPr>
            <p:nvPr>
              <p:custDataLst>
                <p:tags r:id="rId306"/>
              </p:custDataLst>
            </p:nvPr>
          </p:nvSpPr>
          <p:spPr bwMode="auto">
            <a:xfrm>
              <a:off x="4392613" y="584200"/>
              <a:ext cx="39688" cy="58738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2 w 193"/>
                <a:gd name="T9" fmla="*/ 108 h 229"/>
                <a:gd name="T10" fmla="*/ 181 w 193"/>
                <a:gd name="T11" fmla="*/ 108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7 w 193"/>
                <a:gd name="T23" fmla="*/ 158 h 229"/>
                <a:gd name="T24" fmla="*/ 180 w 193"/>
                <a:gd name="T25" fmla="*/ 165 h 229"/>
                <a:gd name="T26" fmla="*/ 113 w 193"/>
                <a:gd name="T27" fmla="*/ 217 h 229"/>
                <a:gd name="T28" fmla="*/ 57 w 193"/>
                <a:gd name="T29" fmla="*/ 183 h 229"/>
                <a:gd name="T30" fmla="*/ 42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3"/>
                    <a:pt x="87" y="11"/>
                    <a:pt x="104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2" y="98"/>
                  </a:lnTo>
                  <a:close/>
                  <a:moveTo>
                    <a:pt x="42" y="108"/>
                  </a:moveTo>
                  <a:lnTo>
                    <a:pt x="181" y="108"/>
                  </a:lnTo>
                  <a:cubicBezTo>
                    <a:pt x="192" y="108"/>
                    <a:pt x="193" y="108"/>
                    <a:pt x="193" y="98"/>
                  </a:cubicBezTo>
                  <a:cubicBezTo>
                    <a:pt x="193" y="48"/>
                    <a:pt x="166" y="0"/>
                    <a:pt x="104" y="0"/>
                  </a:cubicBezTo>
                  <a:cubicBezTo>
                    <a:pt x="46" y="0"/>
                    <a:pt x="0" y="51"/>
                    <a:pt x="0" y="114"/>
                  </a:cubicBezTo>
                  <a:cubicBezTo>
                    <a:pt x="0" y="181"/>
                    <a:pt x="53" y="229"/>
                    <a:pt x="110" y="229"/>
                  </a:cubicBezTo>
                  <a:cubicBezTo>
                    <a:pt x="171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7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7" y="183"/>
                  </a:cubicBezTo>
                  <a:cubicBezTo>
                    <a:pt x="42" y="159"/>
                    <a:pt x="42" y="126"/>
                    <a:pt x="42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5" name="Freeform 115">
              <a:extLst>
                <a:ext uri="{FF2B5EF4-FFF2-40B4-BE49-F238E27FC236}">
                  <a16:creationId xmlns:a16="http://schemas.microsoft.com/office/drawing/2014/main" id="{7EB52CDA-8637-4C99-9881-DEA3EA4AFC14}"/>
                </a:ext>
              </a:extLst>
            </p:cNvPr>
            <p:cNvSpPr>
              <a:spLocks noEditPoints="1"/>
            </p:cNvSpPr>
            <p:nvPr>
              <p:custDataLst>
                <p:tags r:id="rId307"/>
              </p:custDataLst>
            </p:nvPr>
          </p:nvSpPr>
          <p:spPr bwMode="auto">
            <a:xfrm>
              <a:off x="4438650" y="552450"/>
              <a:ext cx="50800" cy="90488"/>
            </a:xfrm>
            <a:custGeom>
              <a:avLst/>
              <a:gdLst>
                <a:gd name="T0" fmla="*/ 172 w 246"/>
                <a:gd name="T1" fmla="*/ 319 h 352"/>
                <a:gd name="T2" fmla="*/ 172 w 246"/>
                <a:gd name="T3" fmla="*/ 352 h 352"/>
                <a:gd name="T4" fmla="*/ 246 w 246"/>
                <a:gd name="T5" fmla="*/ 347 h 352"/>
                <a:gd name="T6" fmla="*/ 246 w 246"/>
                <a:gd name="T7" fmla="*/ 331 h 352"/>
                <a:gd name="T8" fmla="*/ 207 w 246"/>
                <a:gd name="T9" fmla="*/ 303 h 352"/>
                <a:gd name="T10" fmla="*/ 207 w 246"/>
                <a:gd name="T11" fmla="*/ 0 h 352"/>
                <a:gd name="T12" fmla="*/ 135 w 246"/>
                <a:gd name="T13" fmla="*/ 5 h 352"/>
                <a:gd name="T14" fmla="*/ 135 w 246"/>
                <a:gd name="T15" fmla="*/ 21 h 352"/>
                <a:gd name="T16" fmla="*/ 174 w 246"/>
                <a:gd name="T17" fmla="*/ 49 h 352"/>
                <a:gd name="T18" fmla="*/ 174 w 246"/>
                <a:gd name="T19" fmla="*/ 157 h 352"/>
                <a:gd name="T20" fmla="*/ 111 w 246"/>
                <a:gd name="T21" fmla="*/ 126 h 352"/>
                <a:gd name="T22" fmla="*/ 0 w 246"/>
                <a:gd name="T23" fmla="*/ 239 h 352"/>
                <a:gd name="T24" fmla="*/ 105 w 246"/>
                <a:gd name="T25" fmla="*/ 352 h 352"/>
                <a:gd name="T26" fmla="*/ 172 w 246"/>
                <a:gd name="T27" fmla="*/ 319 h 352"/>
                <a:gd name="T28" fmla="*/ 172 w 246"/>
                <a:gd name="T29" fmla="*/ 185 h 352"/>
                <a:gd name="T30" fmla="*/ 172 w 246"/>
                <a:gd name="T31" fmla="*/ 288 h 352"/>
                <a:gd name="T32" fmla="*/ 167 w 246"/>
                <a:gd name="T33" fmla="*/ 306 h 352"/>
                <a:gd name="T34" fmla="*/ 108 w 246"/>
                <a:gd name="T35" fmla="*/ 341 h 352"/>
                <a:gd name="T36" fmla="*/ 56 w 246"/>
                <a:gd name="T37" fmla="*/ 309 h 352"/>
                <a:gd name="T38" fmla="*/ 41 w 246"/>
                <a:gd name="T39" fmla="*/ 240 h 352"/>
                <a:gd name="T40" fmla="*/ 57 w 246"/>
                <a:gd name="T41" fmla="*/ 169 h 352"/>
                <a:gd name="T42" fmla="*/ 113 w 246"/>
                <a:gd name="T43" fmla="*/ 137 h 352"/>
                <a:gd name="T44" fmla="*/ 167 w 246"/>
                <a:gd name="T45" fmla="*/ 167 h 352"/>
                <a:gd name="T46" fmla="*/ 172 w 246"/>
                <a:gd name="T47" fmla="*/ 185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" h="352">
                  <a:moveTo>
                    <a:pt x="172" y="319"/>
                  </a:moveTo>
                  <a:lnTo>
                    <a:pt x="172" y="352"/>
                  </a:lnTo>
                  <a:lnTo>
                    <a:pt x="246" y="347"/>
                  </a:lnTo>
                  <a:lnTo>
                    <a:pt x="246" y="331"/>
                  </a:lnTo>
                  <a:cubicBezTo>
                    <a:pt x="211" y="331"/>
                    <a:pt x="207" y="328"/>
                    <a:pt x="207" y="303"/>
                  </a:cubicBezTo>
                  <a:lnTo>
                    <a:pt x="207" y="0"/>
                  </a:lnTo>
                  <a:lnTo>
                    <a:pt x="135" y="5"/>
                  </a:lnTo>
                  <a:lnTo>
                    <a:pt x="135" y="21"/>
                  </a:lnTo>
                  <a:cubicBezTo>
                    <a:pt x="170" y="21"/>
                    <a:pt x="174" y="24"/>
                    <a:pt x="174" y="49"/>
                  </a:cubicBezTo>
                  <a:lnTo>
                    <a:pt x="174" y="157"/>
                  </a:lnTo>
                  <a:cubicBezTo>
                    <a:pt x="159" y="139"/>
                    <a:pt x="138" y="126"/>
                    <a:pt x="111" y="126"/>
                  </a:cubicBezTo>
                  <a:cubicBezTo>
                    <a:pt x="52" y="126"/>
                    <a:pt x="0" y="175"/>
                    <a:pt x="0" y="239"/>
                  </a:cubicBezTo>
                  <a:cubicBezTo>
                    <a:pt x="0" y="303"/>
                    <a:pt x="49" y="352"/>
                    <a:pt x="105" y="352"/>
                  </a:cubicBezTo>
                  <a:cubicBezTo>
                    <a:pt x="137" y="352"/>
                    <a:pt x="160" y="335"/>
                    <a:pt x="172" y="319"/>
                  </a:cubicBezTo>
                  <a:close/>
                  <a:moveTo>
                    <a:pt x="172" y="185"/>
                  </a:moveTo>
                  <a:lnTo>
                    <a:pt x="172" y="288"/>
                  </a:lnTo>
                  <a:cubicBezTo>
                    <a:pt x="172" y="297"/>
                    <a:pt x="172" y="298"/>
                    <a:pt x="167" y="306"/>
                  </a:cubicBezTo>
                  <a:cubicBezTo>
                    <a:pt x="152" y="330"/>
                    <a:pt x="129" y="341"/>
                    <a:pt x="108" y="341"/>
                  </a:cubicBezTo>
                  <a:cubicBezTo>
                    <a:pt x="85" y="341"/>
                    <a:pt x="67" y="328"/>
                    <a:pt x="56" y="309"/>
                  </a:cubicBezTo>
                  <a:cubicBezTo>
                    <a:pt x="43" y="289"/>
                    <a:pt x="41" y="260"/>
                    <a:pt x="41" y="240"/>
                  </a:cubicBezTo>
                  <a:cubicBezTo>
                    <a:pt x="41" y="221"/>
                    <a:pt x="42" y="191"/>
                    <a:pt x="57" y="169"/>
                  </a:cubicBezTo>
                  <a:cubicBezTo>
                    <a:pt x="67" y="153"/>
                    <a:pt x="86" y="137"/>
                    <a:pt x="113" y="137"/>
                  </a:cubicBezTo>
                  <a:cubicBezTo>
                    <a:pt x="130" y="137"/>
                    <a:pt x="151" y="144"/>
                    <a:pt x="167" y="167"/>
                  </a:cubicBezTo>
                  <a:cubicBezTo>
                    <a:pt x="172" y="175"/>
                    <a:pt x="172" y="176"/>
                    <a:pt x="172" y="18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6" name="Freeform 116">
              <a:extLst>
                <a:ext uri="{FF2B5EF4-FFF2-40B4-BE49-F238E27FC236}">
                  <a16:creationId xmlns:a16="http://schemas.microsoft.com/office/drawing/2014/main" id="{B8DF077A-D84A-44F1-B5BA-043D7F5E0C4E}"/>
                </a:ext>
              </a:extLst>
            </p:cNvPr>
            <p:cNvSpPr>
              <a:spLocks/>
            </p:cNvSpPr>
            <p:nvPr>
              <p:custDataLst>
                <p:tags r:id="rId308"/>
              </p:custDataLst>
            </p:nvPr>
          </p:nvSpPr>
          <p:spPr bwMode="auto">
            <a:xfrm>
              <a:off x="4529138" y="584200"/>
              <a:ext cx="33338" cy="58738"/>
            </a:xfrm>
            <a:custGeom>
              <a:avLst/>
              <a:gdLst>
                <a:gd name="T0" fmla="*/ 88 w 163"/>
                <a:gd name="T1" fmla="*/ 127 h 229"/>
                <a:gd name="T2" fmla="*/ 140 w 163"/>
                <a:gd name="T3" fmla="*/ 173 h 229"/>
                <a:gd name="T4" fmla="*/ 83 w 163"/>
                <a:gd name="T5" fmla="*/ 218 h 229"/>
                <a:gd name="T6" fmla="*/ 14 w 163"/>
                <a:gd name="T7" fmla="*/ 147 h 229"/>
                <a:gd name="T8" fmla="*/ 7 w 163"/>
                <a:gd name="T9" fmla="*/ 139 h 229"/>
                <a:gd name="T10" fmla="*/ 0 w 163"/>
                <a:gd name="T11" fmla="*/ 151 h 229"/>
                <a:gd name="T12" fmla="*/ 0 w 163"/>
                <a:gd name="T13" fmla="*/ 217 h 229"/>
                <a:gd name="T14" fmla="*/ 6 w 163"/>
                <a:gd name="T15" fmla="*/ 229 h 229"/>
                <a:gd name="T16" fmla="*/ 18 w 163"/>
                <a:gd name="T17" fmla="*/ 219 h 229"/>
                <a:gd name="T18" fmla="*/ 28 w 163"/>
                <a:gd name="T19" fmla="*/ 208 h 229"/>
                <a:gd name="T20" fmla="*/ 83 w 163"/>
                <a:gd name="T21" fmla="*/ 229 h 229"/>
                <a:gd name="T22" fmla="*/ 163 w 163"/>
                <a:gd name="T23" fmla="*/ 160 h 229"/>
                <a:gd name="T24" fmla="*/ 143 w 163"/>
                <a:gd name="T25" fmla="*/ 112 h 229"/>
                <a:gd name="T26" fmla="*/ 86 w 163"/>
                <a:gd name="T27" fmla="*/ 88 h 229"/>
                <a:gd name="T28" fmla="*/ 24 w 163"/>
                <a:gd name="T29" fmla="*/ 47 h 229"/>
                <a:gd name="T30" fmla="*/ 80 w 163"/>
                <a:gd name="T31" fmla="*/ 9 h 229"/>
                <a:gd name="T32" fmla="*/ 139 w 163"/>
                <a:gd name="T33" fmla="*/ 70 h 229"/>
                <a:gd name="T34" fmla="*/ 145 w 163"/>
                <a:gd name="T35" fmla="*/ 74 h 229"/>
                <a:gd name="T36" fmla="*/ 151 w 163"/>
                <a:gd name="T37" fmla="*/ 62 h 229"/>
                <a:gd name="T38" fmla="*/ 151 w 163"/>
                <a:gd name="T39" fmla="*/ 12 h 229"/>
                <a:gd name="T40" fmla="*/ 146 w 163"/>
                <a:gd name="T41" fmla="*/ 0 h 229"/>
                <a:gd name="T42" fmla="*/ 136 w 163"/>
                <a:gd name="T43" fmla="*/ 6 h 229"/>
                <a:gd name="T44" fmla="*/ 127 w 163"/>
                <a:gd name="T45" fmla="*/ 14 h 229"/>
                <a:gd name="T46" fmla="*/ 80 w 163"/>
                <a:gd name="T47" fmla="*/ 0 h 229"/>
                <a:gd name="T48" fmla="*/ 0 w 163"/>
                <a:gd name="T49" fmla="*/ 61 h 229"/>
                <a:gd name="T50" fmla="*/ 22 w 163"/>
                <a:gd name="T51" fmla="*/ 104 h 229"/>
                <a:gd name="T52" fmla="*/ 88 w 163"/>
                <a:gd name="T53" fmla="*/ 12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3" h="229">
                  <a:moveTo>
                    <a:pt x="88" y="127"/>
                  </a:moveTo>
                  <a:cubicBezTo>
                    <a:pt x="99" y="129"/>
                    <a:pt x="140" y="137"/>
                    <a:pt x="140" y="173"/>
                  </a:cubicBezTo>
                  <a:cubicBezTo>
                    <a:pt x="140" y="198"/>
                    <a:pt x="122" y="218"/>
                    <a:pt x="83" y="218"/>
                  </a:cubicBezTo>
                  <a:cubicBezTo>
                    <a:pt x="41" y="218"/>
                    <a:pt x="23" y="190"/>
                    <a:pt x="14" y="147"/>
                  </a:cubicBezTo>
                  <a:cubicBezTo>
                    <a:pt x="12" y="141"/>
                    <a:pt x="12" y="139"/>
                    <a:pt x="7" y="139"/>
                  </a:cubicBezTo>
                  <a:cubicBezTo>
                    <a:pt x="0" y="139"/>
                    <a:pt x="0" y="142"/>
                    <a:pt x="0" y="151"/>
                  </a:cubicBezTo>
                  <a:lnTo>
                    <a:pt x="0" y="217"/>
                  </a:lnTo>
                  <a:cubicBezTo>
                    <a:pt x="0" y="226"/>
                    <a:pt x="0" y="229"/>
                    <a:pt x="6" y="229"/>
                  </a:cubicBezTo>
                  <a:cubicBezTo>
                    <a:pt x="8" y="229"/>
                    <a:pt x="9" y="229"/>
                    <a:pt x="18" y="219"/>
                  </a:cubicBezTo>
                  <a:cubicBezTo>
                    <a:pt x="19" y="218"/>
                    <a:pt x="19" y="217"/>
                    <a:pt x="28" y="208"/>
                  </a:cubicBezTo>
                  <a:cubicBezTo>
                    <a:pt x="50" y="229"/>
                    <a:pt x="73" y="229"/>
                    <a:pt x="83" y="229"/>
                  </a:cubicBezTo>
                  <a:cubicBezTo>
                    <a:pt x="141" y="229"/>
                    <a:pt x="163" y="196"/>
                    <a:pt x="163" y="160"/>
                  </a:cubicBezTo>
                  <a:cubicBezTo>
                    <a:pt x="163" y="133"/>
                    <a:pt x="148" y="118"/>
                    <a:pt x="143" y="112"/>
                  </a:cubicBezTo>
                  <a:cubicBezTo>
                    <a:pt x="126" y="96"/>
                    <a:pt x="107" y="92"/>
                    <a:pt x="86" y="88"/>
                  </a:cubicBezTo>
                  <a:cubicBezTo>
                    <a:pt x="58" y="83"/>
                    <a:pt x="24" y="76"/>
                    <a:pt x="24" y="47"/>
                  </a:cubicBezTo>
                  <a:cubicBezTo>
                    <a:pt x="24" y="30"/>
                    <a:pt x="37" y="9"/>
                    <a:pt x="80" y="9"/>
                  </a:cubicBezTo>
                  <a:cubicBezTo>
                    <a:pt x="135" y="9"/>
                    <a:pt x="138" y="54"/>
                    <a:pt x="139" y="70"/>
                  </a:cubicBezTo>
                  <a:cubicBezTo>
                    <a:pt x="139" y="74"/>
                    <a:pt x="143" y="74"/>
                    <a:pt x="145" y="74"/>
                  </a:cubicBezTo>
                  <a:cubicBezTo>
                    <a:pt x="151" y="74"/>
                    <a:pt x="151" y="72"/>
                    <a:pt x="151" y="62"/>
                  </a:cubicBezTo>
                  <a:lnTo>
                    <a:pt x="151" y="12"/>
                  </a:lnTo>
                  <a:cubicBezTo>
                    <a:pt x="151" y="3"/>
                    <a:pt x="151" y="0"/>
                    <a:pt x="146" y="0"/>
                  </a:cubicBezTo>
                  <a:cubicBezTo>
                    <a:pt x="143" y="0"/>
                    <a:pt x="142" y="0"/>
                    <a:pt x="136" y="6"/>
                  </a:cubicBezTo>
                  <a:cubicBezTo>
                    <a:pt x="134" y="8"/>
                    <a:pt x="129" y="12"/>
                    <a:pt x="127" y="14"/>
                  </a:cubicBezTo>
                  <a:cubicBezTo>
                    <a:pt x="108" y="0"/>
                    <a:pt x="88" y="0"/>
                    <a:pt x="80" y="0"/>
                  </a:cubicBezTo>
                  <a:cubicBezTo>
                    <a:pt x="19" y="0"/>
                    <a:pt x="0" y="33"/>
                    <a:pt x="0" y="61"/>
                  </a:cubicBezTo>
                  <a:cubicBezTo>
                    <a:pt x="0" y="79"/>
                    <a:pt x="8" y="93"/>
                    <a:pt x="22" y="104"/>
                  </a:cubicBezTo>
                  <a:cubicBezTo>
                    <a:pt x="38" y="117"/>
                    <a:pt x="52" y="120"/>
                    <a:pt x="88" y="1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7" name="Freeform 117">
              <a:extLst>
                <a:ext uri="{FF2B5EF4-FFF2-40B4-BE49-F238E27FC236}">
                  <a16:creationId xmlns:a16="http://schemas.microsoft.com/office/drawing/2014/main" id="{E26FD2CA-B2BA-4610-A85E-E7BAA68622DB}"/>
                </a:ext>
              </a:extLst>
            </p:cNvPr>
            <p:cNvSpPr>
              <a:spLocks noEditPoints="1"/>
            </p:cNvSpPr>
            <p:nvPr>
              <p:custDataLst>
                <p:tags r:id="rId309"/>
              </p:custDataLst>
            </p:nvPr>
          </p:nvSpPr>
          <p:spPr bwMode="auto">
            <a:xfrm>
              <a:off x="4568825" y="584200"/>
              <a:ext cx="39688" cy="58738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2 w 193"/>
                <a:gd name="T9" fmla="*/ 108 h 229"/>
                <a:gd name="T10" fmla="*/ 181 w 193"/>
                <a:gd name="T11" fmla="*/ 108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7 w 193"/>
                <a:gd name="T23" fmla="*/ 158 h 229"/>
                <a:gd name="T24" fmla="*/ 180 w 193"/>
                <a:gd name="T25" fmla="*/ 165 h 229"/>
                <a:gd name="T26" fmla="*/ 113 w 193"/>
                <a:gd name="T27" fmla="*/ 217 h 229"/>
                <a:gd name="T28" fmla="*/ 57 w 193"/>
                <a:gd name="T29" fmla="*/ 183 h 229"/>
                <a:gd name="T30" fmla="*/ 42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3"/>
                    <a:pt x="87" y="11"/>
                    <a:pt x="104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2" y="98"/>
                  </a:lnTo>
                  <a:close/>
                  <a:moveTo>
                    <a:pt x="42" y="108"/>
                  </a:moveTo>
                  <a:lnTo>
                    <a:pt x="181" y="108"/>
                  </a:lnTo>
                  <a:cubicBezTo>
                    <a:pt x="192" y="108"/>
                    <a:pt x="193" y="108"/>
                    <a:pt x="193" y="98"/>
                  </a:cubicBezTo>
                  <a:cubicBezTo>
                    <a:pt x="193" y="48"/>
                    <a:pt x="166" y="0"/>
                    <a:pt x="104" y="0"/>
                  </a:cubicBezTo>
                  <a:cubicBezTo>
                    <a:pt x="46" y="0"/>
                    <a:pt x="0" y="51"/>
                    <a:pt x="0" y="114"/>
                  </a:cubicBezTo>
                  <a:cubicBezTo>
                    <a:pt x="0" y="181"/>
                    <a:pt x="53" y="229"/>
                    <a:pt x="110" y="229"/>
                  </a:cubicBezTo>
                  <a:cubicBezTo>
                    <a:pt x="171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7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7" y="183"/>
                  </a:cubicBezTo>
                  <a:cubicBezTo>
                    <a:pt x="42" y="159"/>
                    <a:pt x="42" y="126"/>
                    <a:pt x="42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8" name="Freeform 118">
              <a:extLst>
                <a:ext uri="{FF2B5EF4-FFF2-40B4-BE49-F238E27FC236}">
                  <a16:creationId xmlns:a16="http://schemas.microsoft.com/office/drawing/2014/main" id="{5EFF7902-F877-4691-856E-35160FCA56AB}"/>
                </a:ext>
              </a:extLst>
            </p:cNvPr>
            <p:cNvSpPr>
              <a:spLocks/>
            </p:cNvSpPr>
            <p:nvPr>
              <p:custDataLst>
                <p:tags r:id="rId310"/>
              </p:custDataLst>
            </p:nvPr>
          </p:nvSpPr>
          <p:spPr bwMode="auto">
            <a:xfrm>
              <a:off x="4614863" y="552450"/>
              <a:ext cx="22225" cy="88900"/>
            </a:xfrm>
            <a:custGeom>
              <a:avLst/>
              <a:gdLst>
                <a:gd name="T0" fmla="*/ 72 w 111"/>
                <a:gd name="T1" fmla="*/ 0 h 347"/>
                <a:gd name="T2" fmla="*/ 0 w 111"/>
                <a:gd name="T3" fmla="*/ 5 h 347"/>
                <a:gd name="T4" fmla="*/ 0 w 111"/>
                <a:gd name="T5" fmla="*/ 21 h 347"/>
                <a:gd name="T6" fmla="*/ 39 w 111"/>
                <a:gd name="T7" fmla="*/ 49 h 347"/>
                <a:gd name="T8" fmla="*/ 39 w 111"/>
                <a:gd name="T9" fmla="*/ 309 h 347"/>
                <a:gd name="T10" fmla="*/ 0 w 111"/>
                <a:gd name="T11" fmla="*/ 331 h 347"/>
                <a:gd name="T12" fmla="*/ 0 w 111"/>
                <a:gd name="T13" fmla="*/ 347 h 347"/>
                <a:gd name="T14" fmla="*/ 56 w 111"/>
                <a:gd name="T15" fmla="*/ 345 h 347"/>
                <a:gd name="T16" fmla="*/ 111 w 111"/>
                <a:gd name="T17" fmla="*/ 347 h 347"/>
                <a:gd name="T18" fmla="*/ 111 w 111"/>
                <a:gd name="T19" fmla="*/ 331 h 347"/>
                <a:gd name="T20" fmla="*/ 72 w 111"/>
                <a:gd name="T21" fmla="*/ 309 h 347"/>
                <a:gd name="T22" fmla="*/ 72 w 111"/>
                <a:gd name="T23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347">
                  <a:moveTo>
                    <a:pt x="72" y="0"/>
                  </a:move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  <a:lnTo>
                    <a:pt x="39" y="309"/>
                  </a:lnTo>
                  <a:cubicBezTo>
                    <a:pt x="39" y="331"/>
                    <a:pt x="34" y="331"/>
                    <a:pt x="0" y="331"/>
                  </a:cubicBezTo>
                  <a:lnTo>
                    <a:pt x="0" y="347"/>
                  </a:lnTo>
                  <a:cubicBezTo>
                    <a:pt x="17" y="346"/>
                    <a:pt x="43" y="345"/>
                    <a:pt x="56" y="345"/>
                  </a:cubicBezTo>
                  <a:cubicBezTo>
                    <a:pt x="68" y="345"/>
                    <a:pt x="92" y="346"/>
                    <a:pt x="111" y="347"/>
                  </a:cubicBezTo>
                  <a:lnTo>
                    <a:pt x="111" y="331"/>
                  </a:lnTo>
                  <a:cubicBezTo>
                    <a:pt x="78" y="331"/>
                    <a:pt x="72" y="331"/>
                    <a:pt x="72" y="309"/>
                  </a:cubicBezTo>
                  <a:lnTo>
                    <a:pt x="72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9" name="Freeform 119">
              <a:extLst>
                <a:ext uri="{FF2B5EF4-FFF2-40B4-BE49-F238E27FC236}">
                  <a16:creationId xmlns:a16="http://schemas.microsoft.com/office/drawing/2014/main" id="{CE7A41AA-6EA2-4397-8357-429FF90CB2A5}"/>
                </a:ext>
              </a:extLst>
            </p:cNvPr>
            <p:cNvSpPr>
              <a:spLocks noEditPoints="1"/>
            </p:cNvSpPr>
            <p:nvPr>
              <p:custDataLst>
                <p:tags r:id="rId311"/>
              </p:custDataLst>
            </p:nvPr>
          </p:nvSpPr>
          <p:spPr bwMode="auto">
            <a:xfrm>
              <a:off x="4643438" y="584200"/>
              <a:ext cx="38100" cy="58738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2 w 193"/>
                <a:gd name="T9" fmla="*/ 108 h 229"/>
                <a:gd name="T10" fmla="*/ 181 w 193"/>
                <a:gd name="T11" fmla="*/ 108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7 w 193"/>
                <a:gd name="T23" fmla="*/ 158 h 229"/>
                <a:gd name="T24" fmla="*/ 180 w 193"/>
                <a:gd name="T25" fmla="*/ 165 h 229"/>
                <a:gd name="T26" fmla="*/ 113 w 193"/>
                <a:gd name="T27" fmla="*/ 217 h 229"/>
                <a:gd name="T28" fmla="*/ 57 w 193"/>
                <a:gd name="T29" fmla="*/ 183 h 229"/>
                <a:gd name="T30" fmla="*/ 42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3"/>
                    <a:pt x="87" y="11"/>
                    <a:pt x="104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2" y="98"/>
                  </a:lnTo>
                  <a:close/>
                  <a:moveTo>
                    <a:pt x="42" y="108"/>
                  </a:moveTo>
                  <a:lnTo>
                    <a:pt x="181" y="108"/>
                  </a:lnTo>
                  <a:cubicBezTo>
                    <a:pt x="192" y="108"/>
                    <a:pt x="193" y="108"/>
                    <a:pt x="193" y="98"/>
                  </a:cubicBezTo>
                  <a:cubicBezTo>
                    <a:pt x="193" y="48"/>
                    <a:pt x="166" y="0"/>
                    <a:pt x="104" y="0"/>
                  </a:cubicBezTo>
                  <a:cubicBezTo>
                    <a:pt x="46" y="0"/>
                    <a:pt x="0" y="51"/>
                    <a:pt x="0" y="114"/>
                  </a:cubicBezTo>
                  <a:cubicBezTo>
                    <a:pt x="0" y="181"/>
                    <a:pt x="53" y="229"/>
                    <a:pt x="110" y="229"/>
                  </a:cubicBezTo>
                  <a:cubicBezTo>
                    <a:pt x="171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7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7" y="183"/>
                  </a:cubicBezTo>
                  <a:cubicBezTo>
                    <a:pt x="42" y="159"/>
                    <a:pt x="42" y="126"/>
                    <a:pt x="42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0" name="Freeform 120">
              <a:extLst>
                <a:ext uri="{FF2B5EF4-FFF2-40B4-BE49-F238E27FC236}">
                  <a16:creationId xmlns:a16="http://schemas.microsoft.com/office/drawing/2014/main" id="{E8B550FC-13E6-42EC-BB51-328C9463A849}"/>
                </a:ext>
              </a:extLst>
            </p:cNvPr>
            <p:cNvSpPr>
              <a:spLocks/>
            </p:cNvSpPr>
            <p:nvPr>
              <p:custDataLst>
                <p:tags r:id="rId312"/>
              </p:custDataLst>
            </p:nvPr>
          </p:nvSpPr>
          <p:spPr bwMode="auto">
            <a:xfrm>
              <a:off x="4689475" y="584200"/>
              <a:ext cx="38100" cy="58738"/>
            </a:xfrm>
            <a:custGeom>
              <a:avLst/>
              <a:gdLst>
                <a:gd name="T0" fmla="*/ 41 w 190"/>
                <a:gd name="T1" fmla="*/ 115 h 229"/>
                <a:gd name="T2" fmla="*/ 108 w 190"/>
                <a:gd name="T3" fmla="*/ 12 h 229"/>
                <a:gd name="T4" fmla="*/ 162 w 190"/>
                <a:gd name="T5" fmla="*/ 31 h 229"/>
                <a:gd name="T6" fmla="*/ 138 w 190"/>
                <a:gd name="T7" fmla="*/ 54 h 229"/>
                <a:gd name="T8" fmla="*/ 161 w 190"/>
                <a:gd name="T9" fmla="*/ 77 h 229"/>
                <a:gd name="T10" fmla="*/ 184 w 190"/>
                <a:gd name="T11" fmla="*/ 53 h 229"/>
                <a:gd name="T12" fmla="*/ 108 w 190"/>
                <a:gd name="T13" fmla="*/ 0 h 229"/>
                <a:gd name="T14" fmla="*/ 0 w 190"/>
                <a:gd name="T15" fmla="*/ 116 h 229"/>
                <a:gd name="T16" fmla="*/ 107 w 190"/>
                <a:gd name="T17" fmla="*/ 229 h 229"/>
                <a:gd name="T18" fmla="*/ 190 w 190"/>
                <a:gd name="T19" fmla="*/ 164 h 229"/>
                <a:gd name="T20" fmla="*/ 183 w 190"/>
                <a:gd name="T21" fmla="*/ 159 h 229"/>
                <a:gd name="T22" fmla="*/ 177 w 190"/>
                <a:gd name="T23" fmla="*/ 164 h 229"/>
                <a:gd name="T24" fmla="*/ 111 w 190"/>
                <a:gd name="T25" fmla="*/ 217 h 229"/>
                <a:gd name="T26" fmla="*/ 41 w 190"/>
                <a:gd name="T27" fmla="*/ 11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229">
                  <a:moveTo>
                    <a:pt x="41" y="115"/>
                  </a:moveTo>
                  <a:cubicBezTo>
                    <a:pt x="41" y="33"/>
                    <a:pt x="82" y="12"/>
                    <a:pt x="108" y="12"/>
                  </a:cubicBezTo>
                  <a:cubicBezTo>
                    <a:pt x="113" y="12"/>
                    <a:pt x="144" y="13"/>
                    <a:pt x="162" y="31"/>
                  </a:cubicBezTo>
                  <a:cubicBezTo>
                    <a:pt x="141" y="32"/>
                    <a:pt x="138" y="47"/>
                    <a:pt x="138" y="54"/>
                  </a:cubicBezTo>
                  <a:cubicBezTo>
                    <a:pt x="138" y="67"/>
                    <a:pt x="147" y="77"/>
                    <a:pt x="161" y="77"/>
                  </a:cubicBezTo>
                  <a:cubicBezTo>
                    <a:pt x="174" y="77"/>
                    <a:pt x="184" y="68"/>
                    <a:pt x="184" y="53"/>
                  </a:cubicBezTo>
                  <a:cubicBezTo>
                    <a:pt x="184" y="19"/>
                    <a:pt x="146" y="0"/>
                    <a:pt x="108" y="0"/>
                  </a:cubicBezTo>
                  <a:cubicBezTo>
                    <a:pt x="45" y="0"/>
                    <a:pt x="0" y="54"/>
                    <a:pt x="0" y="116"/>
                  </a:cubicBezTo>
                  <a:cubicBezTo>
                    <a:pt x="0" y="180"/>
                    <a:pt x="49" y="229"/>
                    <a:pt x="107" y="229"/>
                  </a:cubicBezTo>
                  <a:cubicBezTo>
                    <a:pt x="174" y="229"/>
                    <a:pt x="190" y="169"/>
                    <a:pt x="190" y="164"/>
                  </a:cubicBezTo>
                  <a:cubicBezTo>
                    <a:pt x="190" y="159"/>
                    <a:pt x="185" y="159"/>
                    <a:pt x="183" y="159"/>
                  </a:cubicBezTo>
                  <a:cubicBezTo>
                    <a:pt x="179" y="159"/>
                    <a:pt x="178" y="161"/>
                    <a:pt x="177" y="164"/>
                  </a:cubicBezTo>
                  <a:cubicBezTo>
                    <a:pt x="162" y="211"/>
                    <a:pt x="130" y="217"/>
                    <a:pt x="111" y="217"/>
                  </a:cubicBezTo>
                  <a:cubicBezTo>
                    <a:pt x="85" y="217"/>
                    <a:pt x="41" y="195"/>
                    <a:pt x="41" y="1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1" name="Freeform 121">
              <a:extLst>
                <a:ext uri="{FF2B5EF4-FFF2-40B4-BE49-F238E27FC236}">
                  <a16:creationId xmlns:a16="http://schemas.microsoft.com/office/drawing/2014/main" id="{C6D9ADB1-B4F4-4E30-99BE-0C75A1CE814E}"/>
                </a:ext>
              </a:extLst>
            </p:cNvPr>
            <p:cNvSpPr>
              <a:spLocks/>
            </p:cNvSpPr>
            <p:nvPr>
              <p:custDataLst>
                <p:tags r:id="rId313"/>
              </p:custDataLst>
            </p:nvPr>
          </p:nvSpPr>
          <p:spPr bwMode="auto">
            <a:xfrm>
              <a:off x="4732338" y="561975"/>
              <a:ext cx="31750" cy="80963"/>
            </a:xfrm>
            <a:custGeom>
              <a:avLst/>
              <a:gdLst>
                <a:gd name="T0" fmla="*/ 77 w 157"/>
                <a:gd name="T1" fmla="*/ 108 h 313"/>
                <a:gd name="T2" fmla="*/ 149 w 157"/>
                <a:gd name="T3" fmla="*/ 108 h 313"/>
                <a:gd name="T4" fmla="*/ 149 w 157"/>
                <a:gd name="T5" fmla="*/ 92 h 313"/>
                <a:gd name="T6" fmla="*/ 77 w 157"/>
                <a:gd name="T7" fmla="*/ 92 h 313"/>
                <a:gd name="T8" fmla="*/ 77 w 157"/>
                <a:gd name="T9" fmla="*/ 0 h 313"/>
                <a:gd name="T10" fmla="*/ 65 w 157"/>
                <a:gd name="T11" fmla="*/ 0 h 313"/>
                <a:gd name="T12" fmla="*/ 0 w 157"/>
                <a:gd name="T13" fmla="*/ 97 h 313"/>
                <a:gd name="T14" fmla="*/ 0 w 157"/>
                <a:gd name="T15" fmla="*/ 108 h 313"/>
                <a:gd name="T16" fmla="*/ 43 w 157"/>
                <a:gd name="T17" fmla="*/ 108 h 313"/>
                <a:gd name="T18" fmla="*/ 43 w 157"/>
                <a:gd name="T19" fmla="*/ 246 h 313"/>
                <a:gd name="T20" fmla="*/ 107 w 157"/>
                <a:gd name="T21" fmla="*/ 313 h 313"/>
                <a:gd name="T22" fmla="*/ 157 w 157"/>
                <a:gd name="T23" fmla="*/ 246 h 313"/>
                <a:gd name="T24" fmla="*/ 157 w 157"/>
                <a:gd name="T25" fmla="*/ 217 h 313"/>
                <a:gd name="T26" fmla="*/ 144 w 157"/>
                <a:gd name="T27" fmla="*/ 217 h 313"/>
                <a:gd name="T28" fmla="*/ 144 w 157"/>
                <a:gd name="T29" fmla="*/ 245 h 313"/>
                <a:gd name="T30" fmla="*/ 111 w 157"/>
                <a:gd name="T31" fmla="*/ 301 h 313"/>
                <a:gd name="T32" fmla="*/ 77 w 157"/>
                <a:gd name="T33" fmla="*/ 247 h 313"/>
                <a:gd name="T34" fmla="*/ 77 w 157"/>
                <a:gd name="T35" fmla="*/ 108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7" h="313">
                  <a:moveTo>
                    <a:pt x="77" y="108"/>
                  </a:moveTo>
                  <a:lnTo>
                    <a:pt x="149" y="108"/>
                  </a:lnTo>
                  <a:lnTo>
                    <a:pt x="149" y="92"/>
                  </a:lnTo>
                  <a:lnTo>
                    <a:pt x="77" y="92"/>
                  </a:lnTo>
                  <a:lnTo>
                    <a:pt x="77" y="0"/>
                  </a:lnTo>
                  <a:lnTo>
                    <a:pt x="65" y="0"/>
                  </a:lnTo>
                  <a:cubicBezTo>
                    <a:pt x="64" y="41"/>
                    <a:pt x="49" y="95"/>
                    <a:pt x="0" y="97"/>
                  </a:cubicBezTo>
                  <a:lnTo>
                    <a:pt x="0" y="108"/>
                  </a:lnTo>
                  <a:lnTo>
                    <a:pt x="43" y="108"/>
                  </a:lnTo>
                  <a:lnTo>
                    <a:pt x="43" y="246"/>
                  </a:lnTo>
                  <a:cubicBezTo>
                    <a:pt x="43" y="307"/>
                    <a:pt x="89" y="313"/>
                    <a:pt x="107" y="313"/>
                  </a:cubicBezTo>
                  <a:cubicBezTo>
                    <a:pt x="143" y="313"/>
                    <a:pt x="157" y="278"/>
                    <a:pt x="157" y="246"/>
                  </a:cubicBezTo>
                  <a:lnTo>
                    <a:pt x="157" y="217"/>
                  </a:lnTo>
                  <a:lnTo>
                    <a:pt x="144" y="217"/>
                  </a:lnTo>
                  <a:lnTo>
                    <a:pt x="144" y="245"/>
                  </a:lnTo>
                  <a:cubicBezTo>
                    <a:pt x="144" y="282"/>
                    <a:pt x="129" y="301"/>
                    <a:pt x="111" y="301"/>
                  </a:cubicBezTo>
                  <a:cubicBezTo>
                    <a:pt x="77" y="301"/>
                    <a:pt x="77" y="255"/>
                    <a:pt x="77" y="247"/>
                  </a:cubicBezTo>
                  <a:lnTo>
                    <a:pt x="77" y="10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2" name="Freeform 122">
              <a:extLst>
                <a:ext uri="{FF2B5EF4-FFF2-40B4-BE49-F238E27FC236}">
                  <a16:creationId xmlns:a16="http://schemas.microsoft.com/office/drawing/2014/main" id="{DA288D2C-834F-4A5B-BD4C-AF7C6E5A6D76}"/>
                </a:ext>
              </a:extLst>
            </p:cNvPr>
            <p:cNvSpPr>
              <a:spLocks noEditPoints="1"/>
            </p:cNvSpPr>
            <p:nvPr>
              <p:custDataLst>
                <p:tags r:id="rId314"/>
              </p:custDataLst>
            </p:nvPr>
          </p:nvSpPr>
          <p:spPr bwMode="auto">
            <a:xfrm>
              <a:off x="4773613" y="555625"/>
              <a:ext cx="22225" cy="85725"/>
            </a:xfrm>
            <a:custGeom>
              <a:avLst/>
              <a:gdLst>
                <a:gd name="T0" fmla="*/ 72 w 107"/>
                <a:gd name="T1" fmla="*/ 114 h 335"/>
                <a:gd name="T2" fmla="*/ 2 w 107"/>
                <a:gd name="T3" fmla="*/ 119 h 335"/>
                <a:gd name="T4" fmla="*/ 2 w 107"/>
                <a:gd name="T5" fmla="*/ 135 h 335"/>
                <a:gd name="T6" fmla="*/ 39 w 107"/>
                <a:gd name="T7" fmla="*/ 162 h 335"/>
                <a:gd name="T8" fmla="*/ 39 w 107"/>
                <a:gd name="T9" fmla="*/ 297 h 335"/>
                <a:gd name="T10" fmla="*/ 0 w 107"/>
                <a:gd name="T11" fmla="*/ 319 h 335"/>
                <a:gd name="T12" fmla="*/ 0 w 107"/>
                <a:gd name="T13" fmla="*/ 335 h 335"/>
                <a:gd name="T14" fmla="*/ 55 w 107"/>
                <a:gd name="T15" fmla="*/ 333 h 335"/>
                <a:gd name="T16" fmla="*/ 107 w 107"/>
                <a:gd name="T17" fmla="*/ 335 h 335"/>
                <a:gd name="T18" fmla="*/ 107 w 107"/>
                <a:gd name="T19" fmla="*/ 319 h 335"/>
                <a:gd name="T20" fmla="*/ 72 w 107"/>
                <a:gd name="T21" fmla="*/ 297 h 335"/>
                <a:gd name="T22" fmla="*/ 72 w 107"/>
                <a:gd name="T23" fmla="*/ 114 h 335"/>
                <a:gd name="T24" fmla="*/ 74 w 107"/>
                <a:gd name="T25" fmla="*/ 27 h 335"/>
                <a:gd name="T26" fmla="*/ 48 w 107"/>
                <a:gd name="T27" fmla="*/ 0 h 335"/>
                <a:gd name="T28" fmla="*/ 21 w 107"/>
                <a:gd name="T29" fmla="*/ 27 h 335"/>
                <a:gd name="T30" fmla="*/ 48 w 107"/>
                <a:gd name="T31" fmla="*/ 53 h 335"/>
                <a:gd name="T32" fmla="*/ 74 w 107"/>
                <a:gd name="T33" fmla="*/ 2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" h="335">
                  <a:moveTo>
                    <a:pt x="72" y="114"/>
                  </a:moveTo>
                  <a:lnTo>
                    <a:pt x="2" y="119"/>
                  </a:lnTo>
                  <a:lnTo>
                    <a:pt x="2" y="135"/>
                  </a:lnTo>
                  <a:cubicBezTo>
                    <a:pt x="35" y="135"/>
                    <a:pt x="39" y="138"/>
                    <a:pt x="39" y="162"/>
                  </a:cubicBezTo>
                  <a:lnTo>
                    <a:pt x="39" y="297"/>
                  </a:lnTo>
                  <a:cubicBezTo>
                    <a:pt x="39" y="319"/>
                    <a:pt x="34" y="319"/>
                    <a:pt x="0" y="319"/>
                  </a:cubicBezTo>
                  <a:lnTo>
                    <a:pt x="0" y="335"/>
                  </a:lnTo>
                  <a:cubicBezTo>
                    <a:pt x="16" y="334"/>
                    <a:pt x="43" y="333"/>
                    <a:pt x="55" y="333"/>
                  </a:cubicBezTo>
                  <a:cubicBezTo>
                    <a:pt x="72" y="333"/>
                    <a:pt x="90" y="334"/>
                    <a:pt x="107" y="335"/>
                  </a:cubicBezTo>
                  <a:lnTo>
                    <a:pt x="107" y="319"/>
                  </a:lnTo>
                  <a:cubicBezTo>
                    <a:pt x="74" y="319"/>
                    <a:pt x="72" y="317"/>
                    <a:pt x="72" y="297"/>
                  </a:cubicBezTo>
                  <a:lnTo>
                    <a:pt x="72" y="114"/>
                  </a:lnTo>
                  <a:close/>
                  <a:moveTo>
                    <a:pt x="74" y="27"/>
                  </a:moveTo>
                  <a:cubicBezTo>
                    <a:pt x="74" y="11"/>
                    <a:pt x="62" y="0"/>
                    <a:pt x="48" y="0"/>
                  </a:cubicBezTo>
                  <a:cubicBezTo>
                    <a:pt x="32" y="0"/>
                    <a:pt x="21" y="14"/>
                    <a:pt x="21" y="27"/>
                  </a:cubicBezTo>
                  <a:cubicBezTo>
                    <a:pt x="21" y="40"/>
                    <a:pt x="32" y="53"/>
                    <a:pt x="48" y="53"/>
                  </a:cubicBezTo>
                  <a:cubicBezTo>
                    <a:pt x="62" y="53"/>
                    <a:pt x="74" y="43"/>
                    <a:pt x="74" y="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3" name="Freeform 123">
              <a:extLst>
                <a:ext uri="{FF2B5EF4-FFF2-40B4-BE49-F238E27FC236}">
                  <a16:creationId xmlns:a16="http://schemas.microsoft.com/office/drawing/2014/main" id="{E37B225C-DDDD-4D96-B86A-47C1A8650D62}"/>
                </a:ext>
              </a:extLst>
            </p:cNvPr>
            <p:cNvSpPr>
              <a:spLocks noEditPoints="1"/>
            </p:cNvSpPr>
            <p:nvPr>
              <p:custDataLst>
                <p:tags r:id="rId315"/>
              </p:custDataLst>
            </p:nvPr>
          </p:nvSpPr>
          <p:spPr bwMode="auto">
            <a:xfrm>
              <a:off x="4802188" y="584200"/>
              <a:ext cx="44450" cy="58738"/>
            </a:xfrm>
            <a:custGeom>
              <a:avLst/>
              <a:gdLst>
                <a:gd name="T0" fmla="*/ 221 w 221"/>
                <a:gd name="T1" fmla="*/ 117 h 229"/>
                <a:gd name="T2" fmla="*/ 111 w 221"/>
                <a:gd name="T3" fmla="*/ 0 h 229"/>
                <a:gd name="T4" fmla="*/ 0 w 221"/>
                <a:gd name="T5" fmla="*/ 117 h 229"/>
                <a:gd name="T6" fmla="*/ 110 w 221"/>
                <a:gd name="T7" fmla="*/ 229 h 229"/>
                <a:gd name="T8" fmla="*/ 221 w 221"/>
                <a:gd name="T9" fmla="*/ 117 h 229"/>
                <a:gd name="T10" fmla="*/ 111 w 221"/>
                <a:gd name="T11" fmla="*/ 217 h 229"/>
                <a:gd name="T12" fmla="*/ 54 w 221"/>
                <a:gd name="T13" fmla="*/ 183 h 229"/>
                <a:gd name="T14" fmla="*/ 42 w 221"/>
                <a:gd name="T15" fmla="*/ 113 h 229"/>
                <a:gd name="T16" fmla="*/ 54 w 221"/>
                <a:gd name="T17" fmla="*/ 44 h 229"/>
                <a:gd name="T18" fmla="*/ 110 w 221"/>
                <a:gd name="T19" fmla="*/ 11 h 229"/>
                <a:gd name="T20" fmla="*/ 167 w 221"/>
                <a:gd name="T21" fmla="*/ 43 h 229"/>
                <a:gd name="T22" fmla="*/ 180 w 221"/>
                <a:gd name="T23" fmla="*/ 113 h 229"/>
                <a:gd name="T24" fmla="*/ 169 w 221"/>
                <a:gd name="T25" fmla="*/ 180 h 229"/>
                <a:gd name="T26" fmla="*/ 111 w 221"/>
                <a:gd name="T27" fmla="*/ 21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29">
                  <a:moveTo>
                    <a:pt x="221" y="117"/>
                  </a:moveTo>
                  <a:cubicBezTo>
                    <a:pt x="221" y="53"/>
                    <a:pt x="171" y="0"/>
                    <a:pt x="111" y="0"/>
                  </a:cubicBezTo>
                  <a:cubicBezTo>
                    <a:pt x="49" y="0"/>
                    <a:pt x="0" y="54"/>
                    <a:pt x="0" y="117"/>
                  </a:cubicBezTo>
                  <a:cubicBezTo>
                    <a:pt x="0" y="181"/>
                    <a:pt x="52" y="229"/>
                    <a:pt x="110" y="229"/>
                  </a:cubicBezTo>
                  <a:cubicBezTo>
                    <a:pt x="171" y="229"/>
                    <a:pt x="221" y="180"/>
                    <a:pt x="221" y="117"/>
                  </a:cubicBezTo>
                  <a:close/>
                  <a:moveTo>
                    <a:pt x="111" y="217"/>
                  </a:moveTo>
                  <a:cubicBezTo>
                    <a:pt x="89" y="217"/>
                    <a:pt x="68" y="206"/>
                    <a:pt x="54" y="183"/>
                  </a:cubicBezTo>
                  <a:cubicBezTo>
                    <a:pt x="42" y="161"/>
                    <a:pt x="42" y="131"/>
                    <a:pt x="42" y="113"/>
                  </a:cubicBezTo>
                  <a:cubicBezTo>
                    <a:pt x="42" y="93"/>
                    <a:pt x="42" y="66"/>
                    <a:pt x="54" y="44"/>
                  </a:cubicBezTo>
                  <a:cubicBezTo>
                    <a:pt x="67" y="21"/>
                    <a:pt x="90" y="11"/>
                    <a:pt x="110" y="11"/>
                  </a:cubicBezTo>
                  <a:cubicBezTo>
                    <a:pt x="132" y="11"/>
                    <a:pt x="154" y="22"/>
                    <a:pt x="167" y="43"/>
                  </a:cubicBezTo>
                  <a:cubicBezTo>
                    <a:pt x="180" y="65"/>
                    <a:pt x="180" y="94"/>
                    <a:pt x="180" y="113"/>
                  </a:cubicBezTo>
                  <a:cubicBezTo>
                    <a:pt x="180" y="131"/>
                    <a:pt x="180" y="158"/>
                    <a:pt x="169" y="180"/>
                  </a:cubicBezTo>
                  <a:cubicBezTo>
                    <a:pt x="158" y="202"/>
                    <a:pt x="136" y="217"/>
                    <a:pt x="111" y="21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4" name="Freeform 124">
              <a:extLst>
                <a:ext uri="{FF2B5EF4-FFF2-40B4-BE49-F238E27FC236}">
                  <a16:creationId xmlns:a16="http://schemas.microsoft.com/office/drawing/2014/main" id="{471D9F7B-DA34-4594-B8B3-A1CB2D00D6E7}"/>
                </a:ext>
              </a:extLst>
            </p:cNvPr>
            <p:cNvSpPr>
              <a:spLocks/>
            </p:cNvSpPr>
            <p:nvPr>
              <p:custDataLst>
                <p:tags r:id="rId316"/>
              </p:custDataLst>
            </p:nvPr>
          </p:nvSpPr>
          <p:spPr bwMode="auto">
            <a:xfrm>
              <a:off x="4852988" y="584200"/>
              <a:ext cx="50800" cy="57150"/>
            </a:xfrm>
            <a:custGeom>
              <a:avLst/>
              <a:gdLst>
                <a:gd name="T0" fmla="*/ 39 w 251"/>
                <a:gd name="T1" fmla="*/ 49 h 221"/>
                <a:gd name="T2" fmla="*/ 39 w 251"/>
                <a:gd name="T3" fmla="*/ 183 h 221"/>
                <a:gd name="T4" fmla="*/ 0 w 251"/>
                <a:gd name="T5" fmla="*/ 205 h 221"/>
                <a:gd name="T6" fmla="*/ 0 w 251"/>
                <a:gd name="T7" fmla="*/ 221 h 221"/>
                <a:gd name="T8" fmla="*/ 57 w 251"/>
                <a:gd name="T9" fmla="*/ 219 h 221"/>
                <a:gd name="T10" fmla="*/ 113 w 251"/>
                <a:gd name="T11" fmla="*/ 221 h 221"/>
                <a:gd name="T12" fmla="*/ 113 w 251"/>
                <a:gd name="T13" fmla="*/ 205 h 221"/>
                <a:gd name="T14" fmla="*/ 74 w 251"/>
                <a:gd name="T15" fmla="*/ 183 h 221"/>
                <a:gd name="T16" fmla="*/ 74 w 251"/>
                <a:gd name="T17" fmla="*/ 91 h 221"/>
                <a:gd name="T18" fmla="*/ 141 w 251"/>
                <a:gd name="T19" fmla="*/ 11 h 221"/>
                <a:gd name="T20" fmla="*/ 178 w 251"/>
                <a:gd name="T21" fmla="*/ 66 h 221"/>
                <a:gd name="T22" fmla="*/ 178 w 251"/>
                <a:gd name="T23" fmla="*/ 183 h 221"/>
                <a:gd name="T24" fmla="*/ 139 w 251"/>
                <a:gd name="T25" fmla="*/ 205 h 221"/>
                <a:gd name="T26" fmla="*/ 139 w 251"/>
                <a:gd name="T27" fmla="*/ 221 h 221"/>
                <a:gd name="T28" fmla="*/ 195 w 251"/>
                <a:gd name="T29" fmla="*/ 219 h 221"/>
                <a:gd name="T30" fmla="*/ 251 w 251"/>
                <a:gd name="T31" fmla="*/ 221 h 221"/>
                <a:gd name="T32" fmla="*/ 251 w 251"/>
                <a:gd name="T33" fmla="*/ 205 h 221"/>
                <a:gd name="T34" fmla="*/ 212 w 251"/>
                <a:gd name="T35" fmla="*/ 190 h 221"/>
                <a:gd name="T36" fmla="*/ 212 w 251"/>
                <a:gd name="T37" fmla="*/ 95 h 221"/>
                <a:gd name="T38" fmla="*/ 197 w 251"/>
                <a:gd name="T39" fmla="*/ 18 h 221"/>
                <a:gd name="T40" fmla="*/ 144 w 251"/>
                <a:gd name="T41" fmla="*/ 0 h 221"/>
                <a:gd name="T42" fmla="*/ 71 w 251"/>
                <a:gd name="T43" fmla="*/ 52 h 221"/>
                <a:gd name="T44" fmla="*/ 71 w 251"/>
                <a:gd name="T45" fmla="*/ 0 h 221"/>
                <a:gd name="T46" fmla="*/ 0 w 251"/>
                <a:gd name="T47" fmla="*/ 5 h 221"/>
                <a:gd name="T48" fmla="*/ 0 w 251"/>
                <a:gd name="T49" fmla="*/ 21 h 221"/>
                <a:gd name="T50" fmla="*/ 39 w 251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5"/>
                    <a:pt x="34" y="205"/>
                    <a:pt x="0" y="205"/>
                  </a:cubicBezTo>
                  <a:lnTo>
                    <a:pt x="0" y="221"/>
                  </a:lnTo>
                  <a:cubicBezTo>
                    <a:pt x="18" y="220"/>
                    <a:pt x="43" y="219"/>
                    <a:pt x="57" y="219"/>
                  </a:cubicBezTo>
                  <a:cubicBezTo>
                    <a:pt x="70" y="219"/>
                    <a:pt x="96" y="220"/>
                    <a:pt x="113" y="221"/>
                  </a:cubicBezTo>
                  <a:lnTo>
                    <a:pt x="113" y="205"/>
                  </a:lnTo>
                  <a:cubicBezTo>
                    <a:pt x="79" y="205"/>
                    <a:pt x="74" y="205"/>
                    <a:pt x="74" y="183"/>
                  </a:cubicBezTo>
                  <a:lnTo>
                    <a:pt x="74" y="91"/>
                  </a:lnTo>
                  <a:cubicBezTo>
                    <a:pt x="74" y="39"/>
                    <a:pt x="109" y="11"/>
                    <a:pt x="141" y="11"/>
                  </a:cubicBezTo>
                  <a:cubicBezTo>
                    <a:pt x="172" y="11"/>
                    <a:pt x="178" y="38"/>
                    <a:pt x="178" y="66"/>
                  </a:cubicBezTo>
                  <a:lnTo>
                    <a:pt x="178" y="183"/>
                  </a:lnTo>
                  <a:cubicBezTo>
                    <a:pt x="178" y="205"/>
                    <a:pt x="172" y="205"/>
                    <a:pt x="139" y="205"/>
                  </a:cubicBezTo>
                  <a:lnTo>
                    <a:pt x="139" y="221"/>
                  </a:lnTo>
                  <a:cubicBezTo>
                    <a:pt x="156" y="220"/>
                    <a:pt x="182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5"/>
                  </a:lnTo>
                  <a:cubicBezTo>
                    <a:pt x="225" y="205"/>
                    <a:pt x="213" y="205"/>
                    <a:pt x="212" y="190"/>
                  </a:cubicBezTo>
                  <a:lnTo>
                    <a:pt x="212" y="95"/>
                  </a:lnTo>
                  <a:cubicBezTo>
                    <a:pt x="212" y="52"/>
                    <a:pt x="212" y="36"/>
                    <a:pt x="197" y="18"/>
                  </a:cubicBezTo>
                  <a:cubicBezTo>
                    <a:pt x="190" y="10"/>
                    <a:pt x="173" y="0"/>
                    <a:pt x="144" y="0"/>
                  </a:cubicBezTo>
                  <a:cubicBezTo>
                    <a:pt x="108" y="0"/>
                    <a:pt x="85" y="21"/>
                    <a:pt x="71" y="52"/>
                  </a:cubicBezTo>
                  <a:lnTo>
                    <a:pt x="71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270" name="그룹 269" descr="\documentclass{article}&#10;\usepackage{amsmath}&#10;\pagestyle{empty}&#10;\begin{document}&#10;&#10;$\pi_\text{init}$&#10;\end{document}" title="IguanaTex Vector Display">
            <a:extLst>
              <a:ext uri="{FF2B5EF4-FFF2-40B4-BE49-F238E27FC236}">
                <a16:creationId xmlns:a16="http://schemas.microsoft.com/office/drawing/2014/main" id="{C7BA8E5A-6FD5-4233-A8D5-07D0D0B16330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6029324" y="862013"/>
            <a:ext cx="194108" cy="67218"/>
            <a:chOff x="6029325" y="862013"/>
            <a:chExt cx="188913" cy="76200"/>
          </a:xfrm>
        </p:grpSpPr>
        <p:sp>
          <p:nvSpPr>
            <p:cNvPr id="264" name="Freeform 131">
              <a:extLst>
                <a:ext uri="{FF2B5EF4-FFF2-40B4-BE49-F238E27FC236}">
                  <a16:creationId xmlns:a16="http://schemas.microsoft.com/office/drawing/2014/main" id="{BF2482C0-E092-4D9A-A578-66D01430990E}"/>
                </a:ext>
              </a:extLst>
            </p:cNvPr>
            <p:cNvSpPr>
              <a:spLocks/>
            </p:cNvSpPr>
            <p:nvPr>
              <p:custDataLst>
                <p:tags r:id="rId296"/>
              </p:custDataLst>
            </p:nvPr>
          </p:nvSpPr>
          <p:spPr bwMode="auto">
            <a:xfrm>
              <a:off x="6029325" y="862013"/>
              <a:ext cx="60325" cy="57150"/>
            </a:xfrm>
            <a:custGeom>
              <a:avLst/>
              <a:gdLst>
                <a:gd name="T0" fmla="*/ 118 w 269"/>
                <a:gd name="T1" fmla="*/ 29 h 220"/>
                <a:gd name="T2" fmla="*/ 175 w 269"/>
                <a:gd name="T3" fmla="*/ 29 h 220"/>
                <a:gd name="T4" fmla="*/ 154 w 269"/>
                <a:gd name="T5" fmla="*/ 157 h 220"/>
                <a:gd name="T6" fmla="*/ 158 w 269"/>
                <a:gd name="T7" fmla="*/ 195 h 220"/>
                <a:gd name="T8" fmla="*/ 176 w 269"/>
                <a:gd name="T9" fmla="*/ 220 h 220"/>
                <a:gd name="T10" fmla="*/ 196 w 269"/>
                <a:gd name="T11" fmla="*/ 201 h 220"/>
                <a:gd name="T12" fmla="*/ 193 w 269"/>
                <a:gd name="T13" fmla="*/ 190 h 220"/>
                <a:gd name="T14" fmla="*/ 179 w 269"/>
                <a:gd name="T15" fmla="*/ 108 h 220"/>
                <a:gd name="T16" fmla="*/ 188 w 269"/>
                <a:gd name="T17" fmla="*/ 29 h 220"/>
                <a:gd name="T18" fmla="*/ 244 w 269"/>
                <a:gd name="T19" fmla="*/ 29 h 220"/>
                <a:gd name="T20" fmla="*/ 269 w 269"/>
                <a:gd name="T21" fmla="*/ 12 h 220"/>
                <a:gd name="T22" fmla="*/ 249 w 269"/>
                <a:gd name="T23" fmla="*/ 0 h 220"/>
                <a:gd name="T24" fmla="*/ 82 w 269"/>
                <a:gd name="T25" fmla="*/ 0 h 220"/>
                <a:gd name="T26" fmla="*/ 30 w 269"/>
                <a:gd name="T27" fmla="*/ 23 h 220"/>
                <a:gd name="T28" fmla="*/ 0 w 269"/>
                <a:gd name="T29" fmla="*/ 68 h 220"/>
                <a:gd name="T30" fmla="*/ 6 w 269"/>
                <a:gd name="T31" fmla="*/ 73 h 220"/>
                <a:gd name="T32" fmla="*/ 14 w 269"/>
                <a:gd name="T33" fmla="*/ 67 h 220"/>
                <a:gd name="T34" fmla="*/ 77 w 269"/>
                <a:gd name="T35" fmla="*/ 29 h 220"/>
                <a:gd name="T36" fmla="*/ 105 w 269"/>
                <a:gd name="T37" fmla="*/ 29 h 220"/>
                <a:gd name="T38" fmla="*/ 41 w 269"/>
                <a:gd name="T39" fmla="*/ 195 h 220"/>
                <a:gd name="T40" fmla="*/ 37 w 269"/>
                <a:gd name="T41" fmla="*/ 207 h 220"/>
                <a:gd name="T42" fmla="*/ 52 w 269"/>
                <a:gd name="T43" fmla="*/ 220 h 220"/>
                <a:gd name="T44" fmla="*/ 77 w 269"/>
                <a:gd name="T45" fmla="*/ 188 h 220"/>
                <a:gd name="T46" fmla="*/ 90 w 269"/>
                <a:gd name="T47" fmla="*/ 139 h 220"/>
                <a:gd name="T48" fmla="*/ 118 w 269"/>
                <a:gd name="T49" fmla="*/ 29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9" h="220">
                  <a:moveTo>
                    <a:pt x="118" y="29"/>
                  </a:moveTo>
                  <a:lnTo>
                    <a:pt x="175" y="29"/>
                  </a:lnTo>
                  <a:cubicBezTo>
                    <a:pt x="158" y="102"/>
                    <a:pt x="154" y="124"/>
                    <a:pt x="154" y="157"/>
                  </a:cubicBezTo>
                  <a:cubicBezTo>
                    <a:pt x="154" y="165"/>
                    <a:pt x="154" y="178"/>
                    <a:pt x="158" y="195"/>
                  </a:cubicBezTo>
                  <a:cubicBezTo>
                    <a:pt x="163" y="217"/>
                    <a:pt x="168" y="220"/>
                    <a:pt x="176" y="220"/>
                  </a:cubicBezTo>
                  <a:cubicBezTo>
                    <a:pt x="186" y="220"/>
                    <a:pt x="196" y="211"/>
                    <a:pt x="196" y="201"/>
                  </a:cubicBezTo>
                  <a:cubicBezTo>
                    <a:pt x="196" y="198"/>
                    <a:pt x="196" y="197"/>
                    <a:pt x="193" y="190"/>
                  </a:cubicBezTo>
                  <a:cubicBezTo>
                    <a:pt x="179" y="154"/>
                    <a:pt x="179" y="122"/>
                    <a:pt x="179" y="108"/>
                  </a:cubicBezTo>
                  <a:cubicBezTo>
                    <a:pt x="179" y="81"/>
                    <a:pt x="182" y="54"/>
                    <a:pt x="188" y="29"/>
                  </a:cubicBezTo>
                  <a:lnTo>
                    <a:pt x="244" y="29"/>
                  </a:lnTo>
                  <a:cubicBezTo>
                    <a:pt x="251" y="29"/>
                    <a:pt x="269" y="29"/>
                    <a:pt x="269" y="12"/>
                  </a:cubicBezTo>
                  <a:cubicBezTo>
                    <a:pt x="269" y="0"/>
                    <a:pt x="258" y="0"/>
                    <a:pt x="249" y="0"/>
                  </a:cubicBezTo>
                  <a:lnTo>
                    <a:pt x="82" y="0"/>
                  </a:lnTo>
                  <a:cubicBezTo>
                    <a:pt x="71" y="0"/>
                    <a:pt x="52" y="0"/>
                    <a:pt x="30" y="23"/>
                  </a:cubicBezTo>
                  <a:cubicBezTo>
                    <a:pt x="13" y="42"/>
                    <a:pt x="0" y="65"/>
                    <a:pt x="0" y="68"/>
                  </a:cubicBezTo>
                  <a:cubicBezTo>
                    <a:pt x="0" y="68"/>
                    <a:pt x="0" y="73"/>
                    <a:pt x="6" y="73"/>
                  </a:cubicBezTo>
                  <a:cubicBezTo>
                    <a:pt x="10" y="73"/>
                    <a:pt x="11" y="71"/>
                    <a:pt x="14" y="67"/>
                  </a:cubicBezTo>
                  <a:cubicBezTo>
                    <a:pt x="38" y="29"/>
                    <a:pt x="67" y="29"/>
                    <a:pt x="77" y="29"/>
                  </a:cubicBezTo>
                  <a:lnTo>
                    <a:pt x="105" y="29"/>
                  </a:lnTo>
                  <a:cubicBezTo>
                    <a:pt x="89" y="89"/>
                    <a:pt x="62" y="149"/>
                    <a:pt x="41" y="195"/>
                  </a:cubicBezTo>
                  <a:cubicBezTo>
                    <a:pt x="37" y="202"/>
                    <a:pt x="37" y="203"/>
                    <a:pt x="37" y="207"/>
                  </a:cubicBezTo>
                  <a:cubicBezTo>
                    <a:pt x="37" y="216"/>
                    <a:pt x="45" y="220"/>
                    <a:pt x="52" y="220"/>
                  </a:cubicBezTo>
                  <a:cubicBezTo>
                    <a:pt x="67" y="220"/>
                    <a:pt x="71" y="206"/>
                    <a:pt x="77" y="188"/>
                  </a:cubicBezTo>
                  <a:cubicBezTo>
                    <a:pt x="84" y="165"/>
                    <a:pt x="84" y="164"/>
                    <a:pt x="90" y="139"/>
                  </a:cubicBezTo>
                  <a:lnTo>
                    <a:pt x="118" y="2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5" name="Freeform 132">
              <a:extLst>
                <a:ext uri="{FF2B5EF4-FFF2-40B4-BE49-F238E27FC236}">
                  <a16:creationId xmlns:a16="http://schemas.microsoft.com/office/drawing/2014/main" id="{189A15CE-92F6-43AD-9383-1C872A3341CE}"/>
                </a:ext>
              </a:extLst>
            </p:cNvPr>
            <p:cNvSpPr>
              <a:spLocks noEditPoints="1"/>
            </p:cNvSpPr>
            <p:nvPr>
              <p:custDataLst>
                <p:tags r:id="rId297"/>
              </p:custDataLst>
            </p:nvPr>
          </p:nvSpPr>
          <p:spPr bwMode="auto">
            <a:xfrm>
              <a:off x="6094413" y="876301"/>
              <a:ext cx="17463" cy="60325"/>
            </a:xfrm>
            <a:custGeom>
              <a:avLst/>
              <a:gdLst>
                <a:gd name="T0" fmla="*/ 54 w 76"/>
                <a:gd name="T1" fmla="*/ 20 h 236"/>
                <a:gd name="T2" fmla="*/ 33 w 76"/>
                <a:gd name="T3" fmla="*/ 0 h 236"/>
                <a:gd name="T4" fmla="*/ 14 w 76"/>
                <a:gd name="T5" fmla="*/ 20 h 236"/>
                <a:gd name="T6" fmla="*/ 33 w 76"/>
                <a:gd name="T7" fmla="*/ 40 h 236"/>
                <a:gd name="T8" fmla="*/ 54 w 76"/>
                <a:gd name="T9" fmla="*/ 20 h 236"/>
                <a:gd name="T10" fmla="*/ 1 w 76"/>
                <a:gd name="T11" fmla="*/ 85 h 236"/>
                <a:gd name="T12" fmla="*/ 1 w 76"/>
                <a:gd name="T13" fmla="*/ 98 h 236"/>
                <a:gd name="T14" fmla="*/ 26 w 76"/>
                <a:gd name="T15" fmla="*/ 117 h 236"/>
                <a:gd name="T16" fmla="*/ 26 w 76"/>
                <a:gd name="T17" fmla="*/ 208 h 236"/>
                <a:gd name="T18" fmla="*/ 0 w 76"/>
                <a:gd name="T19" fmla="*/ 223 h 236"/>
                <a:gd name="T20" fmla="*/ 0 w 76"/>
                <a:gd name="T21" fmla="*/ 236 h 236"/>
                <a:gd name="T22" fmla="*/ 39 w 76"/>
                <a:gd name="T23" fmla="*/ 234 h 236"/>
                <a:gd name="T24" fmla="*/ 76 w 76"/>
                <a:gd name="T25" fmla="*/ 236 h 236"/>
                <a:gd name="T26" fmla="*/ 76 w 76"/>
                <a:gd name="T27" fmla="*/ 223 h 236"/>
                <a:gd name="T28" fmla="*/ 52 w 76"/>
                <a:gd name="T29" fmla="*/ 208 h 236"/>
                <a:gd name="T30" fmla="*/ 52 w 76"/>
                <a:gd name="T31" fmla="*/ 82 h 236"/>
                <a:gd name="T32" fmla="*/ 1 w 76"/>
                <a:gd name="T33" fmla="*/ 85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6" h="236">
                  <a:moveTo>
                    <a:pt x="54" y="20"/>
                  </a:moveTo>
                  <a:cubicBezTo>
                    <a:pt x="54" y="10"/>
                    <a:pt x="45" y="0"/>
                    <a:pt x="33" y="0"/>
                  </a:cubicBezTo>
                  <a:cubicBezTo>
                    <a:pt x="23" y="0"/>
                    <a:pt x="14" y="9"/>
                    <a:pt x="14" y="20"/>
                  </a:cubicBezTo>
                  <a:cubicBezTo>
                    <a:pt x="14" y="33"/>
                    <a:pt x="24" y="40"/>
                    <a:pt x="33" y="40"/>
                  </a:cubicBezTo>
                  <a:cubicBezTo>
                    <a:pt x="45" y="40"/>
                    <a:pt x="54" y="32"/>
                    <a:pt x="54" y="20"/>
                  </a:cubicBezTo>
                  <a:close/>
                  <a:moveTo>
                    <a:pt x="1" y="85"/>
                  </a:moveTo>
                  <a:lnTo>
                    <a:pt x="1" y="98"/>
                  </a:lnTo>
                  <a:cubicBezTo>
                    <a:pt x="23" y="98"/>
                    <a:pt x="26" y="100"/>
                    <a:pt x="26" y="117"/>
                  </a:cubicBezTo>
                  <a:lnTo>
                    <a:pt x="26" y="208"/>
                  </a:lnTo>
                  <a:cubicBezTo>
                    <a:pt x="26" y="223"/>
                    <a:pt x="22" y="223"/>
                    <a:pt x="0" y="223"/>
                  </a:cubicBezTo>
                  <a:lnTo>
                    <a:pt x="0" y="236"/>
                  </a:lnTo>
                  <a:cubicBezTo>
                    <a:pt x="0" y="236"/>
                    <a:pt x="25" y="234"/>
                    <a:pt x="39" y="234"/>
                  </a:cubicBezTo>
                  <a:cubicBezTo>
                    <a:pt x="51" y="234"/>
                    <a:pt x="63" y="235"/>
                    <a:pt x="76" y="236"/>
                  </a:cubicBezTo>
                  <a:lnTo>
                    <a:pt x="76" y="223"/>
                  </a:lnTo>
                  <a:cubicBezTo>
                    <a:pt x="55" y="223"/>
                    <a:pt x="52" y="223"/>
                    <a:pt x="52" y="208"/>
                  </a:cubicBezTo>
                  <a:lnTo>
                    <a:pt x="52" y="82"/>
                  </a:lnTo>
                  <a:lnTo>
                    <a:pt x="1" y="8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6" name="Freeform 133">
              <a:extLst>
                <a:ext uri="{FF2B5EF4-FFF2-40B4-BE49-F238E27FC236}">
                  <a16:creationId xmlns:a16="http://schemas.microsoft.com/office/drawing/2014/main" id="{AC842E94-B981-4092-A2F5-D7A9EDB768B8}"/>
                </a:ext>
              </a:extLst>
            </p:cNvPr>
            <p:cNvSpPr>
              <a:spLocks/>
            </p:cNvSpPr>
            <p:nvPr>
              <p:custDataLst>
                <p:tags r:id="rId298"/>
              </p:custDataLst>
            </p:nvPr>
          </p:nvSpPr>
          <p:spPr bwMode="auto">
            <a:xfrm>
              <a:off x="6119813" y="896938"/>
              <a:ext cx="41275" cy="39688"/>
            </a:xfrm>
            <a:custGeom>
              <a:avLst/>
              <a:gdLst>
                <a:gd name="T0" fmla="*/ 160 w 187"/>
                <a:gd name="T1" fmla="*/ 48 h 154"/>
                <a:gd name="T2" fmla="*/ 108 w 187"/>
                <a:gd name="T3" fmla="*/ 0 h 154"/>
                <a:gd name="T4" fmla="*/ 51 w 187"/>
                <a:gd name="T5" fmla="*/ 33 h 154"/>
                <a:gd name="T6" fmla="*/ 51 w 187"/>
                <a:gd name="T7" fmla="*/ 33 h 154"/>
                <a:gd name="T8" fmla="*/ 51 w 187"/>
                <a:gd name="T9" fmla="*/ 0 h 154"/>
                <a:gd name="T10" fmla="*/ 0 w 187"/>
                <a:gd name="T11" fmla="*/ 3 h 154"/>
                <a:gd name="T12" fmla="*/ 0 w 187"/>
                <a:gd name="T13" fmla="*/ 16 h 154"/>
                <a:gd name="T14" fmla="*/ 26 w 187"/>
                <a:gd name="T15" fmla="*/ 36 h 154"/>
                <a:gd name="T16" fmla="*/ 26 w 187"/>
                <a:gd name="T17" fmla="*/ 126 h 154"/>
                <a:gd name="T18" fmla="*/ 0 w 187"/>
                <a:gd name="T19" fmla="*/ 141 h 154"/>
                <a:gd name="T20" fmla="*/ 0 w 187"/>
                <a:gd name="T21" fmla="*/ 154 h 154"/>
                <a:gd name="T22" fmla="*/ 39 w 187"/>
                <a:gd name="T23" fmla="*/ 152 h 154"/>
                <a:gd name="T24" fmla="*/ 80 w 187"/>
                <a:gd name="T25" fmla="*/ 154 h 154"/>
                <a:gd name="T26" fmla="*/ 80 w 187"/>
                <a:gd name="T27" fmla="*/ 141 h 154"/>
                <a:gd name="T28" fmla="*/ 53 w 187"/>
                <a:gd name="T29" fmla="*/ 126 h 154"/>
                <a:gd name="T30" fmla="*/ 53 w 187"/>
                <a:gd name="T31" fmla="*/ 63 h 154"/>
                <a:gd name="T32" fmla="*/ 105 w 187"/>
                <a:gd name="T33" fmla="*/ 9 h 154"/>
                <a:gd name="T34" fmla="*/ 133 w 187"/>
                <a:gd name="T35" fmla="*/ 46 h 154"/>
                <a:gd name="T36" fmla="*/ 133 w 187"/>
                <a:gd name="T37" fmla="*/ 126 h 154"/>
                <a:gd name="T38" fmla="*/ 107 w 187"/>
                <a:gd name="T39" fmla="*/ 141 h 154"/>
                <a:gd name="T40" fmla="*/ 107 w 187"/>
                <a:gd name="T41" fmla="*/ 154 h 154"/>
                <a:gd name="T42" fmla="*/ 146 w 187"/>
                <a:gd name="T43" fmla="*/ 152 h 154"/>
                <a:gd name="T44" fmla="*/ 187 w 187"/>
                <a:gd name="T45" fmla="*/ 154 h 154"/>
                <a:gd name="T46" fmla="*/ 187 w 187"/>
                <a:gd name="T47" fmla="*/ 141 h 154"/>
                <a:gd name="T48" fmla="*/ 160 w 187"/>
                <a:gd name="T49" fmla="*/ 126 h 154"/>
                <a:gd name="T50" fmla="*/ 160 w 187"/>
                <a:gd name="T51" fmla="*/ 48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7" h="154">
                  <a:moveTo>
                    <a:pt x="160" y="48"/>
                  </a:moveTo>
                  <a:cubicBezTo>
                    <a:pt x="160" y="17"/>
                    <a:pt x="145" y="0"/>
                    <a:pt x="108" y="0"/>
                  </a:cubicBezTo>
                  <a:cubicBezTo>
                    <a:pt x="80" y="0"/>
                    <a:pt x="61" y="15"/>
                    <a:pt x="51" y="33"/>
                  </a:cubicBezTo>
                  <a:lnTo>
                    <a:pt x="51" y="33"/>
                  </a:lnTo>
                  <a:lnTo>
                    <a:pt x="51" y="0"/>
                  </a:lnTo>
                  <a:lnTo>
                    <a:pt x="0" y="3"/>
                  </a:lnTo>
                  <a:lnTo>
                    <a:pt x="0" y="16"/>
                  </a:lnTo>
                  <a:cubicBezTo>
                    <a:pt x="23" y="16"/>
                    <a:pt x="26" y="18"/>
                    <a:pt x="26" y="36"/>
                  </a:cubicBezTo>
                  <a:lnTo>
                    <a:pt x="26" y="126"/>
                  </a:lnTo>
                  <a:cubicBezTo>
                    <a:pt x="26" y="141"/>
                    <a:pt x="22" y="141"/>
                    <a:pt x="0" y="141"/>
                  </a:cubicBezTo>
                  <a:lnTo>
                    <a:pt x="0" y="154"/>
                  </a:lnTo>
                  <a:cubicBezTo>
                    <a:pt x="0" y="154"/>
                    <a:pt x="25" y="152"/>
                    <a:pt x="39" y="152"/>
                  </a:cubicBezTo>
                  <a:cubicBezTo>
                    <a:pt x="52" y="152"/>
                    <a:pt x="76" y="153"/>
                    <a:pt x="80" y="154"/>
                  </a:cubicBezTo>
                  <a:lnTo>
                    <a:pt x="80" y="141"/>
                  </a:lnTo>
                  <a:cubicBezTo>
                    <a:pt x="57" y="141"/>
                    <a:pt x="53" y="141"/>
                    <a:pt x="53" y="126"/>
                  </a:cubicBezTo>
                  <a:lnTo>
                    <a:pt x="53" y="63"/>
                  </a:lnTo>
                  <a:cubicBezTo>
                    <a:pt x="53" y="26"/>
                    <a:pt x="82" y="9"/>
                    <a:pt x="105" y="9"/>
                  </a:cubicBezTo>
                  <a:cubicBezTo>
                    <a:pt x="130" y="9"/>
                    <a:pt x="133" y="29"/>
                    <a:pt x="133" y="46"/>
                  </a:cubicBezTo>
                  <a:lnTo>
                    <a:pt x="133" y="126"/>
                  </a:lnTo>
                  <a:cubicBezTo>
                    <a:pt x="133" y="141"/>
                    <a:pt x="129" y="141"/>
                    <a:pt x="107" y="141"/>
                  </a:cubicBezTo>
                  <a:lnTo>
                    <a:pt x="107" y="154"/>
                  </a:lnTo>
                  <a:cubicBezTo>
                    <a:pt x="107" y="154"/>
                    <a:pt x="132" y="152"/>
                    <a:pt x="146" y="152"/>
                  </a:cubicBezTo>
                  <a:cubicBezTo>
                    <a:pt x="159" y="152"/>
                    <a:pt x="183" y="153"/>
                    <a:pt x="187" y="154"/>
                  </a:cubicBezTo>
                  <a:lnTo>
                    <a:pt x="187" y="141"/>
                  </a:lnTo>
                  <a:cubicBezTo>
                    <a:pt x="164" y="141"/>
                    <a:pt x="160" y="141"/>
                    <a:pt x="160" y="126"/>
                  </a:cubicBezTo>
                  <a:lnTo>
                    <a:pt x="160" y="4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7" name="Freeform 134">
              <a:extLst>
                <a:ext uri="{FF2B5EF4-FFF2-40B4-BE49-F238E27FC236}">
                  <a16:creationId xmlns:a16="http://schemas.microsoft.com/office/drawing/2014/main" id="{FA319C77-968C-42F3-AD3C-9B75B233812A}"/>
                </a:ext>
              </a:extLst>
            </p:cNvPr>
            <p:cNvSpPr>
              <a:spLocks noEditPoints="1"/>
            </p:cNvSpPr>
            <p:nvPr>
              <p:custDataLst>
                <p:tags r:id="rId299"/>
              </p:custDataLst>
            </p:nvPr>
          </p:nvSpPr>
          <p:spPr bwMode="auto">
            <a:xfrm>
              <a:off x="6169025" y="876301"/>
              <a:ext cx="17463" cy="60325"/>
            </a:xfrm>
            <a:custGeom>
              <a:avLst/>
              <a:gdLst>
                <a:gd name="T0" fmla="*/ 54 w 76"/>
                <a:gd name="T1" fmla="*/ 20 h 236"/>
                <a:gd name="T2" fmla="*/ 34 w 76"/>
                <a:gd name="T3" fmla="*/ 0 h 236"/>
                <a:gd name="T4" fmla="*/ 14 w 76"/>
                <a:gd name="T5" fmla="*/ 20 h 236"/>
                <a:gd name="T6" fmla="*/ 34 w 76"/>
                <a:gd name="T7" fmla="*/ 40 h 236"/>
                <a:gd name="T8" fmla="*/ 54 w 76"/>
                <a:gd name="T9" fmla="*/ 20 h 236"/>
                <a:gd name="T10" fmla="*/ 1 w 76"/>
                <a:gd name="T11" fmla="*/ 85 h 236"/>
                <a:gd name="T12" fmla="*/ 1 w 76"/>
                <a:gd name="T13" fmla="*/ 98 h 236"/>
                <a:gd name="T14" fmla="*/ 27 w 76"/>
                <a:gd name="T15" fmla="*/ 117 h 236"/>
                <a:gd name="T16" fmla="*/ 27 w 76"/>
                <a:gd name="T17" fmla="*/ 208 h 236"/>
                <a:gd name="T18" fmla="*/ 0 w 76"/>
                <a:gd name="T19" fmla="*/ 223 h 236"/>
                <a:gd name="T20" fmla="*/ 0 w 76"/>
                <a:gd name="T21" fmla="*/ 236 h 236"/>
                <a:gd name="T22" fmla="*/ 39 w 76"/>
                <a:gd name="T23" fmla="*/ 234 h 236"/>
                <a:gd name="T24" fmla="*/ 76 w 76"/>
                <a:gd name="T25" fmla="*/ 236 h 236"/>
                <a:gd name="T26" fmla="*/ 76 w 76"/>
                <a:gd name="T27" fmla="*/ 223 h 236"/>
                <a:gd name="T28" fmla="*/ 53 w 76"/>
                <a:gd name="T29" fmla="*/ 208 h 236"/>
                <a:gd name="T30" fmla="*/ 53 w 76"/>
                <a:gd name="T31" fmla="*/ 82 h 236"/>
                <a:gd name="T32" fmla="*/ 1 w 76"/>
                <a:gd name="T33" fmla="*/ 85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6" h="236">
                  <a:moveTo>
                    <a:pt x="54" y="20"/>
                  </a:moveTo>
                  <a:cubicBezTo>
                    <a:pt x="54" y="10"/>
                    <a:pt x="46" y="0"/>
                    <a:pt x="34" y="0"/>
                  </a:cubicBezTo>
                  <a:cubicBezTo>
                    <a:pt x="24" y="0"/>
                    <a:pt x="14" y="9"/>
                    <a:pt x="14" y="20"/>
                  </a:cubicBezTo>
                  <a:cubicBezTo>
                    <a:pt x="14" y="33"/>
                    <a:pt x="24" y="40"/>
                    <a:pt x="34" y="40"/>
                  </a:cubicBezTo>
                  <a:cubicBezTo>
                    <a:pt x="45" y="40"/>
                    <a:pt x="54" y="32"/>
                    <a:pt x="54" y="20"/>
                  </a:cubicBezTo>
                  <a:close/>
                  <a:moveTo>
                    <a:pt x="1" y="85"/>
                  </a:moveTo>
                  <a:lnTo>
                    <a:pt x="1" y="98"/>
                  </a:lnTo>
                  <a:cubicBezTo>
                    <a:pt x="23" y="98"/>
                    <a:pt x="27" y="100"/>
                    <a:pt x="27" y="117"/>
                  </a:cubicBezTo>
                  <a:lnTo>
                    <a:pt x="27" y="208"/>
                  </a:lnTo>
                  <a:cubicBezTo>
                    <a:pt x="27" y="223"/>
                    <a:pt x="23" y="223"/>
                    <a:pt x="0" y="223"/>
                  </a:cubicBezTo>
                  <a:lnTo>
                    <a:pt x="0" y="236"/>
                  </a:lnTo>
                  <a:cubicBezTo>
                    <a:pt x="1" y="236"/>
                    <a:pt x="25" y="234"/>
                    <a:pt x="39" y="234"/>
                  </a:cubicBezTo>
                  <a:cubicBezTo>
                    <a:pt x="52" y="234"/>
                    <a:pt x="64" y="235"/>
                    <a:pt x="76" y="236"/>
                  </a:cubicBezTo>
                  <a:lnTo>
                    <a:pt x="76" y="223"/>
                  </a:lnTo>
                  <a:cubicBezTo>
                    <a:pt x="56" y="223"/>
                    <a:pt x="53" y="223"/>
                    <a:pt x="53" y="208"/>
                  </a:cubicBezTo>
                  <a:lnTo>
                    <a:pt x="53" y="82"/>
                  </a:lnTo>
                  <a:lnTo>
                    <a:pt x="1" y="8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8" name="Freeform 135">
              <a:extLst>
                <a:ext uri="{FF2B5EF4-FFF2-40B4-BE49-F238E27FC236}">
                  <a16:creationId xmlns:a16="http://schemas.microsoft.com/office/drawing/2014/main" id="{F01BE5E1-5B10-403F-A9FA-3D4B578C33A6}"/>
                </a:ext>
              </a:extLst>
            </p:cNvPr>
            <p:cNvSpPr>
              <a:spLocks/>
            </p:cNvSpPr>
            <p:nvPr>
              <p:custDataLst>
                <p:tags r:id="rId300"/>
              </p:custDataLst>
            </p:nvPr>
          </p:nvSpPr>
          <p:spPr bwMode="auto">
            <a:xfrm>
              <a:off x="6192838" y="881063"/>
              <a:ext cx="25400" cy="57150"/>
            </a:xfrm>
            <a:custGeom>
              <a:avLst/>
              <a:gdLst>
                <a:gd name="T0" fmla="*/ 60 w 120"/>
                <a:gd name="T1" fmla="*/ 77 h 218"/>
                <a:gd name="T2" fmla="*/ 114 w 120"/>
                <a:gd name="T3" fmla="*/ 77 h 218"/>
                <a:gd name="T4" fmla="*/ 114 w 120"/>
                <a:gd name="T5" fmla="*/ 64 h 218"/>
                <a:gd name="T6" fmla="*/ 60 w 120"/>
                <a:gd name="T7" fmla="*/ 64 h 218"/>
                <a:gd name="T8" fmla="*/ 60 w 120"/>
                <a:gd name="T9" fmla="*/ 0 h 218"/>
                <a:gd name="T10" fmla="*/ 48 w 120"/>
                <a:gd name="T11" fmla="*/ 0 h 218"/>
                <a:gd name="T12" fmla="*/ 0 w 120"/>
                <a:gd name="T13" fmla="*/ 67 h 218"/>
                <a:gd name="T14" fmla="*/ 0 w 120"/>
                <a:gd name="T15" fmla="*/ 77 h 218"/>
                <a:gd name="T16" fmla="*/ 32 w 120"/>
                <a:gd name="T17" fmla="*/ 77 h 218"/>
                <a:gd name="T18" fmla="*/ 32 w 120"/>
                <a:gd name="T19" fmla="*/ 171 h 218"/>
                <a:gd name="T20" fmla="*/ 81 w 120"/>
                <a:gd name="T21" fmla="*/ 218 h 218"/>
                <a:gd name="T22" fmla="*/ 120 w 120"/>
                <a:gd name="T23" fmla="*/ 171 h 218"/>
                <a:gd name="T24" fmla="*/ 120 w 120"/>
                <a:gd name="T25" fmla="*/ 151 h 218"/>
                <a:gd name="T26" fmla="*/ 109 w 120"/>
                <a:gd name="T27" fmla="*/ 151 h 218"/>
                <a:gd name="T28" fmla="*/ 109 w 120"/>
                <a:gd name="T29" fmla="*/ 170 h 218"/>
                <a:gd name="T30" fmla="*/ 84 w 120"/>
                <a:gd name="T31" fmla="*/ 207 h 218"/>
                <a:gd name="T32" fmla="*/ 60 w 120"/>
                <a:gd name="T33" fmla="*/ 171 h 218"/>
                <a:gd name="T34" fmla="*/ 60 w 120"/>
                <a:gd name="T35" fmla="*/ 77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" h="218">
                  <a:moveTo>
                    <a:pt x="60" y="77"/>
                  </a:moveTo>
                  <a:lnTo>
                    <a:pt x="114" y="77"/>
                  </a:lnTo>
                  <a:lnTo>
                    <a:pt x="114" y="64"/>
                  </a:lnTo>
                  <a:lnTo>
                    <a:pt x="60" y="64"/>
                  </a:lnTo>
                  <a:lnTo>
                    <a:pt x="60" y="0"/>
                  </a:lnTo>
                  <a:lnTo>
                    <a:pt x="48" y="0"/>
                  </a:lnTo>
                  <a:cubicBezTo>
                    <a:pt x="48" y="31"/>
                    <a:pt x="33" y="66"/>
                    <a:pt x="0" y="67"/>
                  </a:cubicBezTo>
                  <a:lnTo>
                    <a:pt x="0" y="77"/>
                  </a:lnTo>
                  <a:lnTo>
                    <a:pt x="32" y="77"/>
                  </a:lnTo>
                  <a:lnTo>
                    <a:pt x="32" y="171"/>
                  </a:lnTo>
                  <a:cubicBezTo>
                    <a:pt x="32" y="210"/>
                    <a:pt x="61" y="218"/>
                    <a:pt x="81" y="218"/>
                  </a:cubicBezTo>
                  <a:cubicBezTo>
                    <a:pt x="104" y="218"/>
                    <a:pt x="120" y="198"/>
                    <a:pt x="120" y="171"/>
                  </a:cubicBezTo>
                  <a:lnTo>
                    <a:pt x="120" y="151"/>
                  </a:lnTo>
                  <a:lnTo>
                    <a:pt x="109" y="151"/>
                  </a:lnTo>
                  <a:lnTo>
                    <a:pt x="109" y="170"/>
                  </a:lnTo>
                  <a:cubicBezTo>
                    <a:pt x="109" y="194"/>
                    <a:pt x="97" y="207"/>
                    <a:pt x="84" y="207"/>
                  </a:cubicBezTo>
                  <a:cubicBezTo>
                    <a:pt x="60" y="207"/>
                    <a:pt x="60" y="178"/>
                    <a:pt x="60" y="171"/>
                  </a:cubicBezTo>
                  <a:lnTo>
                    <a:pt x="60" y="7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283" name="그룹 282" descr="\documentclass{article}&#10;\usepackage{amsmath}&#10;\pagestyle{empty}&#10;\begin{document}&#10;&#10;$\pi_\text{opt}$&#10;\end{document}" title="IguanaTex Vector Display">
            <a:extLst>
              <a:ext uri="{FF2B5EF4-FFF2-40B4-BE49-F238E27FC236}">
                <a16:creationId xmlns:a16="http://schemas.microsoft.com/office/drawing/2014/main" id="{0E7833CF-1140-4879-B61F-8ACA7783B11E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6440488" y="860425"/>
            <a:ext cx="187935" cy="81622"/>
            <a:chOff x="6440488" y="860425"/>
            <a:chExt cx="192087" cy="93663"/>
          </a:xfrm>
        </p:grpSpPr>
        <p:sp>
          <p:nvSpPr>
            <p:cNvPr id="278" name="Freeform 142">
              <a:extLst>
                <a:ext uri="{FF2B5EF4-FFF2-40B4-BE49-F238E27FC236}">
                  <a16:creationId xmlns:a16="http://schemas.microsoft.com/office/drawing/2014/main" id="{74F0A05E-5FB9-4F35-AFD2-31F0D9CD5267}"/>
                </a:ext>
              </a:extLst>
            </p:cNvPr>
            <p:cNvSpPr>
              <a:spLocks/>
            </p:cNvSpPr>
            <p:nvPr>
              <p:custDataLst>
                <p:tags r:id="rId292"/>
              </p:custDataLst>
            </p:nvPr>
          </p:nvSpPr>
          <p:spPr bwMode="auto">
            <a:xfrm>
              <a:off x="6440488" y="860425"/>
              <a:ext cx="63500" cy="58738"/>
            </a:xfrm>
            <a:custGeom>
              <a:avLst/>
              <a:gdLst>
                <a:gd name="T0" fmla="*/ 118 w 269"/>
                <a:gd name="T1" fmla="*/ 29 h 220"/>
                <a:gd name="T2" fmla="*/ 175 w 269"/>
                <a:gd name="T3" fmla="*/ 29 h 220"/>
                <a:gd name="T4" fmla="*/ 154 w 269"/>
                <a:gd name="T5" fmla="*/ 157 h 220"/>
                <a:gd name="T6" fmla="*/ 158 w 269"/>
                <a:gd name="T7" fmla="*/ 195 h 220"/>
                <a:gd name="T8" fmla="*/ 176 w 269"/>
                <a:gd name="T9" fmla="*/ 220 h 220"/>
                <a:gd name="T10" fmla="*/ 196 w 269"/>
                <a:gd name="T11" fmla="*/ 201 h 220"/>
                <a:gd name="T12" fmla="*/ 193 w 269"/>
                <a:gd name="T13" fmla="*/ 190 h 220"/>
                <a:gd name="T14" fmla="*/ 179 w 269"/>
                <a:gd name="T15" fmla="*/ 108 h 220"/>
                <a:gd name="T16" fmla="*/ 188 w 269"/>
                <a:gd name="T17" fmla="*/ 29 h 220"/>
                <a:gd name="T18" fmla="*/ 245 w 269"/>
                <a:gd name="T19" fmla="*/ 29 h 220"/>
                <a:gd name="T20" fmla="*/ 269 w 269"/>
                <a:gd name="T21" fmla="*/ 12 h 220"/>
                <a:gd name="T22" fmla="*/ 249 w 269"/>
                <a:gd name="T23" fmla="*/ 0 h 220"/>
                <a:gd name="T24" fmla="*/ 82 w 269"/>
                <a:gd name="T25" fmla="*/ 0 h 220"/>
                <a:gd name="T26" fmla="*/ 30 w 269"/>
                <a:gd name="T27" fmla="*/ 23 h 220"/>
                <a:gd name="T28" fmla="*/ 0 w 269"/>
                <a:gd name="T29" fmla="*/ 68 h 220"/>
                <a:gd name="T30" fmla="*/ 6 w 269"/>
                <a:gd name="T31" fmla="*/ 73 h 220"/>
                <a:gd name="T32" fmla="*/ 14 w 269"/>
                <a:gd name="T33" fmla="*/ 67 h 220"/>
                <a:gd name="T34" fmla="*/ 77 w 269"/>
                <a:gd name="T35" fmla="*/ 29 h 220"/>
                <a:gd name="T36" fmla="*/ 105 w 269"/>
                <a:gd name="T37" fmla="*/ 29 h 220"/>
                <a:gd name="T38" fmla="*/ 42 w 269"/>
                <a:gd name="T39" fmla="*/ 195 h 220"/>
                <a:gd name="T40" fmla="*/ 38 w 269"/>
                <a:gd name="T41" fmla="*/ 207 h 220"/>
                <a:gd name="T42" fmla="*/ 52 w 269"/>
                <a:gd name="T43" fmla="*/ 220 h 220"/>
                <a:gd name="T44" fmla="*/ 77 w 269"/>
                <a:gd name="T45" fmla="*/ 188 h 220"/>
                <a:gd name="T46" fmla="*/ 90 w 269"/>
                <a:gd name="T47" fmla="*/ 139 h 220"/>
                <a:gd name="T48" fmla="*/ 118 w 269"/>
                <a:gd name="T49" fmla="*/ 29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9" h="220">
                  <a:moveTo>
                    <a:pt x="118" y="29"/>
                  </a:moveTo>
                  <a:lnTo>
                    <a:pt x="175" y="29"/>
                  </a:lnTo>
                  <a:cubicBezTo>
                    <a:pt x="158" y="103"/>
                    <a:pt x="154" y="124"/>
                    <a:pt x="154" y="157"/>
                  </a:cubicBezTo>
                  <a:cubicBezTo>
                    <a:pt x="154" y="165"/>
                    <a:pt x="154" y="178"/>
                    <a:pt x="158" y="195"/>
                  </a:cubicBezTo>
                  <a:cubicBezTo>
                    <a:pt x="163" y="217"/>
                    <a:pt x="168" y="220"/>
                    <a:pt x="176" y="220"/>
                  </a:cubicBezTo>
                  <a:cubicBezTo>
                    <a:pt x="186" y="220"/>
                    <a:pt x="196" y="211"/>
                    <a:pt x="196" y="201"/>
                  </a:cubicBezTo>
                  <a:cubicBezTo>
                    <a:pt x="196" y="198"/>
                    <a:pt x="196" y="197"/>
                    <a:pt x="193" y="190"/>
                  </a:cubicBezTo>
                  <a:cubicBezTo>
                    <a:pt x="179" y="154"/>
                    <a:pt x="179" y="122"/>
                    <a:pt x="179" y="108"/>
                  </a:cubicBezTo>
                  <a:cubicBezTo>
                    <a:pt x="179" y="82"/>
                    <a:pt x="182" y="55"/>
                    <a:pt x="188" y="29"/>
                  </a:cubicBezTo>
                  <a:lnTo>
                    <a:pt x="245" y="29"/>
                  </a:lnTo>
                  <a:cubicBezTo>
                    <a:pt x="251" y="29"/>
                    <a:pt x="269" y="29"/>
                    <a:pt x="269" y="12"/>
                  </a:cubicBezTo>
                  <a:cubicBezTo>
                    <a:pt x="269" y="0"/>
                    <a:pt x="259" y="0"/>
                    <a:pt x="249" y="0"/>
                  </a:cubicBezTo>
                  <a:lnTo>
                    <a:pt x="82" y="0"/>
                  </a:lnTo>
                  <a:cubicBezTo>
                    <a:pt x="71" y="0"/>
                    <a:pt x="52" y="0"/>
                    <a:pt x="30" y="23"/>
                  </a:cubicBezTo>
                  <a:cubicBezTo>
                    <a:pt x="13" y="43"/>
                    <a:pt x="0" y="66"/>
                    <a:pt x="0" y="68"/>
                  </a:cubicBezTo>
                  <a:cubicBezTo>
                    <a:pt x="0" y="69"/>
                    <a:pt x="0" y="73"/>
                    <a:pt x="6" y="73"/>
                  </a:cubicBezTo>
                  <a:cubicBezTo>
                    <a:pt x="10" y="73"/>
                    <a:pt x="11" y="71"/>
                    <a:pt x="14" y="67"/>
                  </a:cubicBezTo>
                  <a:cubicBezTo>
                    <a:pt x="38" y="29"/>
                    <a:pt x="67" y="29"/>
                    <a:pt x="77" y="29"/>
                  </a:cubicBezTo>
                  <a:lnTo>
                    <a:pt x="105" y="29"/>
                  </a:lnTo>
                  <a:cubicBezTo>
                    <a:pt x="89" y="89"/>
                    <a:pt x="62" y="149"/>
                    <a:pt x="42" y="195"/>
                  </a:cubicBezTo>
                  <a:cubicBezTo>
                    <a:pt x="38" y="202"/>
                    <a:pt x="38" y="203"/>
                    <a:pt x="38" y="207"/>
                  </a:cubicBezTo>
                  <a:cubicBezTo>
                    <a:pt x="38" y="216"/>
                    <a:pt x="46" y="220"/>
                    <a:pt x="52" y="220"/>
                  </a:cubicBezTo>
                  <a:cubicBezTo>
                    <a:pt x="67" y="220"/>
                    <a:pt x="71" y="206"/>
                    <a:pt x="77" y="188"/>
                  </a:cubicBezTo>
                  <a:cubicBezTo>
                    <a:pt x="84" y="165"/>
                    <a:pt x="84" y="164"/>
                    <a:pt x="90" y="139"/>
                  </a:cubicBezTo>
                  <a:lnTo>
                    <a:pt x="118" y="2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9" name="Freeform 143">
              <a:extLst>
                <a:ext uri="{FF2B5EF4-FFF2-40B4-BE49-F238E27FC236}">
                  <a16:creationId xmlns:a16="http://schemas.microsoft.com/office/drawing/2014/main" id="{4FD67F55-F3B4-403E-9B0E-A0D95549C93D}"/>
                </a:ext>
              </a:extLst>
            </p:cNvPr>
            <p:cNvSpPr>
              <a:spLocks noEditPoints="1"/>
            </p:cNvSpPr>
            <p:nvPr>
              <p:custDataLst>
                <p:tags r:id="rId293"/>
              </p:custDataLst>
            </p:nvPr>
          </p:nvSpPr>
          <p:spPr bwMode="auto">
            <a:xfrm>
              <a:off x="6507163" y="895350"/>
              <a:ext cx="39687" cy="42863"/>
            </a:xfrm>
            <a:custGeom>
              <a:avLst/>
              <a:gdLst>
                <a:gd name="T0" fmla="*/ 171 w 171"/>
                <a:gd name="T1" fmla="*/ 81 h 159"/>
                <a:gd name="T2" fmla="*/ 86 w 171"/>
                <a:gd name="T3" fmla="*/ 0 h 159"/>
                <a:gd name="T4" fmla="*/ 0 w 171"/>
                <a:gd name="T5" fmla="*/ 81 h 159"/>
                <a:gd name="T6" fmla="*/ 86 w 171"/>
                <a:gd name="T7" fmla="*/ 159 h 159"/>
                <a:gd name="T8" fmla="*/ 171 w 171"/>
                <a:gd name="T9" fmla="*/ 81 h 159"/>
                <a:gd name="T10" fmla="*/ 86 w 171"/>
                <a:gd name="T11" fmla="*/ 148 h 159"/>
                <a:gd name="T12" fmla="*/ 42 w 171"/>
                <a:gd name="T13" fmla="*/ 127 h 159"/>
                <a:gd name="T14" fmla="*/ 32 w 171"/>
                <a:gd name="T15" fmla="*/ 78 h 159"/>
                <a:gd name="T16" fmla="*/ 44 w 171"/>
                <a:gd name="T17" fmla="*/ 28 h 159"/>
                <a:gd name="T18" fmla="*/ 86 w 171"/>
                <a:gd name="T19" fmla="*/ 10 h 159"/>
                <a:gd name="T20" fmla="*/ 129 w 171"/>
                <a:gd name="T21" fmla="*/ 30 h 159"/>
                <a:gd name="T22" fmla="*/ 139 w 171"/>
                <a:gd name="T23" fmla="*/ 78 h 159"/>
                <a:gd name="T24" fmla="*/ 128 w 171"/>
                <a:gd name="T25" fmla="*/ 128 h 159"/>
                <a:gd name="T26" fmla="*/ 86 w 171"/>
                <a:gd name="T27" fmla="*/ 148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1" h="159">
                  <a:moveTo>
                    <a:pt x="171" y="81"/>
                  </a:moveTo>
                  <a:cubicBezTo>
                    <a:pt x="171" y="38"/>
                    <a:pt x="134" y="0"/>
                    <a:pt x="86" y="0"/>
                  </a:cubicBezTo>
                  <a:cubicBezTo>
                    <a:pt x="37" y="0"/>
                    <a:pt x="0" y="38"/>
                    <a:pt x="0" y="81"/>
                  </a:cubicBezTo>
                  <a:cubicBezTo>
                    <a:pt x="0" y="125"/>
                    <a:pt x="38" y="159"/>
                    <a:pt x="86" y="159"/>
                  </a:cubicBezTo>
                  <a:cubicBezTo>
                    <a:pt x="133" y="159"/>
                    <a:pt x="171" y="125"/>
                    <a:pt x="171" y="81"/>
                  </a:cubicBezTo>
                  <a:close/>
                  <a:moveTo>
                    <a:pt x="86" y="148"/>
                  </a:moveTo>
                  <a:cubicBezTo>
                    <a:pt x="73" y="148"/>
                    <a:pt x="54" y="144"/>
                    <a:pt x="42" y="127"/>
                  </a:cubicBezTo>
                  <a:cubicBezTo>
                    <a:pt x="33" y="112"/>
                    <a:pt x="32" y="94"/>
                    <a:pt x="32" y="78"/>
                  </a:cubicBezTo>
                  <a:cubicBezTo>
                    <a:pt x="32" y="63"/>
                    <a:pt x="32" y="43"/>
                    <a:pt x="44" y="28"/>
                  </a:cubicBezTo>
                  <a:cubicBezTo>
                    <a:pt x="53" y="17"/>
                    <a:pt x="68" y="10"/>
                    <a:pt x="86" y="10"/>
                  </a:cubicBezTo>
                  <a:cubicBezTo>
                    <a:pt x="106" y="10"/>
                    <a:pt x="121" y="19"/>
                    <a:pt x="129" y="30"/>
                  </a:cubicBezTo>
                  <a:cubicBezTo>
                    <a:pt x="138" y="44"/>
                    <a:pt x="139" y="61"/>
                    <a:pt x="139" y="78"/>
                  </a:cubicBezTo>
                  <a:cubicBezTo>
                    <a:pt x="139" y="95"/>
                    <a:pt x="138" y="113"/>
                    <a:pt x="128" y="128"/>
                  </a:cubicBezTo>
                  <a:cubicBezTo>
                    <a:pt x="119" y="141"/>
                    <a:pt x="103" y="148"/>
                    <a:pt x="86" y="14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0" name="Freeform 144">
              <a:extLst>
                <a:ext uri="{FF2B5EF4-FFF2-40B4-BE49-F238E27FC236}">
                  <a16:creationId xmlns:a16="http://schemas.microsoft.com/office/drawing/2014/main" id="{14F97FD8-3E6A-46A3-AC4E-BB20FC4E5A05}"/>
                </a:ext>
              </a:extLst>
            </p:cNvPr>
            <p:cNvSpPr>
              <a:spLocks noEditPoints="1"/>
            </p:cNvSpPr>
            <p:nvPr>
              <p:custDataLst>
                <p:tags r:id="rId294"/>
              </p:custDataLst>
            </p:nvPr>
          </p:nvSpPr>
          <p:spPr bwMode="auto">
            <a:xfrm>
              <a:off x="6554788" y="896938"/>
              <a:ext cx="42862" cy="57150"/>
            </a:xfrm>
            <a:custGeom>
              <a:avLst/>
              <a:gdLst>
                <a:gd name="T0" fmla="*/ 80 w 187"/>
                <a:gd name="T1" fmla="*/ 209 h 221"/>
                <a:gd name="T2" fmla="*/ 54 w 187"/>
                <a:gd name="T3" fmla="*/ 194 h 221"/>
                <a:gd name="T4" fmla="*/ 54 w 187"/>
                <a:gd name="T5" fmla="*/ 137 h 221"/>
                <a:gd name="T6" fmla="*/ 102 w 187"/>
                <a:gd name="T7" fmla="*/ 157 h 221"/>
                <a:gd name="T8" fmla="*/ 187 w 187"/>
                <a:gd name="T9" fmla="*/ 78 h 221"/>
                <a:gd name="T10" fmla="*/ 107 w 187"/>
                <a:gd name="T11" fmla="*/ 0 h 221"/>
                <a:gd name="T12" fmla="*/ 53 w 187"/>
                <a:gd name="T13" fmla="*/ 21 h 221"/>
                <a:gd name="T14" fmla="*/ 53 w 187"/>
                <a:gd name="T15" fmla="*/ 0 h 221"/>
                <a:gd name="T16" fmla="*/ 0 w 187"/>
                <a:gd name="T17" fmla="*/ 4 h 221"/>
                <a:gd name="T18" fmla="*/ 0 w 187"/>
                <a:gd name="T19" fmla="*/ 16 h 221"/>
                <a:gd name="T20" fmla="*/ 27 w 187"/>
                <a:gd name="T21" fmla="*/ 32 h 221"/>
                <a:gd name="T22" fmla="*/ 27 w 187"/>
                <a:gd name="T23" fmla="*/ 194 h 221"/>
                <a:gd name="T24" fmla="*/ 0 w 187"/>
                <a:gd name="T25" fmla="*/ 209 h 221"/>
                <a:gd name="T26" fmla="*/ 0 w 187"/>
                <a:gd name="T27" fmla="*/ 221 h 221"/>
                <a:gd name="T28" fmla="*/ 40 w 187"/>
                <a:gd name="T29" fmla="*/ 220 h 221"/>
                <a:gd name="T30" fmla="*/ 80 w 187"/>
                <a:gd name="T31" fmla="*/ 221 h 221"/>
                <a:gd name="T32" fmla="*/ 80 w 187"/>
                <a:gd name="T33" fmla="*/ 209 h 221"/>
                <a:gd name="T34" fmla="*/ 54 w 187"/>
                <a:gd name="T35" fmla="*/ 37 h 221"/>
                <a:gd name="T36" fmla="*/ 103 w 187"/>
                <a:gd name="T37" fmla="*/ 11 h 221"/>
                <a:gd name="T38" fmla="*/ 155 w 187"/>
                <a:gd name="T39" fmla="*/ 78 h 221"/>
                <a:gd name="T40" fmla="*/ 99 w 187"/>
                <a:gd name="T41" fmla="*/ 147 h 221"/>
                <a:gd name="T42" fmla="*/ 54 w 187"/>
                <a:gd name="T43" fmla="*/ 118 h 221"/>
                <a:gd name="T44" fmla="*/ 54 w 187"/>
                <a:gd name="T45" fmla="*/ 3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7" h="221">
                  <a:moveTo>
                    <a:pt x="80" y="209"/>
                  </a:moveTo>
                  <a:cubicBezTo>
                    <a:pt x="58" y="209"/>
                    <a:pt x="54" y="209"/>
                    <a:pt x="54" y="194"/>
                  </a:cubicBezTo>
                  <a:lnTo>
                    <a:pt x="54" y="137"/>
                  </a:lnTo>
                  <a:cubicBezTo>
                    <a:pt x="56" y="139"/>
                    <a:pt x="72" y="157"/>
                    <a:pt x="102" y="157"/>
                  </a:cubicBezTo>
                  <a:cubicBezTo>
                    <a:pt x="148" y="157"/>
                    <a:pt x="187" y="123"/>
                    <a:pt x="187" y="78"/>
                  </a:cubicBezTo>
                  <a:cubicBezTo>
                    <a:pt x="187" y="35"/>
                    <a:pt x="152" y="0"/>
                    <a:pt x="107" y="0"/>
                  </a:cubicBezTo>
                  <a:cubicBezTo>
                    <a:pt x="87" y="0"/>
                    <a:pt x="67" y="7"/>
                    <a:pt x="53" y="21"/>
                  </a:cubicBezTo>
                  <a:lnTo>
                    <a:pt x="53" y="0"/>
                  </a:lnTo>
                  <a:lnTo>
                    <a:pt x="0" y="4"/>
                  </a:lnTo>
                  <a:lnTo>
                    <a:pt x="0" y="16"/>
                  </a:lnTo>
                  <a:cubicBezTo>
                    <a:pt x="25" y="16"/>
                    <a:pt x="27" y="18"/>
                    <a:pt x="27" y="32"/>
                  </a:cubicBezTo>
                  <a:lnTo>
                    <a:pt x="27" y="194"/>
                  </a:lnTo>
                  <a:cubicBezTo>
                    <a:pt x="27" y="209"/>
                    <a:pt x="23" y="209"/>
                    <a:pt x="0" y="209"/>
                  </a:cubicBezTo>
                  <a:lnTo>
                    <a:pt x="0" y="221"/>
                  </a:lnTo>
                  <a:cubicBezTo>
                    <a:pt x="1" y="221"/>
                    <a:pt x="25" y="220"/>
                    <a:pt x="40" y="220"/>
                  </a:cubicBezTo>
                  <a:cubicBezTo>
                    <a:pt x="53" y="220"/>
                    <a:pt x="77" y="221"/>
                    <a:pt x="80" y="221"/>
                  </a:cubicBezTo>
                  <a:lnTo>
                    <a:pt x="80" y="209"/>
                  </a:lnTo>
                  <a:close/>
                  <a:moveTo>
                    <a:pt x="54" y="37"/>
                  </a:moveTo>
                  <a:cubicBezTo>
                    <a:pt x="65" y="20"/>
                    <a:pt x="85" y="11"/>
                    <a:pt x="103" y="11"/>
                  </a:cubicBezTo>
                  <a:cubicBezTo>
                    <a:pt x="133" y="11"/>
                    <a:pt x="155" y="42"/>
                    <a:pt x="155" y="78"/>
                  </a:cubicBezTo>
                  <a:cubicBezTo>
                    <a:pt x="155" y="118"/>
                    <a:pt x="129" y="147"/>
                    <a:pt x="99" y="147"/>
                  </a:cubicBezTo>
                  <a:cubicBezTo>
                    <a:pt x="69" y="147"/>
                    <a:pt x="55" y="120"/>
                    <a:pt x="54" y="118"/>
                  </a:cubicBezTo>
                  <a:lnTo>
                    <a:pt x="54" y="3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1" name="Freeform 145">
              <a:extLst>
                <a:ext uri="{FF2B5EF4-FFF2-40B4-BE49-F238E27FC236}">
                  <a16:creationId xmlns:a16="http://schemas.microsoft.com/office/drawing/2014/main" id="{4AC49F2C-E380-4EF4-AB35-46B2AD5E6647}"/>
                </a:ext>
              </a:extLst>
            </p:cNvPr>
            <p:cNvSpPr>
              <a:spLocks/>
            </p:cNvSpPr>
            <p:nvPr>
              <p:custDataLst>
                <p:tags r:id="rId295"/>
              </p:custDataLst>
            </p:nvPr>
          </p:nvSpPr>
          <p:spPr bwMode="auto">
            <a:xfrm>
              <a:off x="6604000" y="881063"/>
              <a:ext cx="28575" cy="57150"/>
            </a:xfrm>
            <a:custGeom>
              <a:avLst/>
              <a:gdLst>
                <a:gd name="T0" fmla="*/ 60 w 120"/>
                <a:gd name="T1" fmla="*/ 77 h 218"/>
                <a:gd name="T2" fmla="*/ 114 w 120"/>
                <a:gd name="T3" fmla="*/ 77 h 218"/>
                <a:gd name="T4" fmla="*/ 114 w 120"/>
                <a:gd name="T5" fmla="*/ 64 h 218"/>
                <a:gd name="T6" fmla="*/ 60 w 120"/>
                <a:gd name="T7" fmla="*/ 64 h 218"/>
                <a:gd name="T8" fmla="*/ 60 w 120"/>
                <a:gd name="T9" fmla="*/ 0 h 218"/>
                <a:gd name="T10" fmla="*/ 48 w 120"/>
                <a:gd name="T11" fmla="*/ 0 h 218"/>
                <a:gd name="T12" fmla="*/ 0 w 120"/>
                <a:gd name="T13" fmla="*/ 67 h 218"/>
                <a:gd name="T14" fmla="*/ 0 w 120"/>
                <a:gd name="T15" fmla="*/ 77 h 218"/>
                <a:gd name="T16" fmla="*/ 32 w 120"/>
                <a:gd name="T17" fmla="*/ 77 h 218"/>
                <a:gd name="T18" fmla="*/ 32 w 120"/>
                <a:gd name="T19" fmla="*/ 171 h 218"/>
                <a:gd name="T20" fmla="*/ 81 w 120"/>
                <a:gd name="T21" fmla="*/ 218 h 218"/>
                <a:gd name="T22" fmla="*/ 120 w 120"/>
                <a:gd name="T23" fmla="*/ 171 h 218"/>
                <a:gd name="T24" fmla="*/ 120 w 120"/>
                <a:gd name="T25" fmla="*/ 151 h 218"/>
                <a:gd name="T26" fmla="*/ 109 w 120"/>
                <a:gd name="T27" fmla="*/ 151 h 218"/>
                <a:gd name="T28" fmla="*/ 109 w 120"/>
                <a:gd name="T29" fmla="*/ 170 h 218"/>
                <a:gd name="T30" fmla="*/ 84 w 120"/>
                <a:gd name="T31" fmla="*/ 207 h 218"/>
                <a:gd name="T32" fmla="*/ 60 w 120"/>
                <a:gd name="T33" fmla="*/ 171 h 218"/>
                <a:gd name="T34" fmla="*/ 60 w 120"/>
                <a:gd name="T35" fmla="*/ 77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" h="218">
                  <a:moveTo>
                    <a:pt x="60" y="77"/>
                  </a:moveTo>
                  <a:lnTo>
                    <a:pt x="114" y="77"/>
                  </a:lnTo>
                  <a:lnTo>
                    <a:pt x="114" y="64"/>
                  </a:lnTo>
                  <a:lnTo>
                    <a:pt x="60" y="64"/>
                  </a:lnTo>
                  <a:lnTo>
                    <a:pt x="60" y="0"/>
                  </a:lnTo>
                  <a:lnTo>
                    <a:pt x="48" y="0"/>
                  </a:lnTo>
                  <a:cubicBezTo>
                    <a:pt x="47" y="31"/>
                    <a:pt x="33" y="66"/>
                    <a:pt x="0" y="67"/>
                  </a:cubicBezTo>
                  <a:lnTo>
                    <a:pt x="0" y="77"/>
                  </a:lnTo>
                  <a:lnTo>
                    <a:pt x="32" y="77"/>
                  </a:lnTo>
                  <a:lnTo>
                    <a:pt x="32" y="171"/>
                  </a:lnTo>
                  <a:cubicBezTo>
                    <a:pt x="32" y="210"/>
                    <a:pt x="61" y="218"/>
                    <a:pt x="81" y="218"/>
                  </a:cubicBezTo>
                  <a:cubicBezTo>
                    <a:pt x="104" y="218"/>
                    <a:pt x="120" y="198"/>
                    <a:pt x="120" y="171"/>
                  </a:cubicBezTo>
                  <a:lnTo>
                    <a:pt x="120" y="151"/>
                  </a:lnTo>
                  <a:lnTo>
                    <a:pt x="109" y="151"/>
                  </a:lnTo>
                  <a:lnTo>
                    <a:pt x="109" y="170"/>
                  </a:lnTo>
                  <a:cubicBezTo>
                    <a:pt x="109" y="194"/>
                    <a:pt x="97" y="207"/>
                    <a:pt x="84" y="207"/>
                  </a:cubicBezTo>
                  <a:cubicBezTo>
                    <a:pt x="60" y="207"/>
                    <a:pt x="60" y="178"/>
                    <a:pt x="60" y="171"/>
                  </a:cubicBezTo>
                  <a:lnTo>
                    <a:pt x="60" y="7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296" name="그룹 295" descr="\documentclass{article}&#10;\usepackage{amsmath}&#10;\pagestyle{empty}&#10;\begin{document}&#10;&#10;$\pi_\text{sim}$&#10;\end{document}" title="IguanaTex Vector Display">
            <a:extLst>
              <a:ext uri="{FF2B5EF4-FFF2-40B4-BE49-F238E27FC236}">
                <a16:creationId xmlns:a16="http://schemas.microsoft.com/office/drawing/2014/main" id="{EC32B9BF-446E-447D-A71A-1394D62920CA}"/>
              </a:ext>
            </a:extLst>
          </p:cNvPr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6846888" y="860425"/>
            <a:ext cx="195480" cy="67218"/>
            <a:chOff x="6846888" y="860425"/>
            <a:chExt cx="192088" cy="76200"/>
          </a:xfrm>
        </p:grpSpPr>
        <p:sp>
          <p:nvSpPr>
            <p:cNvPr id="291" name="Freeform 152">
              <a:extLst>
                <a:ext uri="{FF2B5EF4-FFF2-40B4-BE49-F238E27FC236}">
                  <a16:creationId xmlns:a16="http://schemas.microsoft.com/office/drawing/2014/main" id="{055B2D06-5BE0-4F13-AF59-75C36B341A6E}"/>
                </a:ext>
              </a:extLst>
            </p:cNvPr>
            <p:cNvSpPr>
              <a:spLocks/>
            </p:cNvSpPr>
            <p:nvPr>
              <p:custDataLst>
                <p:tags r:id="rId288"/>
              </p:custDataLst>
            </p:nvPr>
          </p:nvSpPr>
          <p:spPr bwMode="auto">
            <a:xfrm>
              <a:off x="6846888" y="860425"/>
              <a:ext cx="60325" cy="57150"/>
            </a:xfrm>
            <a:custGeom>
              <a:avLst/>
              <a:gdLst>
                <a:gd name="T0" fmla="*/ 118 w 269"/>
                <a:gd name="T1" fmla="*/ 29 h 220"/>
                <a:gd name="T2" fmla="*/ 175 w 269"/>
                <a:gd name="T3" fmla="*/ 29 h 220"/>
                <a:gd name="T4" fmla="*/ 154 w 269"/>
                <a:gd name="T5" fmla="*/ 157 h 220"/>
                <a:gd name="T6" fmla="*/ 158 w 269"/>
                <a:gd name="T7" fmla="*/ 195 h 220"/>
                <a:gd name="T8" fmla="*/ 176 w 269"/>
                <a:gd name="T9" fmla="*/ 220 h 220"/>
                <a:gd name="T10" fmla="*/ 196 w 269"/>
                <a:gd name="T11" fmla="*/ 201 h 220"/>
                <a:gd name="T12" fmla="*/ 193 w 269"/>
                <a:gd name="T13" fmla="*/ 190 h 220"/>
                <a:gd name="T14" fmla="*/ 179 w 269"/>
                <a:gd name="T15" fmla="*/ 108 h 220"/>
                <a:gd name="T16" fmla="*/ 188 w 269"/>
                <a:gd name="T17" fmla="*/ 29 h 220"/>
                <a:gd name="T18" fmla="*/ 245 w 269"/>
                <a:gd name="T19" fmla="*/ 29 h 220"/>
                <a:gd name="T20" fmla="*/ 269 w 269"/>
                <a:gd name="T21" fmla="*/ 12 h 220"/>
                <a:gd name="T22" fmla="*/ 249 w 269"/>
                <a:gd name="T23" fmla="*/ 0 h 220"/>
                <a:gd name="T24" fmla="*/ 82 w 269"/>
                <a:gd name="T25" fmla="*/ 0 h 220"/>
                <a:gd name="T26" fmla="*/ 30 w 269"/>
                <a:gd name="T27" fmla="*/ 23 h 220"/>
                <a:gd name="T28" fmla="*/ 0 w 269"/>
                <a:gd name="T29" fmla="*/ 68 h 220"/>
                <a:gd name="T30" fmla="*/ 6 w 269"/>
                <a:gd name="T31" fmla="*/ 73 h 220"/>
                <a:gd name="T32" fmla="*/ 14 w 269"/>
                <a:gd name="T33" fmla="*/ 67 h 220"/>
                <a:gd name="T34" fmla="*/ 77 w 269"/>
                <a:gd name="T35" fmla="*/ 29 h 220"/>
                <a:gd name="T36" fmla="*/ 105 w 269"/>
                <a:gd name="T37" fmla="*/ 29 h 220"/>
                <a:gd name="T38" fmla="*/ 42 w 269"/>
                <a:gd name="T39" fmla="*/ 195 h 220"/>
                <a:gd name="T40" fmla="*/ 38 w 269"/>
                <a:gd name="T41" fmla="*/ 207 h 220"/>
                <a:gd name="T42" fmla="*/ 52 w 269"/>
                <a:gd name="T43" fmla="*/ 220 h 220"/>
                <a:gd name="T44" fmla="*/ 77 w 269"/>
                <a:gd name="T45" fmla="*/ 188 h 220"/>
                <a:gd name="T46" fmla="*/ 90 w 269"/>
                <a:gd name="T47" fmla="*/ 139 h 220"/>
                <a:gd name="T48" fmla="*/ 118 w 269"/>
                <a:gd name="T49" fmla="*/ 29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9" h="220">
                  <a:moveTo>
                    <a:pt x="118" y="29"/>
                  </a:moveTo>
                  <a:lnTo>
                    <a:pt x="175" y="29"/>
                  </a:lnTo>
                  <a:cubicBezTo>
                    <a:pt x="158" y="102"/>
                    <a:pt x="154" y="124"/>
                    <a:pt x="154" y="157"/>
                  </a:cubicBezTo>
                  <a:cubicBezTo>
                    <a:pt x="154" y="165"/>
                    <a:pt x="154" y="178"/>
                    <a:pt x="158" y="195"/>
                  </a:cubicBezTo>
                  <a:cubicBezTo>
                    <a:pt x="163" y="217"/>
                    <a:pt x="168" y="220"/>
                    <a:pt x="176" y="220"/>
                  </a:cubicBezTo>
                  <a:cubicBezTo>
                    <a:pt x="186" y="220"/>
                    <a:pt x="196" y="211"/>
                    <a:pt x="196" y="201"/>
                  </a:cubicBezTo>
                  <a:cubicBezTo>
                    <a:pt x="196" y="198"/>
                    <a:pt x="196" y="197"/>
                    <a:pt x="193" y="190"/>
                  </a:cubicBezTo>
                  <a:cubicBezTo>
                    <a:pt x="179" y="154"/>
                    <a:pt x="179" y="122"/>
                    <a:pt x="179" y="108"/>
                  </a:cubicBezTo>
                  <a:cubicBezTo>
                    <a:pt x="179" y="81"/>
                    <a:pt x="182" y="54"/>
                    <a:pt x="188" y="29"/>
                  </a:cubicBezTo>
                  <a:lnTo>
                    <a:pt x="245" y="29"/>
                  </a:lnTo>
                  <a:cubicBezTo>
                    <a:pt x="251" y="29"/>
                    <a:pt x="269" y="29"/>
                    <a:pt x="269" y="12"/>
                  </a:cubicBezTo>
                  <a:cubicBezTo>
                    <a:pt x="269" y="0"/>
                    <a:pt x="259" y="0"/>
                    <a:pt x="249" y="0"/>
                  </a:cubicBezTo>
                  <a:lnTo>
                    <a:pt x="82" y="0"/>
                  </a:lnTo>
                  <a:cubicBezTo>
                    <a:pt x="71" y="0"/>
                    <a:pt x="52" y="0"/>
                    <a:pt x="30" y="23"/>
                  </a:cubicBezTo>
                  <a:cubicBezTo>
                    <a:pt x="13" y="42"/>
                    <a:pt x="0" y="65"/>
                    <a:pt x="0" y="68"/>
                  </a:cubicBezTo>
                  <a:cubicBezTo>
                    <a:pt x="0" y="68"/>
                    <a:pt x="0" y="73"/>
                    <a:pt x="6" y="73"/>
                  </a:cubicBezTo>
                  <a:cubicBezTo>
                    <a:pt x="10" y="73"/>
                    <a:pt x="11" y="71"/>
                    <a:pt x="14" y="67"/>
                  </a:cubicBezTo>
                  <a:cubicBezTo>
                    <a:pt x="38" y="29"/>
                    <a:pt x="67" y="29"/>
                    <a:pt x="77" y="29"/>
                  </a:cubicBezTo>
                  <a:lnTo>
                    <a:pt x="105" y="29"/>
                  </a:lnTo>
                  <a:cubicBezTo>
                    <a:pt x="89" y="89"/>
                    <a:pt x="62" y="149"/>
                    <a:pt x="42" y="195"/>
                  </a:cubicBezTo>
                  <a:cubicBezTo>
                    <a:pt x="38" y="202"/>
                    <a:pt x="38" y="203"/>
                    <a:pt x="38" y="207"/>
                  </a:cubicBezTo>
                  <a:cubicBezTo>
                    <a:pt x="38" y="216"/>
                    <a:pt x="46" y="220"/>
                    <a:pt x="52" y="220"/>
                  </a:cubicBezTo>
                  <a:cubicBezTo>
                    <a:pt x="67" y="220"/>
                    <a:pt x="71" y="206"/>
                    <a:pt x="77" y="188"/>
                  </a:cubicBezTo>
                  <a:cubicBezTo>
                    <a:pt x="84" y="165"/>
                    <a:pt x="84" y="164"/>
                    <a:pt x="90" y="139"/>
                  </a:cubicBezTo>
                  <a:lnTo>
                    <a:pt x="118" y="2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2" name="Freeform 153">
              <a:extLst>
                <a:ext uri="{FF2B5EF4-FFF2-40B4-BE49-F238E27FC236}">
                  <a16:creationId xmlns:a16="http://schemas.microsoft.com/office/drawing/2014/main" id="{53176231-48FF-47A2-B9A2-5AFC1D74E4A6}"/>
                </a:ext>
              </a:extLst>
            </p:cNvPr>
            <p:cNvSpPr>
              <a:spLocks/>
            </p:cNvSpPr>
            <p:nvPr>
              <p:custDataLst>
                <p:tags r:id="rId289"/>
              </p:custDataLst>
            </p:nvPr>
          </p:nvSpPr>
          <p:spPr bwMode="auto">
            <a:xfrm>
              <a:off x="6911976" y="895350"/>
              <a:ext cx="28575" cy="41275"/>
            </a:xfrm>
            <a:custGeom>
              <a:avLst/>
              <a:gdLst>
                <a:gd name="T0" fmla="*/ 117 w 127"/>
                <a:gd name="T1" fmla="*/ 9 h 159"/>
                <a:gd name="T2" fmla="*/ 112 w 127"/>
                <a:gd name="T3" fmla="*/ 0 h 159"/>
                <a:gd name="T4" fmla="*/ 105 w 127"/>
                <a:gd name="T5" fmla="*/ 4 h 159"/>
                <a:gd name="T6" fmla="*/ 99 w 127"/>
                <a:gd name="T7" fmla="*/ 9 h 159"/>
                <a:gd name="T8" fmla="*/ 62 w 127"/>
                <a:gd name="T9" fmla="*/ 0 h 159"/>
                <a:gd name="T10" fmla="*/ 0 w 127"/>
                <a:gd name="T11" fmla="*/ 43 h 159"/>
                <a:gd name="T12" fmla="*/ 13 w 127"/>
                <a:gd name="T13" fmla="*/ 71 h 159"/>
                <a:gd name="T14" fmla="*/ 62 w 127"/>
                <a:gd name="T15" fmla="*/ 88 h 159"/>
                <a:gd name="T16" fmla="*/ 107 w 127"/>
                <a:gd name="T17" fmla="*/ 120 h 159"/>
                <a:gd name="T18" fmla="*/ 64 w 127"/>
                <a:gd name="T19" fmla="*/ 149 h 159"/>
                <a:gd name="T20" fmla="*/ 12 w 127"/>
                <a:gd name="T21" fmla="*/ 104 h 159"/>
                <a:gd name="T22" fmla="*/ 6 w 127"/>
                <a:gd name="T23" fmla="*/ 98 h 159"/>
                <a:gd name="T24" fmla="*/ 0 w 127"/>
                <a:gd name="T25" fmla="*/ 107 h 159"/>
                <a:gd name="T26" fmla="*/ 0 w 127"/>
                <a:gd name="T27" fmla="*/ 150 h 159"/>
                <a:gd name="T28" fmla="*/ 5 w 127"/>
                <a:gd name="T29" fmla="*/ 159 h 159"/>
                <a:gd name="T30" fmla="*/ 22 w 127"/>
                <a:gd name="T31" fmla="*/ 144 h 159"/>
                <a:gd name="T32" fmla="*/ 64 w 127"/>
                <a:gd name="T33" fmla="*/ 159 h 159"/>
                <a:gd name="T34" fmla="*/ 127 w 127"/>
                <a:gd name="T35" fmla="*/ 110 h 159"/>
                <a:gd name="T36" fmla="*/ 111 w 127"/>
                <a:gd name="T37" fmla="*/ 78 h 159"/>
                <a:gd name="T38" fmla="*/ 70 w 127"/>
                <a:gd name="T39" fmla="*/ 61 h 159"/>
                <a:gd name="T40" fmla="*/ 19 w 127"/>
                <a:gd name="T41" fmla="*/ 33 h 159"/>
                <a:gd name="T42" fmla="*/ 62 w 127"/>
                <a:gd name="T43" fmla="*/ 8 h 159"/>
                <a:gd name="T44" fmla="*/ 105 w 127"/>
                <a:gd name="T45" fmla="*/ 47 h 159"/>
                <a:gd name="T46" fmla="*/ 111 w 127"/>
                <a:gd name="T47" fmla="*/ 50 h 159"/>
                <a:gd name="T48" fmla="*/ 117 w 127"/>
                <a:gd name="T49" fmla="*/ 41 h 159"/>
                <a:gd name="T50" fmla="*/ 117 w 127"/>
                <a:gd name="T51" fmla="*/ 9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7" h="159">
                  <a:moveTo>
                    <a:pt x="117" y="9"/>
                  </a:moveTo>
                  <a:cubicBezTo>
                    <a:pt x="117" y="3"/>
                    <a:pt x="117" y="0"/>
                    <a:pt x="112" y="0"/>
                  </a:cubicBezTo>
                  <a:cubicBezTo>
                    <a:pt x="110" y="0"/>
                    <a:pt x="109" y="0"/>
                    <a:pt x="105" y="4"/>
                  </a:cubicBezTo>
                  <a:cubicBezTo>
                    <a:pt x="104" y="4"/>
                    <a:pt x="101" y="8"/>
                    <a:pt x="99" y="9"/>
                  </a:cubicBezTo>
                  <a:cubicBezTo>
                    <a:pt x="88" y="2"/>
                    <a:pt x="75" y="0"/>
                    <a:pt x="62" y="0"/>
                  </a:cubicBezTo>
                  <a:cubicBezTo>
                    <a:pt x="12" y="0"/>
                    <a:pt x="0" y="26"/>
                    <a:pt x="0" y="43"/>
                  </a:cubicBezTo>
                  <a:cubicBezTo>
                    <a:pt x="0" y="55"/>
                    <a:pt x="5" y="64"/>
                    <a:pt x="13" y="71"/>
                  </a:cubicBezTo>
                  <a:cubicBezTo>
                    <a:pt x="27" y="82"/>
                    <a:pt x="40" y="85"/>
                    <a:pt x="62" y="88"/>
                  </a:cubicBezTo>
                  <a:cubicBezTo>
                    <a:pt x="79" y="91"/>
                    <a:pt x="107" y="96"/>
                    <a:pt x="107" y="120"/>
                  </a:cubicBezTo>
                  <a:cubicBezTo>
                    <a:pt x="107" y="133"/>
                    <a:pt x="98" y="149"/>
                    <a:pt x="64" y="149"/>
                  </a:cubicBezTo>
                  <a:cubicBezTo>
                    <a:pt x="31" y="149"/>
                    <a:pt x="19" y="127"/>
                    <a:pt x="12" y="104"/>
                  </a:cubicBezTo>
                  <a:cubicBezTo>
                    <a:pt x="11" y="99"/>
                    <a:pt x="11" y="98"/>
                    <a:pt x="6" y="98"/>
                  </a:cubicBezTo>
                  <a:cubicBezTo>
                    <a:pt x="0" y="98"/>
                    <a:pt x="0" y="100"/>
                    <a:pt x="0" y="107"/>
                  </a:cubicBezTo>
                  <a:lnTo>
                    <a:pt x="0" y="150"/>
                  </a:lnTo>
                  <a:cubicBezTo>
                    <a:pt x="0" y="156"/>
                    <a:pt x="0" y="159"/>
                    <a:pt x="5" y="159"/>
                  </a:cubicBezTo>
                  <a:cubicBezTo>
                    <a:pt x="8" y="159"/>
                    <a:pt x="15" y="152"/>
                    <a:pt x="22" y="144"/>
                  </a:cubicBezTo>
                  <a:cubicBezTo>
                    <a:pt x="37" y="158"/>
                    <a:pt x="56" y="159"/>
                    <a:pt x="64" y="159"/>
                  </a:cubicBezTo>
                  <a:cubicBezTo>
                    <a:pt x="110" y="159"/>
                    <a:pt x="127" y="135"/>
                    <a:pt x="127" y="110"/>
                  </a:cubicBezTo>
                  <a:cubicBezTo>
                    <a:pt x="127" y="97"/>
                    <a:pt x="121" y="86"/>
                    <a:pt x="111" y="78"/>
                  </a:cubicBezTo>
                  <a:cubicBezTo>
                    <a:pt x="98" y="65"/>
                    <a:pt x="82" y="63"/>
                    <a:pt x="70" y="61"/>
                  </a:cubicBezTo>
                  <a:cubicBezTo>
                    <a:pt x="42" y="56"/>
                    <a:pt x="19" y="52"/>
                    <a:pt x="19" y="33"/>
                  </a:cubicBezTo>
                  <a:cubicBezTo>
                    <a:pt x="19" y="22"/>
                    <a:pt x="29" y="8"/>
                    <a:pt x="62" y="8"/>
                  </a:cubicBezTo>
                  <a:cubicBezTo>
                    <a:pt x="102" y="8"/>
                    <a:pt x="104" y="36"/>
                    <a:pt x="105" y="47"/>
                  </a:cubicBezTo>
                  <a:cubicBezTo>
                    <a:pt x="105" y="50"/>
                    <a:pt x="109" y="50"/>
                    <a:pt x="111" y="50"/>
                  </a:cubicBezTo>
                  <a:cubicBezTo>
                    <a:pt x="117" y="50"/>
                    <a:pt x="117" y="48"/>
                    <a:pt x="117" y="41"/>
                  </a:cubicBezTo>
                  <a:lnTo>
                    <a:pt x="117" y="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3" name="Freeform 154">
              <a:extLst>
                <a:ext uri="{FF2B5EF4-FFF2-40B4-BE49-F238E27FC236}">
                  <a16:creationId xmlns:a16="http://schemas.microsoft.com/office/drawing/2014/main" id="{F40153F2-F83D-4DE7-AF1A-B2DA25E0E514}"/>
                </a:ext>
              </a:extLst>
            </p:cNvPr>
            <p:cNvSpPr>
              <a:spLocks noEditPoints="1"/>
            </p:cNvSpPr>
            <p:nvPr>
              <p:custDataLst>
                <p:tags r:id="rId290"/>
              </p:custDataLst>
            </p:nvPr>
          </p:nvSpPr>
          <p:spPr bwMode="auto">
            <a:xfrm>
              <a:off x="6948488" y="874713"/>
              <a:ext cx="15875" cy="60325"/>
            </a:xfrm>
            <a:custGeom>
              <a:avLst/>
              <a:gdLst>
                <a:gd name="T0" fmla="*/ 54 w 76"/>
                <a:gd name="T1" fmla="*/ 20 h 236"/>
                <a:gd name="T2" fmla="*/ 34 w 76"/>
                <a:gd name="T3" fmla="*/ 0 h 236"/>
                <a:gd name="T4" fmla="*/ 14 w 76"/>
                <a:gd name="T5" fmla="*/ 20 h 236"/>
                <a:gd name="T6" fmla="*/ 34 w 76"/>
                <a:gd name="T7" fmla="*/ 40 h 236"/>
                <a:gd name="T8" fmla="*/ 54 w 76"/>
                <a:gd name="T9" fmla="*/ 20 h 236"/>
                <a:gd name="T10" fmla="*/ 1 w 76"/>
                <a:gd name="T11" fmla="*/ 85 h 236"/>
                <a:gd name="T12" fmla="*/ 1 w 76"/>
                <a:gd name="T13" fmla="*/ 98 h 236"/>
                <a:gd name="T14" fmla="*/ 26 w 76"/>
                <a:gd name="T15" fmla="*/ 117 h 236"/>
                <a:gd name="T16" fmla="*/ 26 w 76"/>
                <a:gd name="T17" fmla="*/ 208 h 236"/>
                <a:gd name="T18" fmla="*/ 0 w 76"/>
                <a:gd name="T19" fmla="*/ 223 h 236"/>
                <a:gd name="T20" fmla="*/ 0 w 76"/>
                <a:gd name="T21" fmla="*/ 236 h 236"/>
                <a:gd name="T22" fmla="*/ 39 w 76"/>
                <a:gd name="T23" fmla="*/ 234 h 236"/>
                <a:gd name="T24" fmla="*/ 76 w 76"/>
                <a:gd name="T25" fmla="*/ 236 h 236"/>
                <a:gd name="T26" fmla="*/ 76 w 76"/>
                <a:gd name="T27" fmla="*/ 223 h 236"/>
                <a:gd name="T28" fmla="*/ 52 w 76"/>
                <a:gd name="T29" fmla="*/ 208 h 236"/>
                <a:gd name="T30" fmla="*/ 52 w 76"/>
                <a:gd name="T31" fmla="*/ 82 h 236"/>
                <a:gd name="T32" fmla="*/ 1 w 76"/>
                <a:gd name="T33" fmla="*/ 85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6" h="236">
                  <a:moveTo>
                    <a:pt x="54" y="20"/>
                  </a:moveTo>
                  <a:cubicBezTo>
                    <a:pt x="54" y="10"/>
                    <a:pt x="46" y="0"/>
                    <a:pt x="34" y="0"/>
                  </a:cubicBezTo>
                  <a:cubicBezTo>
                    <a:pt x="23" y="0"/>
                    <a:pt x="14" y="9"/>
                    <a:pt x="14" y="20"/>
                  </a:cubicBezTo>
                  <a:cubicBezTo>
                    <a:pt x="14" y="33"/>
                    <a:pt x="24" y="40"/>
                    <a:pt x="34" y="40"/>
                  </a:cubicBezTo>
                  <a:cubicBezTo>
                    <a:pt x="45" y="40"/>
                    <a:pt x="54" y="32"/>
                    <a:pt x="54" y="20"/>
                  </a:cubicBezTo>
                  <a:close/>
                  <a:moveTo>
                    <a:pt x="1" y="85"/>
                  </a:moveTo>
                  <a:lnTo>
                    <a:pt x="1" y="98"/>
                  </a:lnTo>
                  <a:cubicBezTo>
                    <a:pt x="23" y="98"/>
                    <a:pt x="26" y="100"/>
                    <a:pt x="26" y="117"/>
                  </a:cubicBezTo>
                  <a:lnTo>
                    <a:pt x="26" y="208"/>
                  </a:lnTo>
                  <a:cubicBezTo>
                    <a:pt x="26" y="223"/>
                    <a:pt x="23" y="223"/>
                    <a:pt x="0" y="223"/>
                  </a:cubicBezTo>
                  <a:lnTo>
                    <a:pt x="0" y="236"/>
                  </a:lnTo>
                  <a:cubicBezTo>
                    <a:pt x="1" y="236"/>
                    <a:pt x="25" y="234"/>
                    <a:pt x="39" y="234"/>
                  </a:cubicBezTo>
                  <a:cubicBezTo>
                    <a:pt x="51" y="234"/>
                    <a:pt x="64" y="235"/>
                    <a:pt x="76" y="236"/>
                  </a:cubicBezTo>
                  <a:lnTo>
                    <a:pt x="76" y="223"/>
                  </a:lnTo>
                  <a:cubicBezTo>
                    <a:pt x="56" y="223"/>
                    <a:pt x="52" y="223"/>
                    <a:pt x="52" y="208"/>
                  </a:cubicBezTo>
                  <a:lnTo>
                    <a:pt x="52" y="82"/>
                  </a:lnTo>
                  <a:lnTo>
                    <a:pt x="1" y="8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4" name="Freeform 155">
              <a:extLst>
                <a:ext uri="{FF2B5EF4-FFF2-40B4-BE49-F238E27FC236}">
                  <a16:creationId xmlns:a16="http://schemas.microsoft.com/office/drawing/2014/main" id="{DBCF3FB3-5FBE-4DC6-9E10-D2F0BE3C3AE1}"/>
                </a:ext>
              </a:extLst>
            </p:cNvPr>
            <p:cNvSpPr>
              <a:spLocks/>
            </p:cNvSpPr>
            <p:nvPr>
              <p:custDataLst>
                <p:tags r:id="rId291"/>
              </p:custDataLst>
            </p:nvPr>
          </p:nvSpPr>
          <p:spPr bwMode="auto">
            <a:xfrm>
              <a:off x="6972301" y="895350"/>
              <a:ext cx="66675" cy="39688"/>
            </a:xfrm>
            <a:custGeom>
              <a:avLst/>
              <a:gdLst>
                <a:gd name="T0" fmla="*/ 268 w 294"/>
                <a:gd name="T1" fmla="*/ 48 h 154"/>
                <a:gd name="T2" fmla="*/ 216 w 294"/>
                <a:gd name="T3" fmla="*/ 0 h 154"/>
                <a:gd name="T4" fmla="*/ 160 w 294"/>
                <a:gd name="T5" fmla="*/ 32 h 154"/>
                <a:gd name="T6" fmla="*/ 109 w 294"/>
                <a:gd name="T7" fmla="*/ 0 h 154"/>
                <a:gd name="T8" fmla="*/ 52 w 294"/>
                <a:gd name="T9" fmla="*/ 33 h 154"/>
                <a:gd name="T10" fmla="*/ 51 w 294"/>
                <a:gd name="T11" fmla="*/ 33 h 154"/>
                <a:gd name="T12" fmla="*/ 51 w 294"/>
                <a:gd name="T13" fmla="*/ 0 h 154"/>
                <a:gd name="T14" fmla="*/ 0 w 294"/>
                <a:gd name="T15" fmla="*/ 3 h 154"/>
                <a:gd name="T16" fmla="*/ 0 w 294"/>
                <a:gd name="T17" fmla="*/ 16 h 154"/>
                <a:gd name="T18" fmla="*/ 26 w 294"/>
                <a:gd name="T19" fmla="*/ 36 h 154"/>
                <a:gd name="T20" fmla="*/ 26 w 294"/>
                <a:gd name="T21" fmla="*/ 126 h 154"/>
                <a:gd name="T22" fmla="*/ 0 w 294"/>
                <a:gd name="T23" fmla="*/ 141 h 154"/>
                <a:gd name="T24" fmla="*/ 0 w 294"/>
                <a:gd name="T25" fmla="*/ 154 h 154"/>
                <a:gd name="T26" fmla="*/ 40 w 294"/>
                <a:gd name="T27" fmla="*/ 152 h 154"/>
                <a:gd name="T28" fmla="*/ 80 w 294"/>
                <a:gd name="T29" fmla="*/ 154 h 154"/>
                <a:gd name="T30" fmla="*/ 80 w 294"/>
                <a:gd name="T31" fmla="*/ 141 h 154"/>
                <a:gd name="T32" fmla="*/ 54 w 294"/>
                <a:gd name="T33" fmla="*/ 126 h 154"/>
                <a:gd name="T34" fmla="*/ 54 w 294"/>
                <a:gd name="T35" fmla="*/ 63 h 154"/>
                <a:gd name="T36" fmla="*/ 106 w 294"/>
                <a:gd name="T37" fmla="*/ 9 h 154"/>
                <a:gd name="T38" fmla="*/ 133 w 294"/>
                <a:gd name="T39" fmla="*/ 46 h 154"/>
                <a:gd name="T40" fmla="*/ 133 w 294"/>
                <a:gd name="T41" fmla="*/ 126 h 154"/>
                <a:gd name="T42" fmla="*/ 107 w 294"/>
                <a:gd name="T43" fmla="*/ 141 h 154"/>
                <a:gd name="T44" fmla="*/ 107 w 294"/>
                <a:gd name="T45" fmla="*/ 154 h 154"/>
                <a:gd name="T46" fmla="*/ 147 w 294"/>
                <a:gd name="T47" fmla="*/ 152 h 154"/>
                <a:gd name="T48" fmla="*/ 187 w 294"/>
                <a:gd name="T49" fmla="*/ 154 h 154"/>
                <a:gd name="T50" fmla="*/ 187 w 294"/>
                <a:gd name="T51" fmla="*/ 141 h 154"/>
                <a:gd name="T52" fmla="*/ 161 w 294"/>
                <a:gd name="T53" fmla="*/ 126 h 154"/>
                <a:gd name="T54" fmla="*/ 161 w 294"/>
                <a:gd name="T55" fmla="*/ 63 h 154"/>
                <a:gd name="T56" fmla="*/ 213 w 294"/>
                <a:gd name="T57" fmla="*/ 9 h 154"/>
                <a:gd name="T58" fmla="*/ 241 w 294"/>
                <a:gd name="T59" fmla="*/ 46 h 154"/>
                <a:gd name="T60" fmla="*/ 241 w 294"/>
                <a:gd name="T61" fmla="*/ 126 h 154"/>
                <a:gd name="T62" fmla="*/ 214 w 294"/>
                <a:gd name="T63" fmla="*/ 141 h 154"/>
                <a:gd name="T64" fmla="*/ 214 w 294"/>
                <a:gd name="T65" fmla="*/ 154 h 154"/>
                <a:gd name="T66" fmla="*/ 254 w 294"/>
                <a:gd name="T67" fmla="*/ 152 h 154"/>
                <a:gd name="T68" fmla="*/ 294 w 294"/>
                <a:gd name="T69" fmla="*/ 154 h 154"/>
                <a:gd name="T70" fmla="*/ 294 w 294"/>
                <a:gd name="T71" fmla="*/ 141 h 154"/>
                <a:gd name="T72" fmla="*/ 268 w 294"/>
                <a:gd name="T73" fmla="*/ 126 h 154"/>
                <a:gd name="T74" fmla="*/ 268 w 294"/>
                <a:gd name="T75" fmla="*/ 48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94" h="154">
                  <a:moveTo>
                    <a:pt x="268" y="48"/>
                  </a:moveTo>
                  <a:cubicBezTo>
                    <a:pt x="268" y="17"/>
                    <a:pt x="253" y="0"/>
                    <a:pt x="216" y="0"/>
                  </a:cubicBezTo>
                  <a:cubicBezTo>
                    <a:pt x="188" y="0"/>
                    <a:pt x="169" y="15"/>
                    <a:pt x="160" y="32"/>
                  </a:cubicBezTo>
                  <a:cubicBezTo>
                    <a:pt x="153" y="7"/>
                    <a:pt x="134" y="0"/>
                    <a:pt x="109" y="0"/>
                  </a:cubicBezTo>
                  <a:cubicBezTo>
                    <a:pt x="80" y="0"/>
                    <a:pt x="62" y="15"/>
                    <a:pt x="52" y="33"/>
                  </a:cubicBezTo>
                  <a:lnTo>
                    <a:pt x="51" y="33"/>
                  </a:lnTo>
                  <a:lnTo>
                    <a:pt x="51" y="0"/>
                  </a:lnTo>
                  <a:lnTo>
                    <a:pt x="0" y="3"/>
                  </a:lnTo>
                  <a:lnTo>
                    <a:pt x="0" y="16"/>
                  </a:lnTo>
                  <a:cubicBezTo>
                    <a:pt x="23" y="16"/>
                    <a:pt x="26" y="18"/>
                    <a:pt x="26" y="36"/>
                  </a:cubicBezTo>
                  <a:lnTo>
                    <a:pt x="26" y="126"/>
                  </a:lnTo>
                  <a:cubicBezTo>
                    <a:pt x="26" y="141"/>
                    <a:pt x="23" y="141"/>
                    <a:pt x="0" y="141"/>
                  </a:cubicBezTo>
                  <a:lnTo>
                    <a:pt x="0" y="154"/>
                  </a:lnTo>
                  <a:cubicBezTo>
                    <a:pt x="1" y="154"/>
                    <a:pt x="25" y="152"/>
                    <a:pt x="40" y="152"/>
                  </a:cubicBezTo>
                  <a:cubicBezTo>
                    <a:pt x="53" y="152"/>
                    <a:pt x="77" y="153"/>
                    <a:pt x="80" y="154"/>
                  </a:cubicBezTo>
                  <a:lnTo>
                    <a:pt x="80" y="141"/>
                  </a:lnTo>
                  <a:cubicBezTo>
                    <a:pt x="57" y="141"/>
                    <a:pt x="54" y="141"/>
                    <a:pt x="54" y="126"/>
                  </a:cubicBezTo>
                  <a:lnTo>
                    <a:pt x="54" y="63"/>
                  </a:lnTo>
                  <a:cubicBezTo>
                    <a:pt x="54" y="26"/>
                    <a:pt x="83" y="9"/>
                    <a:pt x="106" y="9"/>
                  </a:cubicBezTo>
                  <a:cubicBezTo>
                    <a:pt x="130" y="9"/>
                    <a:pt x="133" y="29"/>
                    <a:pt x="133" y="46"/>
                  </a:cubicBezTo>
                  <a:lnTo>
                    <a:pt x="133" y="126"/>
                  </a:lnTo>
                  <a:cubicBezTo>
                    <a:pt x="133" y="141"/>
                    <a:pt x="130" y="141"/>
                    <a:pt x="107" y="141"/>
                  </a:cubicBezTo>
                  <a:lnTo>
                    <a:pt x="107" y="154"/>
                  </a:lnTo>
                  <a:cubicBezTo>
                    <a:pt x="108" y="154"/>
                    <a:pt x="132" y="152"/>
                    <a:pt x="147" y="152"/>
                  </a:cubicBezTo>
                  <a:cubicBezTo>
                    <a:pt x="160" y="152"/>
                    <a:pt x="184" y="153"/>
                    <a:pt x="187" y="154"/>
                  </a:cubicBezTo>
                  <a:lnTo>
                    <a:pt x="187" y="141"/>
                  </a:lnTo>
                  <a:cubicBezTo>
                    <a:pt x="165" y="141"/>
                    <a:pt x="161" y="141"/>
                    <a:pt x="161" y="126"/>
                  </a:cubicBezTo>
                  <a:lnTo>
                    <a:pt x="161" y="63"/>
                  </a:lnTo>
                  <a:cubicBezTo>
                    <a:pt x="161" y="26"/>
                    <a:pt x="190" y="9"/>
                    <a:pt x="213" y="9"/>
                  </a:cubicBezTo>
                  <a:cubicBezTo>
                    <a:pt x="237" y="9"/>
                    <a:pt x="241" y="29"/>
                    <a:pt x="241" y="46"/>
                  </a:cubicBezTo>
                  <a:lnTo>
                    <a:pt x="241" y="126"/>
                  </a:lnTo>
                  <a:cubicBezTo>
                    <a:pt x="241" y="141"/>
                    <a:pt x="237" y="141"/>
                    <a:pt x="214" y="141"/>
                  </a:cubicBezTo>
                  <a:lnTo>
                    <a:pt x="214" y="154"/>
                  </a:lnTo>
                  <a:cubicBezTo>
                    <a:pt x="215" y="154"/>
                    <a:pt x="240" y="152"/>
                    <a:pt x="254" y="152"/>
                  </a:cubicBezTo>
                  <a:cubicBezTo>
                    <a:pt x="267" y="152"/>
                    <a:pt x="291" y="153"/>
                    <a:pt x="294" y="154"/>
                  </a:cubicBezTo>
                  <a:lnTo>
                    <a:pt x="294" y="141"/>
                  </a:lnTo>
                  <a:cubicBezTo>
                    <a:pt x="272" y="141"/>
                    <a:pt x="268" y="141"/>
                    <a:pt x="268" y="126"/>
                  </a:cubicBezTo>
                  <a:lnTo>
                    <a:pt x="268" y="4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24" name="타원 23">
            <a:extLst>
              <a:ext uri="{FF2B5EF4-FFF2-40B4-BE49-F238E27FC236}">
                <a16:creationId xmlns:a16="http://schemas.microsoft.com/office/drawing/2014/main" id="{CD625169-CFF0-4958-AB90-4A3E4E1204B2}"/>
              </a:ext>
            </a:extLst>
          </p:cNvPr>
          <p:cNvSpPr/>
          <p:nvPr/>
        </p:nvSpPr>
        <p:spPr>
          <a:xfrm>
            <a:off x="4117305" y="1054496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5A6149C-40CD-4B1D-BC15-DC7FB467CF65}"/>
              </a:ext>
            </a:extLst>
          </p:cNvPr>
          <p:cNvSpPr/>
          <p:nvPr/>
        </p:nvSpPr>
        <p:spPr>
          <a:xfrm>
            <a:off x="4873789" y="1054496"/>
            <a:ext cx="177800" cy="1778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F2E3A1EA-8308-47F3-A4D7-B25C67A56787}"/>
              </a:ext>
            </a:extLst>
          </p:cNvPr>
          <p:cNvSpPr/>
          <p:nvPr/>
        </p:nvSpPr>
        <p:spPr>
          <a:xfrm>
            <a:off x="4684668" y="1354180"/>
            <a:ext cx="177800" cy="1778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5ECC0E84-4A76-43BB-8D19-8294E8E7EFBE}"/>
              </a:ext>
            </a:extLst>
          </p:cNvPr>
          <p:cNvCxnSpPr>
            <a:cxnSpLocks/>
            <a:stCxn id="48" idx="5"/>
            <a:endCxn id="34" idx="0"/>
          </p:cNvCxnSpPr>
          <p:nvPr/>
        </p:nvCxnSpPr>
        <p:spPr>
          <a:xfrm>
            <a:off x="4280279" y="1218842"/>
            <a:ext cx="115047" cy="135338"/>
          </a:xfrm>
          <a:prstGeom prst="line">
            <a:avLst/>
          </a:prstGeom>
          <a:ln w="127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0DD20D27-4335-423D-B692-4BAF25C32156}"/>
              </a:ext>
            </a:extLst>
          </p:cNvPr>
          <p:cNvSpPr/>
          <p:nvPr/>
        </p:nvSpPr>
        <p:spPr>
          <a:xfrm>
            <a:off x="5062908" y="1354180"/>
            <a:ext cx="177800" cy="177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AF155F6-5CEF-4344-9322-C226833B7FF4}"/>
              </a:ext>
            </a:extLst>
          </p:cNvPr>
          <p:cNvCxnSpPr>
            <a:cxnSpLocks/>
            <a:stCxn id="52" idx="5"/>
            <a:endCxn id="28" idx="0"/>
          </p:cNvCxnSpPr>
          <p:nvPr/>
        </p:nvCxnSpPr>
        <p:spPr>
          <a:xfrm>
            <a:off x="5038642" y="1218842"/>
            <a:ext cx="113166" cy="1353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9BD3D59-1D3F-4E20-818A-469E00D3AEEB}"/>
              </a:ext>
            </a:extLst>
          </p:cNvPr>
          <p:cNvSpPr/>
          <p:nvPr/>
        </p:nvSpPr>
        <p:spPr>
          <a:xfrm>
            <a:off x="3930545" y="1697719"/>
            <a:ext cx="173078" cy="173078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87878E8-0CCB-4EBA-BFDC-87975953A21D}"/>
              </a:ext>
            </a:extLst>
          </p:cNvPr>
          <p:cNvSpPr/>
          <p:nvPr/>
        </p:nvSpPr>
        <p:spPr>
          <a:xfrm>
            <a:off x="4546233" y="1697719"/>
            <a:ext cx="173078" cy="173078"/>
          </a:xfrm>
          <a:prstGeom prst="rect">
            <a:avLst/>
          </a:prstGeom>
          <a:noFill/>
          <a:ln w="127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B837323-5C9A-4DE0-AF4D-9981EC6D7034}"/>
              </a:ext>
            </a:extLst>
          </p:cNvPr>
          <p:cNvSpPr/>
          <p:nvPr/>
        </p:nvSpPr>
        <p:spPr>
          <a:xfrm>
            <a:off x="4813288" y="1697719"/>
            <a:ext cx="173078" cy="173078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8CD1AD06-6C92-4D22-B270-26585EFB962D}"/>
              </a:ext>
            </a:extLst>
          </p:cNvPr>
          <p:cNvSpPr/>
          <p:nvPr/>
        </p:nvSpPr>
        <p:spPr>
          <a:xfrm>
            <a:off x="3928184" y="1354180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CEB27A9-BD04-43F1-9146-A515FBBD4B51}"/>
              </a:ext>
            </a:extLst>
          </p:cNvPr>
          <p:cNvSpPr/>
          <p:nvPr/>
        </p:nvSpPr>
        <p:spPr>
          <a:xfrm>
            <a:off x="4306426" y="1354180"/>
            <a:ext cx="177800" cy="177800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9F3AEB8-33E0-4B29-8E92-00D5DC837E98}"/>
              </a:ext>
            </a:extLst>
          </p:cNvPr>
          <p:cNvCxnSpPr>
            <a:cxnSpLocks/>
            <a:stCxn id="30" idx="0"/>
            <a:endCxn id="33" idx="4"/>
          </p:cNvCxnSpPr>
          <p:nvPr/>
        </p:nvCxnSpPr>
        <p:spPr>
          <a:xfrm flipV="1">
            <a:off x="4017084" y="1531980"/>
            <a:ext cx="0" cy="1657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18986C3-E457-460D-8EA1-801850216A95}"/>
              </a:ext>
            </a:extLst>
          </p:cNvPr>
          <p:cNvCxnSpPr>
            <a:cxnSpLocks/>
            <a:stCxn id="53" idx="5"/>
            <a:endCxn id="32" idx="0"/>
          </p:cNvCxnSpPr>
          <p:nvPr/>
        </p:nvCxnSpPr>
        <p:spPr>
          <a:xfrm>
            <a:off x="4850634" y="1518526"/>
            <a:ext cx="49193" cy="179193"/>
          </a:xfrm>
          <a:prstGeom prst="line">
            <a:avLst/>
          </a:prstGeom>
          <a:ln w="12700">
            <a:solidFill>
              <a:schemeClr val="accent6"/>
            </a:solidFill>
            <a:headEnd type="non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7" name="그룹 306" descr="\documentclass{article}&#10;\usepackage{amsmath}&#10;\pagestyle{empty}&#10;\begin{document}&#10;&#10;$b_2$&#10;&#10;&#10;\end{document}" title="IguanaTex Vector Display">
            <a:extLst>
              <a:ext uri="{FF2B5EF4-FFF2-40B4-BE49-F238E27FC236}">
                <a16:creationId xmlns:a16="http://schemas.microsoft.com/office/drawing/2014/main" id="{9ED2430F-207E-4408-BF03-1AF5BDC3AC92}"/>
              </a:ext>
            </a:extLst>
          </p:cNvPr>
          <p:cNvGrpSpPr>
            <a:grpSpLocks noChangeAspect="1"/>
          </p:cNvGrpSpPr>
          <p:nvPr>
            <p:custDataLst>
              <p:tags r:id="rId9"/>
            </p:custDataLst>
          </p:nvPr>
        </p:nvGrpSpPr>
        <p:grpSpPr>
          <a:xfrm>
            <a:off x="3978295" y="1738313"/>
            <a:ext cx="84366" cy="96026"/>
            <a:chOff x="3978295" y="1738313"/>
            <a:chExt cx="98425" cy="111126"/>
          </a:xfrm>
        </p:grpSpPr>
        <p:sp>
          <p:nvSpPr>
            <p:cNvPr id="304" name="Freeform 162">
              <a:extLst>
                <a:ext uri="{FF2B5EF4-FFF2-40B4-BE49-F238E27FC236}">
                  <a16:creationId xmlns:a16="http://schemas.microsoft.com/office/drawing/2014/main" id="{A722C2ED-9123-47F6-88B3-4CC5ACF8C9D1}"/>
                </a:ext>
              </a:extLst>
            </p:cNvPr>
            <p:cNvSpPr>
              <a:spLocks noEditPoints="1"/>
            </p:cNvSpPr>
            <p:nvPr>
              <p:custDataLst>
                <p:tags r:id="rId286"/>
              </p:custDataLst>
            </p:nvPr>
          </p:nvSpPr>
          <p:spPr bwMode="auto">
            <a:xfrm>
              <a:off x="3978295" y="1738313"/>
              <a:ext cx="49213" cy="92075"/>
            </a:xfrm>
            <a:custGeom>
              <a:avLst/>
              <a:gdLst>
                <a:gd name="T0" fmla="*/ 96 w 184"/>
                <a:gd name="T1" fmla="*/ 6 h 352"/>
                <a:gd name="T2" fmla="*/ 90 w 184"/>
                <a:gd name="T3" fmla="*/ 0 h 352"/>
                <a:gd name="T4" fmla="*/ 29 w 184"/>
                <a:gd name="T5" fmla="*/ 5 h 352"/>
                <a:gd name="T6" fmla="*/ 19 w 184"/>
                <a:gd name="T7" fmla="*/ 15 h 352"/>
                <a:gd name="T8" fmla="*/ 31 w 184"/>
                <a:gd name="T9" fmla="*/ 21 h 352"/>
                <a:gd name="T10" fmla="*/ 56 w 184"/>
                <a:gd name="T11" fmla="*/ 29 h 352"/>
                <a:gd name="T12" fmla="*/ 49 w 184"/>
                <a:gd name="T13" fmla="*/ 60 h 352"/>
                <a:gd name="T14" fmla="*/ 8 w 184"/>
                <a:gd name="T15" fmla="*/ 223 h 352"/>
                <a:gd name="T16" fmla="*/ 0 w 184"/>
                <a:gd name="T17" fmla="*/ 274 h 352"/>
                <a:gd name="T18" fmla="*/ 64 w 184"/>
                <a:gd name="T19" fmla="*/ 352 h 352"/>
                <a:gd name="T20" fmla="*/ 184 w 184"/>
                <a:gd name="T21" fmla="*/ 206 h 352"/>
                <a:gd name="T22" fmla="*/ 118 w 184"/>
                <a:gd name="T23" fmla="*/ 126 h 352"/>
                <a:gd name="T24" fmla="*/ 59 w 184"/>
                <a:gd name="T25" fmla="*/ 156 h 352"/>
                <a:gd name="T26" fmla="*/ 96 w 184"/>
                <a:gd name="T27" fmla="*/ 6 h 352"/>
                <a:gd name="T28" fmla="*/ 49 w 184"/>
                <a:gd name="T29" fmla="*/ 194 h 352"/>
                <a:gd name="T30" fmla="*/ 57 w 184"/>
                <a:gd name="T31" fmla="*/ 177 h 352"/>
                <a:gd name="T32" fmla="*/ 117 w 184"/>
                <a:gd name="T33" fmla="*/ 137 h 352"/>
                <a:gd name="T34" fmla="*/ 148 w 184"/>
                <a:gd name="T35" fmla="*/ 184 h 352"/>
                <a:gd name="T36" fmla="*/ 123 w 184"/>
                <a:gd name="T37" fmla="*/ 290 h 352"/>
                <a:gd name="T38" fmla="*/ 64 w 184"/>
                <a:gd name="T39" fmla="*/ 341 h 352"/>
                <a:gd name="T40" fmla="*/ 30 w 184"/>
                <a:gd name="T41" fmla="*/ 291 h 352"/>
                <a:gd name="T42" fmla="*/ 38 w 184"/>
                <a:gd name="T43" fmla="*/ 240 h 352"/>
                <a:gd name="T44" fmla="*/ 49 w 184"/>
                <a:gd name="T45" fmla="*/ 194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4" h="352">
                  <a:moveTo>
                    <a:pt x="96" y="6"/>
                  </a:moveTo>
                  <a:cubicBezTo>
                    <a:pt x="96" y="5"/>
                    <a:pt x="96" y="0"/>
                    <a:pt x="90" y="0"/>
                  </a:cubicBezTo>
                  <a:cubicBezTo>
                    <a:pt x="78" y="0"/>
                    <a:pt x="42" y="4"/>
                    <a:pt x="29" y="5"/>
                  </a:cubicBezTo>
                  <a:cubicBezTo>
                    <a:pt x="25" y="6"/>
                    <a:pt x="19" y="6"/>
                    <a:pt x="19" y="15"/>
                  </a:cubicBezTo>
                  <a:cubicBezTo>
                    <a:pt x="19" y="21"/>
                    <a:pt x="24" y="21"/>
                    <a:pt x="31" y="21"/>
                  </a:cubicBezTo>
                  <a:cubicBezTo>
                    <a:pt x="55" y="21"/>
                    <a:pt x="56" y="24"/>
                    <a:pt x="56" y="29"/>
                  </a:cubicBezTo>
                  <a:cubicBezTo>
                    <a:pt x="56" y="33"/>
                    <a:pt x="52" y="50"/>
                    <a:pt x="49" y="60"/>
                  </a:cubicBezTo>
                  <a:lnTo>
                    <a:pt x="8" y="223"/>
                  </a:lnTo>
                  <a:cubicBezTo>
                    <a:pt x="2" y="248"/>
                    <a:pt x="0" y="256"/>
                    <a:pt x="0" y="274"/>
                  </a:cubicBezTo>
                  <a:cubicBezTo>
                    <a:pt x="0" y="321"/>
                    <a:pt x="27" y="352"/>
                    <a:pt x="64" y="352"/>
                  </a:cubicBezTo>
                  <a:cubicBezTo>
                    <a:pt x="123" y="352"/>
                    <a:pt x="184" y="278"/>
                    <a:pt x="184" y="206"/>
                  </a:cubicBezTo>
                  <a:cubicBezTo>
                    <a:pt x="184" y="160"/>
                    <a:pt x="158" y="126"/>
                    <a:pt x="118" y="126"/>
                  </a:cubicBezTo>
                  <a:cubicBezTo>
                    <a:pt x="95" y="126"/>
                    <a:pt x="74" y="140"/>
                    <a:pt x="59" y="156"/>
                  </a:cubicBezTo>
                  <a:lnTo>
                    <a:pt x="96" y="6"/>
                  </a:lnTo>
                  <a:close/>
                  <a:moveTo>
                    <a:pt x="49" y="194"/>
                  </a:moveTo>
                  <a:cubicBezTo>
                    <a:pt x="52" y="183"/>
                    <a:pt x="52" y="182"/>
                    <a:pt x="57" y="177"/>
                  </a:cubicBezTo>
                  <a:cubicBezTo>
                    <a:pt x="81" y="144"/>
                    <a:pt x="104" y="137"/>
                    <a:pt x="117" y="137"/>
                  </a:cubicBezTo>
                  <a:cubicBezTo>
                    <a:pt x="135" y="137"/>
                    <a:pt x="148" y="152"/>
                    <a:pt x="148" y="184"/>
                  </a:cubicBezTo>
                  <a:cubicBezTo>
                    <a:pt x="148" y="213"/>
                    <a:pt x="132" y="271"/>
                    <a:pt x="123" y="290"/>
                  </a:cubicBezTo>
                  <a:cubicBezTo>
                    <a:pt x="106" y="323"/>
                    <a:pt x="83" y="341"/>
                    <a:pt x="64" y="341"/>
                  </a:cubicBezTo>
                  <a:cubicBezTo>
                    <a:pt x="47" y="341"/>
                    <a:pt x="30" y="327"/>
                    <a:pt x="30" y="291"/>
                  </a:cubicBezTo>
                  <a:cubicBezTo>
                    <a:pt x="30" y="281"/>
                    <a:pt x="30" y="272"/>
                    <a:pt x="38" y="240"/>
                  </a:cubicBezTo>
                  <a:lnTo>
                    <a:pt x="49" y="194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5" name="Freeform 163">
              <a:extLst>
                <a:ext uri="{FF2B5EF4-FFF2-40B4-BE49-F238E27FC236}">
                  <a16:creationId xmlns:a16="http://schemas.microsoft.com/office/drawing/2014/main" id="{BC65B4B3-A4BE-478A-8C5D-8621BFC43762}"/>
                </a:ext>
              </a:extLst>
            </p:cNvPr>
            <p:cNvSpPr>
              <a:spLocks/>
            </p:cNvSpPr>
            <p:nvPr>
              <p:custDataLst>
                <p:tags r:id="rId287"/>
              </p:custDataLst>
            </p:nvPr>
          </p:nvSpPr>
          <p:spPr bwMode="auto">
            <a:xfrm>
              <a:off x="4035445" y="1787526"/>
              <a:ext cx="41275" cy="61913"/>
            </a:xfrm>
            <a:custGeom>
              <a:avLst/>
              <a:gdLst>
                <a:gd name="T0" fmla="*/ 155 w 155"/>
                <a:gd name="T1" fmla="*/ 169 h 232"/>
                <a:gd name="T2" fmla="*/ 143 w 155"/>
                <a:gd name="T3" fmla="*/ 169 h 232"/>
                <a:gd name="T4" fmla="*/ 134 w 155"/>
                <a:gd name="T5" fmla="*/ 200 h 232"/>
                <a:gd name="T6" fmla="*/ 99 w 155"/>
                <a:gd name="T7" fmla="*/ 203 h 232"/>
                <a:gd name="T8" fmla="*/ 35 w 155"/>
                <a:gd name="T9" fmla="*/ 203 h 232"/>
                <a:gd name="T10" fmla="*/ 105 w 155"/>
                <a:gd name="T11" fmla="*/ 144 h 232"/>
                <a:gd name="T12" fmla="*/ 155 w 155"/>
                <a:gd name="T13" fmla="*/ 68 h 232"/>
                <a:gd name="T14" fmla="*/ 73 w 155"/>
                <a:gd name="T15" fmla="*/ 0 h 232"/>
                <a:gd name="T16" fmla="*/ 0 w 155"/>
                <a:gd name="T17" fmla="*/ 63 h 232"/>
                <a:gd name="T18" fmla="*/ 19 w 155"/>
                <a:gd name="T19" fmla="*/ 82 h 232"/>
                <a:gd name="T20" fmla="*/ 37 w 155"/>
                <a:gd name="T21" fmla="*/ 64 h 232"/>
                <a:gd name="T22" fmla="*/ 17 w 155"/>
                <a:gd name="T23" fmla="*/ 45 h 232"/>
                <a:gd name="T24" fmla="*/ 68 w 155"/>
                <a:gd name="T25" fmla="*/ 13 h 232"/>
                <a:gd name="T26" fmla="*/ 121 w 155"/>
                <a:gd name="T27" fmla="*/ 68 h 232"/>
                <a:gd name="T28" fmla="*/ 88 w 155"/>
                <a:gd name="T29" fmla="*/ 135 h 232"/>
                <a:gd name="T30" fmla="*/ 4 w 155"/>
                <a:gd name="T31" fmla="*/ 219 h 232"/>
                <a:gd name="T32" fmla="*/ 0 w 155"/>
                <a:gd name="T33" fmla="*/ 232 h 232"/>
                <a:gd name="T34" fmla="*/ 144 w 155"/>
                <a:gd name="T35" fmla="*/ 232 h 232"/>
                <a:gd name="T36" fmla="*/ 155 w 155"/>
                <a:gd name="T37" fmla="*/ 169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5" h="232">
                  <a:moveTo>
                    <a:pt x="155" y="169"/>
                  </a:moveTo>
                  <a:lnTo>
                    <a:pt x="143" y="169"/>
                  </a:lnTo>
                  <a:cubicBezTo>
                    <a:pt x="142" y="176"/>
                    <a:pt x="138" y="197"/>
                    <a:pt x="134" y="200"/>
                  </a:cubicBezTo>
                  <a:cubicBezTo>
                    <a:pt x="131" y="203"/>
                    <a:pt x="104" y="203"/>
                    <a:pt x="99" y="203"/>
                  </a:cubicBezTo>
                  <a:lnTo>
                    <a:pt x="35" y="203"/>
                  </a:lnTo>
                  <a:cubicBezTo>
                    <a:pt x="72" y="170"/>
                    <a:pt x="84" y="160"/>
                    <a:pt x="105" y="144"/>
                  </a:cubicBezTo>
                  <a:cubicBezTo>
                    <a:pt x="131" y="123"/>
                    <a:pt x="155" y="102"/>
                    <a:pt x="155" y="68"/>
                  </a:cubicBezTo>
                  <a:cubicBezTo>
                    <a:pt x="155" y="26"/>
                    <a:pt x="118" y="0"/>
                    <a:pt x="73" y="0"/>
                  </a:cubicBezTo>
                  <a:cubicBezTo>
                    <a:pt x="30" y="0"/>
                    <a:pt x="0" y="31"/>
                    <a:pt x="0" y="63"/>
                  </a:cubicBezTo>
                  <a:cubicBezTo>
                    <a:pt x="0" y="81"/>
                    <a:pt x="15" y="82"/>
                    <a:pt x="19" y="82"/>
                  </a:cubicBezTo>
                  <a:cubicBezTo>
                    <a:pt x="27" y="82"/>
                    <a:pt x="37" y="77"/>
                    <a:pt x="37" y="64"/>
                  </a:cubicBezTo>
                  <a:cubicBezTo>
                    <a:pt x="37" y="58"/>
                    <a:pt x="35" y="45"/>
                    <a:pt x="17" y="45"/>
                  </a:cubicBezTo>
                  <a:cubicBezTo>
                    <a:pt x="28" y="21"/>
                    <a:pt x="51" y="13"/>
                    <a:pt x="68" y="13"/>
                  </a:cubicBezTo>
                  <a:cubicBezTo>
                    <a:pt x="103" y="13"/>
                    <a:pt x="121" y="40"/>
                    <a:pt x="121" y="68"/>
                  </a:cubicBezTo>
                  <a:cubicBezTo>
                    <a:pt x="121" y="99"/>
                    <a:pt x="99" y="123"/>
                    <a:pt x="88" y="135"/>
                  </a:cubicBezTo>
                  <a:lnTo>
                    <a:pt x="4" y="219"/>
                  </a:lnTo>
                  <a:cubicBezTo>
                    <a:pt x="0" y="222"/>
                    <a:pt x="0" y="222"/>
                    <a:pt x="0" y="232"/>
                  </a:cubicBezTo>
                  <a:lnTo>
                    <a:pt x="144" y="232"/>
                  </a:lnTo>
                  <a:lnTo>
                    <a:pt x="155" y="16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18" name="그룹 317" descr="\documentclass{article}&#10;\usepackage{amsmath}&#10;\pagestyle{empty}&#10;\begin{document}&#10;&#10;$b_1$&#10;&#10;&#10;\end{document}" title="IguanaTex Vector Display">
            <a:extLst>
              <a:ext uri="{FF2B5EF4-FFF2-40B4-BE49-F238E27FC236}">
                <a16:creationId xmlns:a16="http://schemas.microsoft.com/office/drawing/2014/main" id="{78FC7ABD-3D54-4D42-8E64-F898B924B847}"/>
              </a:ext>
            </a:extLst>
          </p:cNvPr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4356124" y="1393825"/>
            <a:ext cx="82307" cy="96026"/>
            <a:chOff x="4356124" y="1393825"/>
            <a:chExt cx="93663" cy="111126"/>
          </a:xfrm>
        </p:grpSpPr>
        <p:sp>
          <p:nvSpPr>
            <p:cNvPr id="315" name="Freeform 170">
              <a:extLst>
                <a:ext uri="{FF2B5EF4-FFF2-40B4-BE49-F238E27FC236}">
                  <a16:creationId xmlns:a16="http://schemas.microsoft.com/office/drawing/2014/main" id="{8DCC2231-DA01-4076-B995-B8B27357E244}"/>
                </a:ext>
              </a:extLst>
            </p:cNvPr>
            <p:cNvSpPr>
              <a:spLocks noEditPoints="1"/>
            </p:cNvSpPr>
            <p:nvPr>
              <p:custDataLst>
                <p:tags r:id="rId284"/>
              </p:custDataLst>
            </p:nvPr>
          </p:nvSpPr>
          <p:spPr bwMode="auto">
            <a:xfrm>
              <a:off x="4356124" y="1393825"/>
              <a:ext cx="47625" cy="92075"/>
            </a:xfrm>
            <a:custGeom>
              <a:avLst/>
              <a:gdLst>
                <a:gd name="T0" fmla="*/ 96 w 184"/>
                <a:gd name="T1" fmla="*/ 6 h 352"/>
                <a:gd name="T2" fmla="*/ 90 w 184"/>
                <a:gd name="T3" fmla="*/ 0 h 352"/>
                <a:gd name="T4" fmla="*/ 29 w 184"/>
                <a:gd name="T5" fmla="*/ 5 h 352"/>
                <a:gd name="T6" fmla="*/ 19 w 184"/>
                <a:gd name="T7" fmla="*/ 15 h 352"/>
                <a:gd name="T8" fmla="*/ 31 w 184"/>
                <a:gd name="T9" fmla="*/ 21 h 352"/>
                <a:gd name="T10" fmla="*/ 56 w 184"/>
                <a:gd name="T11" fmla="*/ 29 h 352"/>
                <a:gd name="T12" fmla="*/ 49 w 184"/>
                <a:gd name="T13" fmla="*/ 60 h 352"/>
                <a:gd name="T14" fmla="*/ 8 w 184"/>
                <a:gd name="T15" fmla="*/ 223 h 352"/>
                <a:gd name="T16" fmla="*/ 0 w 184"/>
                <a:gd name="T17" fmla="*/ 274 h 352"/>
                <a:gd name="T18" fmla="*/ 64 w 184"/>
                <a:gd name="T19" fmla="*/ 352 h 352"/>
                <a:gd name="T20" fmla="*/ 184 w 184"/>
                <a:gd name="T21" fmla="*/ 206 h 352"/>
                <a:gd name="T22" fmla="*/ 118 w 184"/>
                <a:gd name="T23" fmla="*/ 126 h 352"/>
                <a:gd name="T24" fmla="*/ 59 w 184"/>
                <a:gd name="T25" fmla="*/ 156 h 352"/>
                <a:gd name="T26" fmla="*/ 96 w 184"/>
                <a:gd name="T27" fmla="*/ 6 h 352"/>
                <a:gd name="T28" fmla="*/ 49 w 184"/>
                <a:gd name="T29" fmla="*/ 194 h 352"/>
                <a:gd name="T30" fmla="*/ 57 w 184"/>
                <a:gd name="T31" fmla="*/ 177 h 352"/>
                <a:gd name="T32" fmla="*/ 117 w 184"/>
                <a:gd name="T33" fmla="*/ 137 h 352"/>
                <a:gd name="T34" fmla="*/ 148 w 184"/>
                <a:gd name="T35" fmla="*/ 184 h 352"/>
                <a:gd name="T36" fmla="*/ 123 w 184"/>
                <a:gd name="T37" fmla="*/ 290 h 352"/>
                <a:gd name="T38" fmla="*/ 64 w 184"/>
                <a:gd name="T39" fmla="*/ 341 h 352"/>
                <a:gd name="T40" fmla="*/ 30 w 184"/>
                <a:gd name="T41" fmla="*/ 291 h 352"/>
                <a:gd name="T42" fmla="*/ 38 w 184"/>
                <a:gd name="T43" fmla="*/ 240 h 352"/>
                <a:gd name="T44" fmla="*/ 49 w 184"/>
                <a:gd name="T45" fmla="*/ 194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4" h="352">
                  <a:moveTo>
                    <a:pt x="96" y="6"/>
                  </a:moveTo>
                  <a:cubicBezTo>
                    <a:pt x="96" y="5"/>
                    <a:pt x="96" y="0"/>
                    <a:pt x="90" y="0"/>
                  </a:cubicBezTo>
                  <a:cubicBezTo>
                    <a:pt x="78" y="0"/>
                    <a:pt x="42" y="4"/>
                    <a:pt x="29" y="5"/>
                  </a:cubicBezTo>
                  <a:cubicBezTo>
                    <a:pt x="25" y="6"/>
                    <a:pt x="19" y="6"/>
                    <a:pt x="19" y="15"/>
                  </a:cubicBezTo>
                  <a:cubicBezTo>
                    <a:pt x="19" y="21"/>
                    <a:pt x="24" y="21"/>
                    <a:pt x="31" y="21"/>
                  </a:cubicBezTo>
                  <a:cubicBezTo>
                    <a:pt x="55" y="21"/>
                    <a:pt x="56" y="24"/>
                    <a:pt x="56" y="29"/>
                  </a:cubicBezTo>
                  <a:cubicBezTo>
                    <a:pt x="56" y="33"/>
                    <a:pt x="52" y="50"/>
                    <a:pt x="49" y="60"/>
                  </a:cubicBezTo>
                  <a:lnTo>
                    <a:pt x="8" y="223"/>
                  </a:lnTo>
                  <a:cubicBezTo>
                    <a:pt x="2" y="248"/>
                    <a:pt x="0" y="256"/>
                    <a:pt x="0" y="274"/>
                  </a:cubicBezTo>
                  <a:cubicBezTo>
                    <a:pt x="0" y="321"/>
                    <a:pt x="27" y="352"/>
                    <a:pt x="64" y="352"/>
                  </a:cubicBezTo>
                  <a:cubicBezTo>
                    <a:pt x="123" y="352"/>
                    <a:pt x="184" y="278"/>
                    <a:pt x="184" y="206"/>
                  </a:cubicBezTo>
                  <a:cubicBezTo>
                    <a:pt x="184" y="160"/>
                    <a:pt x="157" y="126"/>
                    <a:pt x="118" y="126"/>
                  </a:cubicBezTo>
                  <a:cubicBezTo>
                    <a:pt x="95" y="126"/>
                    <a:pt x="74" y="140"/>
                    <a:pt x="59" y="156"/>
                  </a:cubicBezTo>
                  <a:lnTo>
                    <a:pt x="96" y="6"/>
                  </a:lnTo>
                  <a:close/>
                  <a:moveTo>
                    <a:pt x="49" y="194"/>
                  </a:moveTo>
                  <a:cubicBezTo>
                    <a:pt x="52" y="183"/>
                    <a:pt x="52" y="182"/>
                    <a:pt x="57" y="177"/>
                  </a:cubicBezTo>
                  <a:cubicBezTo>
                    <a:pt x="81" y="144"/>
                    <a:pt x="104" y="137"/>
                    <a:pt x="117" y="137"/>
                  </a:cubicBezTo>
                  <a:cubicBezTo>
                    <a:pt x="134" y="137"/>
                    <a:pt x="148" y="152"/>
                    <a:pt x="148" y="184"/>
                  </a:cubicBezTo>
                  <a:cubicBezTo>
                    <a:pt x="148" y="213"/>
                    <a:pt x="132" y="271"/>
                    <a:pt x="123" y="290"/>
                  </a:cubicBezTo>
                  <a:cubicBezTo>
                    <a:pt x="106" y="323"/>
                    <a:pt x="83" y="341"/>
                    <a:pt x="64" y="341"/>
                  </a:cubicBezTo>
                  <a:cubicBezTo>
                    <a:pt x="47" y="341"/>
                    <a:pt x="30" y="327"/>
                    <a:pt x="30" y="291"/>
                  </a:cubicBezTo>
                  <a:cubicBezTo>
                    <a:pt x="30" y="281"/>
                    <a:pt x="30" y="272"/>
                    <a:pt x="38" y="240"/>
                  </a:cubicBezTo>
                  <a:lnTo>
                    <a:pt x="49" y="194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6" name="Freeform 171">
              <a:extLst>
                <a:ext uri="{FF2B5EF4-FFF2-40B4-BE49-F238E27FC236}">
                  <a16:creationId xmlns:a16="http://schemas.microsoft.com/office/drawing/2014/main" id="{953F92BE-A111-4716-BABB-5C5D4DD3CC6A}"/>
                </a:ext>
              </a:extLst>
            </p:cNvPr>
            <p:cNvSpPr>
              <a:spLocks/>
            </p:cNvSpPr>
            <p:nvPr>
              <p:custDataLst>
                <p:tags r:id="rId285"/>
              </p:custDataLst>
            </p:nvPr>
          </p:nvSpPr>
          <p:spPr bwMode="auto">
            <a:xfrm>
              <a:off x="4416449" y="1443038"/>
              <a:ext cx="33338" cy="61913"/>
            </a:xfrm>
            <a:custGeom>
              <a:avLst/>
              <a:gdLst>
                <a:gd name="T0" fmla="*/ 79 w 127"/>
                <a:gd name="T1" fmla="*/ 10 h 232"/>
                <a:gd name="T2" fmla="*/ 68 w 127"/>
                <a:gd name="T3" fmla="*/ 0 h 232"/>
                <a:gd name="T4" fmla="*/ 0 w 127"/>
                <a:gd name="T5" fmla="*/ 23 h 232"/>
                <a:gd name="T6" fmla="*/ 0 w 127"/>
                <a:gd name="T7" fmla="*/ 35 h 232"/>
                <a:gd name="T8" fmla="*/ 50 w 127"/>
                <a:gd name="T9" fmla="*/ 26 h 232"/>
                <a:gd name="T10" fmla="*/ 50 w 127"/>
                <a:gd name="T11" fmla="*/ 204 h 232"/>
                <a:gd name="T12" fmla="*/ 15 w 127"/>
                <a:gd name="T13" fmla="*/ 220 h 232"/>
                <a:gd name="T14" fmla="*/ 2 w 127"/>
                <a:gd name="T15" fmla="*/ 220 h 232"/>
                <a:gd name="T16" fmla="*/ 2 w 127"/>
                <a:gd name="T17" fmla="*/ 232 h 232"/>
                <a:gd name="T18" fmla="*/ 64 w 127"/>
                <a:gd name="T19" fmla="*/ 231 h 232"/>
                <a:gd name="T20" fmla="*/ 127 w 127"/>
                <a:gd name="T21" fmla="*/ 232 h 232"/>
                <a:gd name="T22" fmla="*/ 127 w 127"/>
                <a:gd name="T23" fmla="*/ 220 h 232"/>
                <a:gd name="T24" fmla="*/ 113 w 127"/>
                <a:gd name="T25" fmla="*/ 220 h 232"/>
                <a:gd name="T26" fmla="*/ 79 w 127"/>
                <a:gd name="T27" fmla="*/ 204 h 232"/>
                <a:gd name="T28" fmla="*/ 79 w 127"/>
                <a:gd name="T29" fmla="*/ 1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32">
                  <a:moveTo>
                    <a:pt x="79" y="10"/>
                  </a:moveTo>
                  <a:cubicBezTo>
                    <a:pt x="79" y="1"/>
                    <a:pt x="78" y="0"/>
                    <a:pt x="68" y="0"/>
                  </a:cubicBezTo>
                  <a:cubicBezTo>
                    <a:pt x="46" y="22"/>
                    <a:pt x="14" y="23"/>
                    <a:pt x="0" y="23"/>
                  </a:cubicBezTo>
                  <a:lnTo>
                    <a:pt x="0" y="35"/>
                  </a:lnTo>
                  <a:cubicBezTo>
                    <a:pt x="8" y="35"/>
                    <a:pt x="31" y="35"/>
                    <a:pt x="50" y="26"/>
                  </a:cubicBezTo>
                  <a:lnTo>
                    <a:pt x="50" y="204"/>
                  </a:lnTo>
                  <a:cubicBezTo>
                    <a:pt x="50" y="215"/>
                    <a:pt x="50" y="220"/>
                    <a:pt x="15" y="220"/>
                  </a:cubicBezTo>
                  <a:lnTo>
                    <a:pt x="2" y="220"/>
                  </a:lnTo>
                  <a:lnTo>
                    <a:pt x="2" y="232"/>
                  </a:lnTo>
                  <a:cubicBezTo>
                    <a:pt x="9" y="232"/>
                    <a:pt x="51" y="231"/>
                    <a:pt x="64" y="231"/>
                  </a:cubicBezTo>
                  <a:cubicBezTo>
                    <a:pt x="75" y="231"/>
                    <a:pt x="119" y="232"/>
                    <a:pt x="127" y="232"/>
                  </a:cubicBezTo>
                  <a:lnTo>
                    <a:pt x="127" y="220"/>
                  </a:lnTo>
                  <a:lnTo>
                    <a:pt x="113" y="220"/>
                  </a:lnTo>
                  <a:cubicBezTo>
                    <a:pt x="79" y="220"/>
                    <a:pt x="79" y="215"/>
                    <a:pt x="79" y="204"/>
                  </a:cubicBezTo>
                  <a:lnTo>
                    <a:pt x="79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29" name="그룹 328" descr="\documentclass{article}&#10;\usepackage{amsmath}&#10;\pagestyle{empty}&#10;\begin{document}&#10;&#10;$b_3$&#10;&#10;&#10;\end{document}" title="IguanaTex Vector Display">
            <a:extLst>
              <a:ext uri="{FF2B5EF4-FFF2-40B4-BE49-F238E27FC236}">
                <a16:creationId xmlns:a16="http://schemas.microsoft.com/office/drawing/2014/main" id="{7FF2CC57-C843-4795-B7A0-88753F21D71D}"/>
              </a:ext>
            </a:extLst>
          </p:cNvPr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4592612" y="1736725"/>
            <a:ext cx="85051" cy="97398"/>
            <a:chOff x="4592611" y="1736725"/>
            <a:chExt cx="85726" cy="100013"/>
          </a:xfrm>
        </p:grpSpPr>
        <p:sp>
          <p:nvSpPr>
            <p:cNvPr id="326" name="Freeform 178">
              <a:extLst>
                <a:ext uri="{FF2B5EF4-FFF2-40B4-BE49-F238E27FC236}">
                  <a16:creationId xmlns:a16="http://schemas.microsoft.com/office/drawing/2014/main" id="{38E9DCDB-8D4F-4D5B-98C9-30FE0B12EC17}"/>
                </a:ext>
              </a:extLst>
            </p:cNvPr>
            <p:cNvSpPr>
              <a:spLocks noEditPoints="1"/>
            </p:cNvSpPr>
            <p:nvPr>
              <p:custDataLst>
                <p:tags r:id="rId282"/>
              </p:custDataLst>
            </p:nvPr>
          </p:nvSpPr>
          <p:spPr bwMode="auto">
            <a:xfrm>
              <a:off x="4592611" y="1736725"/>
              <a:ext cx="42863" cy="82550"/>
            </a:xfrm>
            <a:custGeom>
              <a:avLst/>
              <a:gdLst>
                <a:gd name="T0" fmla="*/ 96 w 184"/>
                <a:gd name="T1" fmla="*/ 5 h 352"/>
                <a:gd name="T2" fmla="*/ 90 w 184"/>
                <a:gd name="T3" fmla="*/ 0 h 352"/>
                <a:gd name="T4" fmla="*/ 29 w 184"/>
                <a:gd name="T5" fmla="*/ 5 h 352"/>
                <a:gd name="T6" fmla="*/ 19 w 184"/>
                <a:gd name="T7" fmla="*/ 15 h 352"/>
                <a:gd name="T8" fmla="*/ 31 w 184"/>
                <a:gd name="T9" fmla="*/ 21 h 352"/>
                <a:gd name="T10" fmla="*/ 56 w 184"/>
                <a:gd name="T11" fmla="*/ 29 h 352"/>
                <a:gd name="T12" fmla="*/ 49 w 184"/>
                <a:gd name="T13" fmla="*/ 60 h 352"/>
                <a:gd name="T14" fmla="*/ 8 w 184"/>
                <a:gd name="T15" fmla="*/ 223 h 352"/>
                <a:gd name="T16" fmla="*/ 0 w 184"/>
                <a:gd name="T17" fmla="*/ 273 h 352"/>
                <a:gd name="T18" fmla="*/ 64 w 184"/>
                <a:gd name="T19" fmla="*/ 352 h 352"/>
                <a:gd name="T20" fmla="*/ 184 w 184"/>
                <a:gd name="T21" fmla="*/ 205 h 352"/>
                <a:gd name="T22" fmla="*/ 118 w 184"/>
                <a:gd name="T23" fmla="*/ 126 h 352"/>
                <a:gd name="T24" fmla="*/ 59 w 184"/>
                <a:gd name="T25" fmla="*/ 156 h 352"/>
                <a:gd name="T26" fmla="*/ 96 w 184"/>
                <a:gd name="T27" fmla="*/ 5 h 352"/>
                <a:gd name="T28" fmla="*/ 49 w 184"/>
                <a:gd name="T29" fmla="*/ 194 h 352"/>
                <a:gd name="T30" fmla="*/ 57 w 184"/>
                <a:gd name="T31" fmla="*/ 177 h 352"/>
                <a:gd name="T32" fmla="*/ 117 w 184"/>
                <a:gd name="T33" fmla="*/ 137 h 352"/>
                <a:gd name="T34" fmla="*/ 148 w 184"/>
                <a:gd name="T35" fmla="*/ 184 h 352"/>
                <a:gd name="T36" fmla="*/ 123 w 184"/>
                <a:gd name="T37" fmla="*/ 289 h 352"/>
                <a:gd name="T38" fmla="*/ 64 w 184"/>
                <a:gd name="T39" fmla="*/ 341 h 352"/>
                <a:gd name="T40" fmla="*/ 30 w 184"/>
                <a:gd name="T41" fmla="*/ 290 h 352"/>
                <a:gd name="T42" fmla="*/ 38 w 184"/>
                <a:gd name="T43" fmla="*/ 240 h 352"/>
                <a:gd name="T44" fmla="*/ 49 w 184"/>
                <a:gd name="T45" fmla="*/ 194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4" h="352">
                  <a:moveTo>
                    <a:pt x="96" y="5"/>
                  </a:moveTo>
                  <a:cubicBezTo>
                    <a:pt x="96" y="5"/>
                    <a:pt x="96" y="0"/>
                    <a:pt x="90" y="0"/>
                  </a:cubicBezTo>
                  <a:cubicBezTo>
                    <a:pt x="78" y="0"/>
                    <a:pt x="42" y="4"/>
                    <a:pt x="29" y="5"/>
                  </a:cubicBezTo>
                  <a:cubicBezTo>
                    <a:pt x="25" y="5"/>
                    <a:pt x="19" y="6"/>
                    <a:pt x="19" y="15"/>
                  </a:cubicBezTo>
                  <a:cubicBezTo>
                    <a:pt x="19" y="21"/>
                    <a:pt x="24" y="21"/>
                    <a:pt x="31" y="21"/>
                  </a:cubicBezTo>
                  <a:cubicBezTo>
                    <a:pt x="55" y="21"/>
                    <a:pt x="56" y="24"/>
                    <a:pt x="56" y="29"/>
                  </a:cubicBezTo>
                  <a:cubicBezTo>
                    <a:pt x="56" y="33"/>
                    <a:pt x="52" y="50"/>
                    <a:pt x="49" y="60"/>
                  </a:cubicBezTo>
                  <a:lnTo>
                    <a:pt x="8" y="223"/>
                  </a:lnTo>
                  <a:cubicBezTo>
                    <a:pt x="2" y="248"/>
                    <a:pt x="0" y="256"/>
                    <a:pt x="0" y="273"/>
                  </a:cubicBezTo>
                  <a:cubicBezTo>
                    <a:pt x="0" y="321"/>
                    <a:pt x="27" y="352"/>
                    <a:pt x="64" y="352"/>
                  </a:cubicBezTo>
                  <a:cubicBezTo>
                    <a:pt x="123" y="352"/>
                    <a:pt x="184" y="277"/>
                    <a:pt x="184" y="205"/>
                  </a:cubicBezTo>
                  <a:cubicBezTo>
                    <a:pt x="184" y="160"/>
                    <a:pt x="158" y="126"/>
                    <a:pt x="118" y="126"/>
                  </a:cubicBezTo>
                  <a:cubicBezTo>
                    <a:pt x="95" y="126"/>
                    <a:pt x="74" y="140"/>
                    <a:pt x="59" y="156"/>
                  </a:cubicBezTo>
                  <a:lnTo>
                    <a:pt x="96" y="5"/>
                  </a:lnTo>
                  <a:close/>
                  <a:moveTo>
                    <a:pt x="49" y="194"/>
                  </a:moveTo>
                  <a:cubicBezTo>
                    <a:pt x="52" y="183"/>
                    <a:pt x="52" y="182"/>
                    <a:pt x="57" y="177"/>
                  </a:cubicBezTo>
                  <a:cubicBezTo>
                    <a:pt x="81" y="144"/>
                    <a:pt x="104" y="137"/>
                    <a:pt x="117" y="137"/>
                  </a:cubicBezTo>
                  <a:cubicBezTo>
                    <a:pt x="135" y="137"/>
                    <a:pt x="148" y="152"/>
                    <a:pt x="148" y="184"/>
                  </a:cubicBezTo>
                  <a:cubicBezTo>
                    <a:pt x="148" y="213"/>
                    <a:pt x="132" y="270"/>
                    <a:pt x="123" y="289"/>
                  </a:cubicBezTo>
                  <a:cubicBezTo>
                    <a:pt x="106" y="323"/>
                    <a:pt x="83" y="341"/>
                    <a:pt x="64" y="341"/>
                  </a:cubicBezTo>
                  <a:cubicBezTo>
                    <a:pt x="47" y="341"/>
                    <a:pt x="30" y="327"/>
                    <a:pt x="30" y="290"/>
                  </a:cubicBezTo>
                  <a:cubicBezTo>
                    <a:pt x="30" y="281"/>
                    <a:pt x="30" y="271"/>
                    <a:pt x="38" y="240"/>
                  </a:cubicBezTo>
                  <a:lnTo>
                    <a:pt x="49" y="194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7" name="Freeform 179">
              <a:extLst>
                <a:ext uri="{FF2B5EF4-FFF2-40B4-BE49-F238E27FC236}">
                  <a16:creationId xmlns:a16="http://schemas.microsoft.com/office/drawing/2014/main" id="{348C84AC-9521-418D-8AE9-0EA48EEEC2F7}"/>
                </a:ext>
              </a:extLst>
            </p:cNvPr>
            <p:cNvSpPr>
              <a:spLocks/>
            </p:cNvSpPr>
            <p:nvPr>
              <p:custDataLst>
                <p:tags r:id="rId283"/>
              </p:custDataLst>
            </p:nvPr>
          </p:nvSpPr>
          <p:spPr bwMode="auto">
            <a:xfrm>
              <a:off x="4641824" y="1781175"/>
              <a:ext cx="36513" cy="55563"/>
            </a:xfrm>
            <a:custGeom>
              <a:avLst/>
              <a:gdLst>
                <a:gd name="T0" fmla="*/ 76 w 160"/>
                <a:gd name="T1" fmla="*/ 115 h 239"/>
                <a:gd name="T2" fmla="*/ 123 w 160"/>
                <a:gd name="T3" fmla="*/ 172 h 239"/>
                <a:gd name="T4" fmla="*/ 78 w 160"/>
                <a:gd name="T5" fmla="*/ 228 h 239"/>
                <a:gd name="T6" fmla="*/ 18 w 160"/>
                <a:gd name="T7" fmla="*/ 203 h 239"/>
                <a:gd name="T8" fmla="*/ 39 w 160"/>
                <a:gd name="T9" fmla="*/ 184 h 239"/>
                <a:gd name="T10" fmla="*/ 19 w 160"/>
                <a:gd name="T11" fmla="*/ 165 h 239"/>
                <a:gd name="T12" fmla="*/ 0 w 160"/>
                <a:gd name="T13" fmla="*/ 185 h 239"/>
                <a:gd name="T14" fmla="*/ 78 w 160"/>
                <a:gd name="T15" fmla="*/ 239 h 239"/>
                <a:gd name="T16" fmla="*/ 160 w 160"/>
                <a:gd name="T17" fmla="*/ 172 h 239"/>
                <a:gd name="T18" fmla="*/ 100 w 160"/>
                <a:gd name="T19" fmla="*/ 109 h 239"/>
                <a:gd name="T20" fmla="*/ 150 w 160"/>
                <a:gd name="T21" fmla="*/ 48 h 239"/>
                <a:gd name="T22" fmla="*/ 79 w 160"/>
                <a:gd name="T23" fmla="*/ 0 h 239"/>
                <a:gd name="T24" fmla="*/ 11 w 160"/>
                <a:gd name="T25" fmla="*/ 47 h 239"/>
                <a:gd name="T26" fmla="*/ 29 w 160"/>
                <a:gd name="T27" fmla="*/ 65 h 239"/>
                <a:gd name="T28" fmla="*/ 47 w 160"/>
                <a:gd name="T29" fmla="*/ 48 h 239"/>
                <a:gd name="T30" fmla="*/ 29 w 160"/>
                <a:gd name="T31" fmla="*/ 30 h 239"/>
                <a:gd name="T32" fmla="*/ 78 w 160"/>
                <a:gd name="T33" fmla="*/ 10 h 239"/>
                <a:gd name="T34" fmla="*/ 116 w 160"/>
                <a:gd name="T35" fmla="*/ 48 h 239"/>
                <a:gd name="T36" fmla="*/ 102 w 160"/>
                <a:gd name="T37" fmla="*/ 90 h 239"/>
                <a:gd name="T38" fmla="*/ 63 w 160"/>
                <a:gd name="T39" fmla="*/ 105 h 239"/>
                <a:gd name="T40" fmla="*/ 52 w 160"/>
                <a:gd name="T41" fmla="*/ 106 h 239"/>
                <a:gd name="T42" fmla="*/ 48 w 160"/>
                <a:gd name="T43" fmla="*/ 111 h 239"/>
                <a:gd name="T44" fmla="*/ 57 w 160"/>
                <a:gd name="T45" fmla="*/ 115 h 239"/>
                <a:gd name="T46" fmla="*/ 76 w 160"/>
                <a:gd name="T47" fmla="*/ 115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0" h="239">
                  <a:moveTo>
                    <a:pt x="76" y="115"/>
                  </a:moveTo>
                  <a:cubicBezTo>
                    <a:pt x="104" y="115"/>
                    <a:pt x="123" y="134"/>
                    <a:pt x="123" y="172"/>
                  </a:cubicBezTo>
                  <a:cubicBezTo>
                    <a:pt x="123" y="215"/>
                    <a:pt x="98" y="228"/>
                    <a:pt x="78" y="228"/>
                  </a:cubicBezTo>
                  <a:cubicBezTo>
                    <a:pt x="64" y="228"/>
                    <a:pt x="33" y="224"/>
                    <a:pt x="18" y="203"/>
                  </a:cubicBezTo>
                  <a:cubicBezTo>
                    <a:pt x="35" y="203"/>
                    <a:pt x="39" y="191"/>
                    <a:pt x="39" y="184"/>
                  </a:cubicBezTo>
                  <a:cubicBezTo>
                    <a:pt x="39" y="173"/>
                    <a:pt x="30" y="165"/>
                    <a:pt x="19" y="165"/>
                  </a:cubicBezTo>
                  <a:cubicBezTo>
                    <a:pt x="10" y="165"/>
                    <a:pt x="0" y="171"/>
                    <a:pt x="0" y="185"/>
                  </a:cubicBezTo>
                  <a:cubicBezTo>
                    <a:pt x="0" y="218"/>
                    <a:pt x="36" y="239"/>
                    <a:pt x="78" y="239"/>
                  </a:cubicBezTo>
                  <a:cubicBezTo>
                    <a:pt x="127" y="239"/>
                    <a:pt x="160" y="207"/>
                    <a:pt x="160" y="172"/>
                  </a:cubicBezTo>
                  <a:cubicBezTo>
                    <a:pt x="160" y="144"/>
                    <a:pt x="138" y="117"/>
                    <a:pt x="100" y="109"/>
                  </a:cubicBezTo>
                  <a:cubicBezTo>
                    <a:pt x="136" y="96"/>
                    <a:pt x="150" y="70"/>
                    <a:pt x="150" y="48"/>
                  </a:cubicBezTo>
                  <a:cubicBezTo>
                    <a:pt x="150" y="21"/>
                    <a:pt x="118" y="0"/>
                    <a:pt x="79" y="0"/>
                  </a:cubicBezTo>
                  <a:cubicBezTo>
                    <a:pt x="40" y="0"/>
                    <a:pt x="11" y="19"/>
                    <a:pt x="11" y="47"/>
                  </a:cubicBezTo>
                  <a:cubicBezTo>
                    <a:pt x="11" y="59"/>
                    <a:pt x="18" y="65"/>
                    <a:pt x="29" y="65"/>
                  </a:cubicBezTo>
                  <a:cubicBezTo>
                    <a:pt x="40" y="65"/>
                    <a:pt x="47" y="57"/>
                    <a:pt x="47" y="48"/>
                  </a:cubicBezTo>
                  <a:cubicBezTo>
                    <a:pt x="47" y="38"/>
                    <a:pt x="40" y="30"/>
                    <a:pt x="29" y="30"/>
                  </a:cubicBezTo>
                  <a:cubicBezTo>
                    <a:pt x="41" y="14"/>
                    <a:pt x="65" y="10"/>
                    <a:pt x="78" y="10"/>
                  </a:cubicBezTo>
                  <a:cubicBezTo>
                    <a:pt x="94" y="10"/>
                    <a:pt x="116" y="18"/>
                    <a:pt x="116" y="48"/>
                  </a:cubicBezTo>
                  <a:cubicBezTo>
                    <a:pt x="116" y="63"/>
                    <a:pt x="111" y="79"/>
                    <a:pt x="102" y="90"/>
                  </a:cubicBezTo>
                  <a:cubicBezTo>
                    <a:pt x="90" y="103"/>
                    <a:pt x="81" y="104"/>
                    <a:pt x="63" y="105"/>
                  </a:cubicBezTo>
                  <a:cubicBezTo>
                    <a:pt x="54" y="106"/>
                    <a:pt x="54" y="106"/>
                    <a:pt x="52" y="106"/>
                  </a:cubicBezTo>
                  <a:cubicBezTo>
                    <a:pt x="51" y="106"/>
                    <a:pt x="48" y="107"/>
                    <a:pt x="48" y="111"/>
                  </a:cubicBezTo>
                  <a:cubicBezTo>
                    <a:pt x="48" y="115"/>
                    <a:pt x="52" y="115"/>
                    <a:pt x="57" y="115"/>
                  </a:cubicBezTo>
                  <a:lnTo>
                    <a:pt x="76" y="11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40" name="그룹 339" descr="\documentclass{article}&#10;\usepackage{amsmath}&#10;\pagestyle{empty}&#10;\begin{document}&#10;&#10;$b_4$&#10;&#10;&#10;\end{document}" title="IguanaTex Vector Display">
            <a:extLst>
              <a:ext uri="{FF2B5EF4-FFF2-40B4-BE49-F238E27FC236}">
                <a16:creationId xmlns:a16="http://schemas.microsoft.com/office/drawing/2014/main" id="{8FA53F33-2D01-420A-99D9-9C1A6AF3AFE1}"/>
              </a:ext>
            </a:extLst>
          </p:cNvPr>
          <p:cNvGrpSpPr>
            <a:grpSpLocks noChangeAspect="1"/>
          </p:cNvGrpSpPr>
          <p:nvPr>
            <p:custDataLst>
              <p:tags r:id="rId12"/>
            </p:custDataLst>
          </p:nvPr>
        </p:nvGrpSpPr>
        <p:grpSpPr>
          <a:xfrm>
            <a:off x="4860953" y="1738313"/>
            <a:ext cx="86423" cy="96026"/>
            <a:chOff x="4860953" y="1738313"/>
            <a:chExt cx="87313" cy="111126"/>
          </a:xfrm>
        </p:grpSpPr>
        <p:sp>
          <p:nvSpPr>
            <p:cNvPr id="337" name="Freeform 186">
              <a:extLst>
                <a:ext uri="{FF2B5EF4-FFF2-40B4-BE49-F238E27FC236}">
                  <a16:creationId xmlns:a16="http://schemas.microsoft.com/office/drawing/2014/main" id="{2067BAF1-6D0C-4C8B-AA54-9123DF29C259}"/>
                </a:ext>
              </a:extLst>
            </p:cNvPr>
            <p:cNvSpPr>
              <a:spLocks noEditPoints="1"/>
            </p:cNvSpPr>
            <p:nvPr>
              <p:custDataLst>
                <p:tags r:id="rId280"/>
              </p:custDataLst>
            </p:nvPr>
          </p:nvSpPr>
          <p:spPr bwMode="auto">
            <a:xfrm>
              <a:off x="4860953" y="1738313"/>
              <a:ext cx="42863" cy="92075"/>
            </a:xfrm>
            <a:custGeom>
              <a:avLst/>
              <a:gdLst>
                <a:gd name="T0" fmla="*/ 96 w 184"/>
                <a:gd name="T1" fmla="*/ 6 h 352"/>
                <a:gd name="T2" fmla="*/ 90 w 184"/>
                <a:gd name="T3" fmla="*/ 0 h 352"/>
                <a:gd name="T4" fmla="*/ 29 w 184"/>
                <a:gd name="T5" fmla="*/ 5 h 352"/>
                <a:gd name="T6" fmla="*/ 19 w 184"/>
                <a:gd name="T7" fmla="*/ 15 h 352"/>
                <a:gd name="T8" fmla="*/ 31 w 184"/>
                <a:gd name="T9" fmla="*/ 21 h 352"/>
                <a:gd name="T10" fmla="*/ 56 w 184"/>
                <a:gd name="T11" fmla="*/ 29 h 352"/>
                <a:gd name="T12" fmla="*/ 49 w 184"/>
                <a:gd name="T13" fmla="*/ 60 h 352"/>
                <a:gd name="T14" fmla="*/ 8 w 184"/>
                <a:gd name="T15" fmla="*/ 223 h 352"/>
                <a:gd name="T16" fmla="*/ 0 w 184"/>
                <a:gd name="T17" fmla="*/ 274 h 352"/>
                <a:gd name="T18" fmla="*/ 64 w 184"/>
                <a:gd name="T19" fmla="*/ 352 h 352"/>
                <a:gd name="T20" fmla="*/ 184 w 184"/>
                <a:gd name="T21" fmla="*/ 206 h 352"/>
                <a:gd name="T22" fmla="*/ 118 w 184"/>
                <a:gd name="T23" fmla="*/ 126 h 352"/>
                <a:gd name="T24" fmla="*/ 59 w 184"/>
                <a:gd name="T25" fmla="*/ 156 h 352"/>
                <a:gd name="T26" fmla="*/ 96 w 184"/>
                <a:gd name="T27" fmla="*/ 6 h 352"/>
                <a:gd name="T28" fmla="*/ 49 w 184"/>
                <a:gd name="T29" fmla="*/ 194 h 352"/>
                <a:gd name="T30" fmla="*/ 57 w 184"/>
                <a:gd name="T31" fmla="*/ 177 h 352"/>
                <a:gd name="T32" fmla="*/ 117 w 184"/>
                <a:gd name="T33" fmla="*/ 137 h 352"/>
                <a:gd name="T34" fmla="*/ 148 w 184"/>
                <a:gd name="T35" fmla="*/ 184 h 352"/>
                <a:gd name="T36" fmla="*/ 123 w 184"/>
                <a:gd name="T37" fmla="*/ 290 h 352"/>
                <a:gd name="T38" fmla="*/ 64 w 184"/>
                <a:gd name="T39" fmla="*/ 341 h 352"/>
                <a:gd name="T40" fmla="*/ 30 w 184"/>
                <a:gd name="T41" fmla="*/ 291 h 352"/>
                <a:gd name="T42" fmla="*/ 38 w 184"/>
                <a:gd name="T43" fmla="*/ 240 h 352"/>
                <a:gd name="T44" fmla="*/ 49 w 184"/>
                <a:gd name="T45" fmla="*/ 194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4" h="352">
                  <a:moveTo>
                    <a:pt x="96" y="6"/>
                  </a:moveTo>
                  <a:cubicBezTo>
                    <a:pt x="96" y="5"/>
                    <a:pt x="96" y="0"/>
                    <a:pt x="90" y="0"/>
                  </a:cubicBezTo>
                  <a:cubicBezTo>
                    <a:pt x="78" y="0"/>
                    <a:pt x="42" y="4"/>
                    <a:pt x="29" y="5"/>
                  </a:cubicBezTo>
                  <a:cubicBezTo>
                    <a:pt x="25" y="6"/>
                    <a:pt x="19" y="6"/>
                    <a:pt x="19" y="15"/>
                  </a:cubicBezTo>
                  <a:cubicBezTo>
                    <a:pt x="19" y="21"/>
                    <a:pt x="24" y="21"/>
                    <a:pt x="31" y="21"/>
                  </a:cubicBezTo>
                  <a:cubicBezTo>
                    <a:pt x="55" y="21"/>
                    <a:pt x="56" y="24"/>
                    <a:pt x="56" y="29"/>
                  </a:cubicBezTo>
                  <a:cubicBezTo>
                    <a:pt x="56" y="33"/>
                    <a:pt x="52" y="50"/>
                    <a:pt x="49" y="60"/>
                  </a:cubicBezTo>
                  <a:lnTo>
                    <a:pt x="8" y="223"/>
                  </a:lnTo>
                  <a:cubicBezTo>
                    <a:pt x="2" y="248"/>
                    <a:pt x="0" y="256"/>
                    <a:pt x="0" y="274"/>
                  </a:cubicBezTo>
                  <a:cubicBezTo>
                    <a:pt x="0" y="321"/>
                    <a:pt x="27" y="352"/>
                    <a:pt x="64" y="352"/>
                  </a:cubicBezTo>
                  <a:cubicBezTo>
                    <a:pt x="123" y="352"/>
                    <a:pt x="184" y="278"/>
                    <a:pt x="184" y="206"/>
                  </a:cubicBezTo>
                  <a:cubicBezTo>
                    <a:pt x="184" y="160"/>
                    <a:pt x="157" y="126"/>
                    <a:pt x="118" y="126"/>
                  </a:cubicBezTo>
                  <a:cubicBezTo>
                    <a:pt x="95" y="126"/>
                    <a:pt x="74" y="140"/>
                    <a:pt x="59" y="156"/>
                  </a:cubicBezTo>
                  <a:lnTo>
                    <a:pt x="96" y="6"/>
                  </a:lnTo>
                  <a:close/>
                  <a:moveTo>
                    <a:pt x="49" y="194"/>
                  </a:moveTo>
                  <a:cubicBezTo>
                    <a:pt x="52" y="183"/>
                    <a:pt x="52" y="182"/>
                    <a:pt x="57" y="177"/>
                  </a:cubicBezTo>
                  <a:cubicBezTo>
                    <a:pt x="81" y="144"/>
                    <a:pt x="104" y="137"/>
                    <a:pt x="117" y="137"/>
                  </a:cubicBezTo>
                  <a:cubicBezTo>
                    <a:pt x="134" y="137"/>
                    <a:pt x="148" y="152"/>
                    <a:pt x="148" y="184"/>
                  </a:cubicBezTo>
                  <a:cubicBezTo>
                    <a:pt x="148" y="213"/>
                    <a:pt x="132" y="271"/>
                    <a:pt x="123" y="290"/>
                  </a:cubicBezTo>
                  <a:cubicBezTo>
                    <a:pt x="106" y="323"/>
                    <a:pt x="83" y="341"/>
                    <a:pt x="64" y="341"/>
                  </a:cubicBezTo>
                  <a:cubicBezTo>
                    <a:pt x="47" y="341"/>
                    <a:pt x="30" y="327"/>
                    <a:pt x="30" y="291"/>
                  </a:cubicBezTo>
                  <a:cubicBezTo>
                    <a:pt x="30" y="281"/>
                    <a:pt x="30" y="272"/>
                    <a:pt x="38" y="240"/>
                  </a:cubicBezTo>
                  <a:lnTo>
                    <a:pt x="49" y="194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8" name="Freeform 187">
              <a:extLst>
                <a:ext uri="{FF2B5EF4-FFF2-40B4-BE49-F238E27FC236}">
                  <a16:creationId xmlns:a16="http://schemas.microsoft.com/office/drawing/2014/main" id="{44F986E1-98A2-42CA-B352-9F14194B24F4}"/>
                </a:ext>
              </a:extLst>
            </p:cNvPr>
            <p:cNvSpPr>
              <a:spLocks noEditPoints="1"/>
            </p:cNvSpPr>
            <p:nvPr>
              <p:custDataLst>
                <p:tags r:id="rId281"/>
              </p:custDataLst>
            </p:nvPr>
          </p:nvSpPr>
          <p:spPr bwMode="auto">
            <a:xfrm>
              <a:off x="4908578" y="1787526"/>
              <a:ext cx="39688" cy="61913"/>
            </a:xfrm>
            <a:custGeom>
              <a:avLst/>
              <a:gdLst>
                <a:gd name="T0" fmla="*/ 171 w 171"/>
                <a:gd name="T1" fmla="*/ 178 h 235"/>
                <a:gd name="T2" fmla="*/ 171 w 171"/>
                <a:gd name="T3" fmla="*/ 165 h 235"/>
                <a:gd name="T4" fmla="*/ 133 w 171"/>
                <a:gd name="T5" fmla="*/ 165 h 235"/>
                <a:gd name="T6" fmla="*/ 133 w 171"/>
                <a:gd name="T7" fmla="*/ 10 h 235"/>
                <a:gd name="T8" fmla="*/ 125 w 171"/>
                <a:gd name="T9" fmla="*/ 0 h 235"/>
                <a:gd name="T10" fmla="*/ 116 w 171"/>
                <a:gd name="T11" fmla="*/ 5 h 235"/>
                <a:gd name="T12" fmla="*/ 0 w 171"/>
                <a:gd name="T13" fmla="*/ 165 h 235"/>
                <a:gd name="T14" fmla="*/ 0 w 171"/>
                <a:gd name="T15" fmla="*/ 178 h 235"/>
                <a:gd name="T16" fmla="*/ 103 w 171"/>
                <a:gd name="T17" fmla="*/ 178 h 235"/>
                <a:gd name="T18" fmla="*/ 103 w 171"/>
                <a:gd name="T19" fmla="*/ 207 h 235"/>
                <a:gd name="T20" fmla="*/ 75 w 171"/>
                <a:gd name="T21" fmla="*/ 223 h 235"/>
                <a:gd name="T22" fmla="*/ 65 w 171"/>
                <a:gd name="T23" fmla="*/ 223 h 235"/>
                <a:gd name="T24" fmla="*/ 65 w 171"/>
                <a:gd name="T25" fmla="*/ 235 h 235"/>
                <a:gd name="T26" fmla="*/ 118 w 171"/>
                <a:gd name="T27" fmla="*/ 234 h 235"/>
                <a:gd name="T28" fmla="*/ 170 w 171"/>
                <a:gd name="T29" fmla="*/ 235 h 235"/>
                <a:gd name="T30" fmla="*/ 170 w 171"/>
                <a:gd name="T31" fmla="*/ 223 h 235"/>
                <a:gd name="T32" fmla="*/ 161 w 171"/>
                <a:gd name="T33" fmla="*/ 223 h 235"/>
                <a:gd name="T34" fmla="*/ 133 w 171"/>
                <a:gd name="T35" fmla="*/ 207 h 235"/>
                <a:gd name="T36" fmla="*/ 133 w 171"/>
                <a:gd name="T37" fmla="*/ 178 h 235"/>
                <a:gd name="T38" fmla="*/ 171 w 171"/>
                <a:gd name="T39" fmla="*/ 178 h 235"/>
                <a:gd name="T40" fmla="*/ 105 w 171"/>
                <a:gd name="T41" fmla="*/ 38 h 235"/>
                <a:gd name="T42" fmla="*/ 105 w 171"/>
                <a:gd name="T43" fmla="*/ 165 h 235"/>
                <a:gd name="T44" fmla="*/ 13 w 171"/>
                <a:gd name="T45" fmla="*/ 165 h 235"/>
                <a:gd name="T46" fmla="*/ 105 w 171"/>
                <a:gd name="T47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1" h="235">
                  <a:moveTo>
                    <a:pt x="171" y="178"/>
                  </a:moveTo>
                  <a:lnTo>
                    <a:pt x="171" y="165"/>
                  </a:lnTo>
                  <a:lnTo>
                    <a:pt x="133" y="165"/>
                  </a:lnTo>
                  <a:lnTo>
                    <a:pt x="133" y="10"/>
                  </a:lnTo>
                  <a:cubicBezTo>
                    <a:pt x="133" y="2"/>
                    <a:pt x="133" y="0"/>
                    <a:pt x="125" y="0"/>
                  </a:cubicBezTo>
                  <a:cubicBezTo>
                    <a:pt x="121" y="0"/>
                    <a:pt x="119" y="0"/>
                    <a:pt x="116" y="5"/>
                  </a:cubicBezTo>
                  <a:lnTo>
                    <a:pt x="0" y="165"/>
                  </a:lnTo>
                  <a:lnTo>
                    <a:pt x="0" y="178"/>
                  </a:lnTo>
                  <a:lnTo>
                    <a:pt x="103" y="178"/>
                  </a:lnTo>
                  <a:lnTo>
                    <a:pt x="103" y="207"/>
                  </a:lnTo>
                  <a:cubicBezTo>
                    <a:pt x="103" y="218"/>
                    <a:pt x="103" y="223"/>
                    <a:pt x="75" y="223"/>
                  </a:cubicBezTo>
                  <a:lnTo>
                    <a:pt x="65" y="223"/>
                  </a:lnTo>
                  <a:lnTo>
                    <a:pt x="65" y="235"/>
                  </a:lnTo>
                  <a:cubicBezTo>
                    <a:pt x="83" y="234"/>
                    <a:pt x="105" y="234"/>
                    <a:pt x="118" y="234"/>
                  </a:cubicBezTo>
                  <a:cubicBezTo>
                    <a:pt x="130" y="234"/>
                    <a:pt x="153" y="234"/>
                    <a:pt x="170" y="235"/>
                  </a:cubicBezTo>
                  <a:lnTo>
                    <a:pt x="170" y="223"/>
                  </a:lnTo>
                  <a:lnTo>
                    <a:pt x="161" y="223"/>
                  </a:lnTo>
                  <a:cubicBezTo>
                    <a:pt x="133" y="223"/>
                    <a:pt x="133" y="218"/>
                    <a:pt x="133" y="207"/>
                  </a:cubicBezTo>
                  <a:lnTo>
                    <a:pt x="133" y="178"/>
                  </a:lnTo>
                  <a:lnTo>
                    <a:pt x="171" y="178"/>
                  </a:lnTo>
                  <a:close/>
                  <a:moveTo>
                    <a:pt x="105" y="38"/>
                  </a:moveTo>
                  <a:lnTo>
                    <a:pt x="105" y="165"/>
                  </a:lnTo>
                  <a:lnTo>
                    <a:pt x="13" y="165"/>
                  </a:lnTo>
                  <a:lnTo>
                    <a:pt x="10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51" name="그룹 350" descr="\documentclass{article}&#10;\usepackage{amsmath}&#10;\pagestyle{empty}&#10;\begin{document}&#10;&#10;$n_2$&#10;&#10;&#10;\end{document}" title="IguanaTex Vector Display">
            <a:extLst>
              <a:ext uri="{FF2B5EF4-FFF2-40B4-BE49-F238E27FC236}">
                <a16:creationId xmlns:a16="http://schemas.microsoft.com/office/drawing/2014/main" id="{FB796F0D-4556-4B0C-8B09-BAEA1C9007A1}"/>
              </a:ext>
            </a:extLst>
          </p:cNvPr>
          <p:cNvGrpSpPr>
            <a:grpSpLocks noChangeAspect="1"/>
          </p:cNvGrpSpPr>
          <p:nvPr>
            <p:custDataLst>
              <p:tags r:id="rId13"/>
            </p:custDataLst>
          </p:nvPr>
        </p:nvGrpSpPr>
        <p:grpSpPr>
          <a:xfrm>
            <a:off x="3970320" y="1416050"/>
            <a:ext cx="105628" cy="67218"/>
            <a:chOff x="3970320" y="1416050"/>
            <a:chExt cx="114300" cy="77788"/>
          </a:xfrm>
        </p:grpSpPr>
        <p:sp>
          <p:nvSpPr>
            <p:cNvPr id="348" name="Freeform 194">
              <a:extLst>
                <a:ext uri="{FF2B5EF4-FFF2-40B4-BE49-F238E27FC236}">
                  <a16:creationId xmlns:a16="http://schemas.microsoft.com/office/drawing/2014/main" id="{1D965734-965A-4EE8-88BB-E52337A4EC34}"/>
                </a:ext>
              </a:extLst>
            </p:cNvPr>
            <p:cNvSpPr>
              <a:spLocks/>
            </p:cNvSpPr>
            <p:nvPr>
              <p:custDataLst>
                <p:tags r:id="rId278"/>
              </p:custDataLst>
            </p:nvPr>
          </p:nvSpPr>
          <p:spPr bwMode="auto">
            <a:xfrm>
              <a:off x="3970320" y="1416050"/>
              <a:ext cx="66675" cy="58738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2 h 226"/>
                <a:gd name="T4" fmla="*/ 39 w 270"/>
                <a:gd name="T5" fmla="*/ 226 h 226"/>
                <a:gd name="T6" fmla="*/ 57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6 w 270"/>
                <a:gd name="T13" fmla="*/ 97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7 w 270"/>
                <a:gd name="T31" fmla="*/ 153 h 226"/>
                <a:gd name="T32" fmla="*/ 206 w 270"/>
                <a:gd name="T33" fmla="*/ 215 h 226"/>
                <a:gd name="T34" fmla="*/ 194 w 270"/>
                <a:gd name="T35" fmla="*/ 198 h 226"/>
                <a:gd name="T36" fmla="*/ 203 w 270"/>
                <a:gd name="T37" fmla="*/ 163 h 226"/>
                <a:gd name="T38" fmla="*/ 233 w 270"/>
                <a:gd name="T39" fmla="*/ 53 h 226"/>
                <a:gd name="T40" fmla="*/ 176 w 270"/>
                <a:gd name="T41" fmla="*/ 0 h 226"/>
                <a:gd name="T42" fmla="*/ 98 w 270"/>
                <a:gd name="T43" fmla="*/ 43 h 226"/>
                <a:gd name="T44" fmla="*/ 52 w 270"/>
                <a:gd name="T45" fmla="*/ 0 h 226"/>
                <a:gd name="T46" fmla="*/ 15 w 270"/>
                <a:gd name="T47" fmla="*/ 28 h 226"/>
                <a:gd name="T48" fmla="*/ 0 w 270"/>
                <a:gd name="T49" fmla="*/ 77 h 226"/>
                <a:gd name="T50" fmla="*/ 6 w 270"/>
                <a:gd name="T51" fmla="*/ 82 h 226"/>
                <a:gd name="T52" fmla="*/ 14 w 270"/>
                <a:gd name="T53" fmla="*/ 70 h 226"/>
                <a:gd name="T54" fmla="*/ 50 w 270"/>
                <a:gd name="T55" fmla="*/ 11 h 226"/>
                <a:gd name="T56" fmla="*/ 66 w 270"/>
                <a:gd name="T57" fmla="*/ 34 h 226"/>
                <a:gd name="T58" fmla="*/ 58 w 270"/>
                <a:gd name="T59" fmla="*/ 76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2" y="226"/>
                    <a:pt x="39" y="226"/>
                  </a:cubicBezTo>
                  <a:cubicBezTo>
                    <a:pt x="45" y="226"/>
                    <a:pt x="54" y="222"/>
                    <a:pt x="57" y="212"/>
                  </a:cubicBezTo>
                  <a:cubicBezTo>
                    <a:pt x="58" y="211"/>
                    <a:pt x="64" y="187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6" y="97"/>
                  </a:cubicBezTo>
                  <a:cubicBezTo>
                    <a:pt x="88" y="88"/>
                    <a:pt x="92" y="74"/>
                    <a:pt x="93" y="72"/>
                  </a:cubicBezTo>
                  <a:cubicBezTo>
                    <a:pt x="100" y="56"/>
                    <a:pt x="127" y="11"/>
                    <a:pt x="174" y="11"/>
                  </a:cubicBezTo>
                  <a:cubicBezTo>
                    <a:pt x="197" y="11"/>
                    <a:pt x="201" y="29"/>
                    <a:pt x="201" y="46"/>
                  </a:cubicBezTo>
                  <a:cubicBezTo>
                    <a:pt x="201" y="77"/>
                    <a:pt x="177" y="140"/>
                    <a:pt x="169" y="162"/>
                  </a:cubicBezTo>
                  <a:cubicBezTo>
                    <a:pt x="164" y="173"/>
                    <a:pt x="164" y="179"/>
                    <a:pt x="164" y="185"/>
                  </a:cubicBezTo>
                  <a:cubicBezTo>
                    <a:pt x="164" y="208"/>
                    <a:pt x="181" y="226"/>
                    <a:pt x="205" y="226"/>
                  </a:cubicBezTo>
                  <a:cubicBezTo>
                    <a:pt x="252" y="226"/>
                    <a:pt x="270" y="153"/>
                    <a:pt x="270" y="149"/>
                  </a:cubicBezTo>
                  <a:cubicBezTo>
                    <a:pt x="270" y="144"/>
                    <a:pt x="266" y="144"/>
                    <a:pt x="264" y="144"/>
                  </a:cubicBezTo>
                  <a:cubicBezTo>
                    <a:pt x="259" y="144"/>
                    <a:pt x="259" y="145"/>
                    <a:pt x="257" y="153"/>
                  </a:cubicBezTo>
                  <a:cubicBezTo>
                    <a:pt x="247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8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7"/>
                    <a:pt x="233" y="82"/>
                    <a:pt x="233" y="53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6" y="32"/>
                    <a:pt x="98" y="43"/>
                  </a:cubicBezTo>
                  <a:cubicBezTo>
                    <a:pt x="95" y="15"/>
                    <a:pt x="75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7" y="45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0"/>
                  </a:cubicBezTo>
                  <a:cubicBezTo>
                    <a:pt x="23" y="35"/>
                    <a:pt x="33" y="11"/>
                    <a:pt x="50" y="11"/>
                  </a:cubicBezTo>
                  <a:cubicBezTo>
                    <a:pt x="60" y="11"/>
                    <a:pt x="66" y="17"/>
                    <a:pt x="66" y="34"/>
                  </a:cubicBezTo>
                  <a:cubicBezTo>
                    <a:pt x="66" y="44"/>
                    <a:pt x="64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9" name="Freeform 195">
              <a:extLst>
                <a:ext uri="{FF2B5EF4-FFF2-40B4-BE49-F238E27FC236}">
                  <a16:creationId xmlns:a16="http://schemas.microsoft.com/office/drawing/2014/main" id="{CACB5EEC-37C6-48BB-A00D-33DBC2820D2E}"/>
                </a:ext>
              </a:extLst>
            </p:cNvPr>
            <p:cNvSpPr>
              <a:spLocks/>
            </p:cNvSpPr>
            <p:nvPr>
              <p:custDataLst>
                <p:tags r:id="rId279"/>
              </p:custDataLst>
            </p:nvPr>
          </p:nvSpPr>
          <p:spPr bwMode="auto">
            <a:xfrm>
              <a:off x="4046520" y="1431925"/>
              <a:ext cx="38100" cy="61913"/>
            </a:xfrm>
            <a:custGeom>
              <a:avLst/>
              <a:gdLst>
                <a:gd name="T0" fmla="*/ 155 w 155"/>
                <a:gd name="T1" fmla="*/ 169 h 232"/>
                <a:gd name="T2" fmla="*/ 143 w 155"/>
                <a:gd name="T3" fmla="*/ 169 h 232"/>
                <a:gd name="T4" fmla="*/ 134 w 155"/>
                <a:gd name="T5" fmla="*/ 200 h 232"/>
                <a:gd name="T6" fmla="*/ 99 w 155"/>
                <a:gd name="T7" fmla="*/ 202 h 232"/>
                <a:gd name="T8" fmla="*/ 35 w 155"/>
                <a:gd name="T9" fmla="*/ 202 h 232"/>
                <a:gd name="T10" fmla="*/ 105 w 155"/>
                <a:gd name="T11" fmla="*/ 144 h 232"/>
                <a:gd name="T12" fmla="*/ 155 w 155"/>
                <a:gd name="T13" fmla="*/ 68 h 232"/>
                <a:gd name="T14" fmla="*/ 73 w 155"/>
                <a:gd name="T15" fmla="*/ 0 h 232"/>
                <a:gd name="T16" fmla="*/ 0 w 155"/>
                <a:gd name="T17" fmla="*/ 63 h 232"/>
                <a:gd name="T18" fmla="*/ 19 w 155"/>
                <a:gd name="T19" fmla="*/ 82 h 232"/>
                <a:gd name="T20" fmla="*/ 37 w 155"/>
                <a:gd name="T21" fmla="*/ 64 h 232"/>
                <a:gd name="T22" fmla="*/ 17 w 155"/>
                <a:gd name="T23" fmla="*/ 45 h 232"/>
                <a:gd name="T24" fmla="*/ 68 w 155"/>
                <a:gd name="T25" fmla="*/ 13 h 232"/>
                <a:gd name="T26" fmla="*/ 121 w 155"/>
                <a:gd name="T27" fmla="*/ 68 h 232"/>
                <a:gd name="T28" fmla="*/ 88 w 155"/>
                <a:gd name="T29" fmla="*/ 135 h 232"/>
                <a:gd name="T30" fmla="*/ 4 w 155"/>
                <a:gd name="T31" fmla="*/ 219 h 232"/>
                <a:gd name="T32" fmla="*/ 0 w 155"/>
                <a:gd name="T33" fmla="*/ 232 h 232"/>
                <a:gd name="T34" fmla="*/ 144 w 155"/>
                <a:gd name="T35" fmla="*/ 232 h 232"/>
                <a:gd name="T36" fmla="*/ 155 w 155"/>
                <a:gd name="T37" fmla="*/ 169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5" h="232">
                  <a:moveTo>
                    <a:pt x="155" y="169"/>
                  </a:moveTo>
                  <a:lnTo>
                    <a:pt x="143" y="169"/>
                  </a:lnTo>
                  <a:cubicBezTo>
                    <a:pt x="142" y="176"/>
                    <a:pt x="138" y="197"/>
                    <a:pt x="134" y="200"/>
                  </a:cubicBezTo>
                  <a:cubicBezTo>
                    <a:pt x="131" y="202"/>
                    <a:pt x="104" y="202"/>
                    <a:pt x="99" y="202"/>
                  </a:cubicBezTo>
                  <a:lnTo>
                    <a:pt x="35" y="202"/>
                  </a:lnTo>
                  <a:cubicBezTo>
                    <a:pt x="72" y="170"/>
                    <a:pt x="84" y="160"/>
                    <a:pt x="105" y="144"/>
                  </a:cubicBezTo>
                  <a:cubicBezTo>
                    <a:pt x="131" y="123"/>
                    <a:pt x="155" y="102"/>
                    <a:pt x="155" y="68"/>
                  </a:cubicBezTo>
                  <a:cubicBezTo>
                    <a:pt x="155" y="26"/>
                    <a:pt x="118" y="0"/>
                    <a:pt x="73" y="0"/>
                  </a:cubicBezTo>
                  <a:cubicBezTo>
                    <a:pt x="30" y="0"/>
                    <a:pt x="0" y="31"/>
                    <a:pt x="0" y="63"/>
                  </a:cubicBezTo>
                  <a:cubicBezTo>
                    <a:pt x="0" y="81"/>
                    <a:pt x="15" y="82"/>
                    <a:pt x="19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8"/>
                    <a:pt x="35" y="45"/>
                    <a:pt x="17" y="45"/>
                  </a:cubicBezTo>
                  <a:cubicBezTo>
                    <a:pt x="28" y="21"/>
                    <a:pt x="51" y="13"/>
                    <a:pt x="68" y="13"/>
                  </a:cubicBezTo>
                  <a:cubicBezTo>
                    <a:pt x="103" y="13"/>
                    <a:pt x="121" y="40"/>
                    <a:pt x="121" y="68"/>
                  </a:cubicBezTo>
                  <a:cubicBezTo>
                    <a:pt x="121" y="99"/>
                    <a:pt x="99" y="123"/>
                    <a:pt x="88" y="135"/>
                  </a:cubicBezTo>
                  <a:lnTo>
                    <a:pt x="4" y="219"/>
                  </a:lnTo>
                  <a:cubicBezTo>
                    <a:pt x="0" y="222"/>
                    <a:pt x="0" y="222"/>
                    <a:pt x="0" y="232"/>
                  </a:cubicBezTo>
                  <a:lnTo>
                    <a:pt x="144" y="232"/>
                  </a:lnTo>
                  <a:lnTo>
                    <a:pt x="155" y="16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62" name="그룹 361" descr="\documentclass{article}&#10;\usepackage{amsmath}&#10;\pagestyle{empty}&#10;\begin{document}&#10;&#10;$n_0$&#10;&#10;&#10;\end{document}" title="IguanaTex Vector Display">
            <a:extLst>
              <a:ext uri="{FF2B5EF4-FFF2-40B4-BE49-F238E27FC236}">
                <a16:creationId xmlns:a16="http://schemas.microsoft.com/office/drawing/2014/main" id="{A565645E-1B20-44A6-AECA-9021DB7BE9FA}"/>
              </a:ext>
            </a:extLst>
          </p:cNvPr>
          <p:cNvGrpSpPr>
            <a:grpSpLocks noChangeAspect="1"/>
          </p:cNvGrpSpPr>
          <p:nvPr>
            <p:custDataLst>
              <p:tags r:id="rId14"/>
            </p:custDataLst>
          </p:nvPr>
        </p:nvGrpSpPr>
        <p:grpSpPr>
          <a:xfrm>
            <a:off x="4530706" y="822325"/>
            <a:ext cx="106314" cy="68590"/>
            <a:chOff x="4530706" y="822325"/>
            <a:chExt cx="117475" cy="80963"/>
          </a:xfrm>
        </p:grpSpPr>
        <p:sp>
          <p:nvSpPr>
            <p:cNvPr id="359" name="Freeform 202">
              <a:extLst>
                <a:ext uri="{FF2B5EF4-FFF2-40B4-BE49-F238E27FC236}">
                  <a16:creationId xmlns:a16="http://schemas.microsoft.com/office/drawing/2014/main" id="{08E539A3-A24A-4920-9A97-0617CFC7BBA8}"/>
                </a:ext>
              </a:extLst>
            </p:cNvPr>
            <p:cNvSpPr>
              <a:spLocks/>
            </p:cNvSpPr>
            <p:nvPr>
              <p:custDataLst>
                <p:tags r:id="rId276"/>
              </p:custDataLst>
            </p:nvPr>
          </p:nvSpPr>
          <p:spPr bwMode="auto">
            <a:xfrm>
              <a:off x="4530706" y="822325"/>
              <a:ext cx="68263" cy="60325"/>
            </a:xfrm>
            <a:custGeom>
              <a:avLst/>
              <a:gdLst>
                <a:gd name="T0" fmla="*/ 29 w 270"/>
                <a:gd name="T1" fmla="*/ 192 h 227"/>
                <a:gd name="T2" fmla="*/ 25 w 270"/>
                <a:gd name="T3" fmla="*/ 213 h 227"/>
                <a:gd name="T4" fmla="*/ 39 w 270"/>
                <a:gd name="T5" fmla="*/ 227 h 227"/>
                <a:gd name="T6" fmla="*/ 58 w 270"/>
                <a:gd name="T7" fmla="*/ 213 h 227"/>
                <a:gd name="T8" fmla="*/ 67 w 270"/>
                <a:gd name="T9" fmla="*/ 176 h 227"/>
                <a:gd name="T10" fmla="*/ 78 w 270"/>
                <a:gd name="T11" fmla="*/ 131 h 227"/>
                <a:gd name="T12" fmla="*/ 87 w 270"/>
                <a:gd name="T13" fmla="*/ 97 h 227"/>
                <a:gd name="T14" fmla="*/ 93 w 270"/>
                <a:gd name="T15" fmla="*/ 72 h 227"/>
                <a:gd name="T16" fmla="*/ 174 w 270"/>
                <a:gd name="T17" fmla="*/ 11 h 227"/>
                <a:gd name="T18" fmla="*/ 201 w 270"/>
                <a:gd name="T19" fmla="*/ 46 h 227"/>
                <a:gd name="T20" fmla="*/ 169 w 270"/>
                <a:gd name="T21" fmla="*/ 163 h 227"/>
                <a:gd name="T22" fmla="*/ 164 w 270"/>
                <a:gd name="T23" fmla="*/ 186 h 227"/>
                <a:gd name="T24" fmla="*/ 205 w 270"/>
                <a:gd name="T25" fmla="*/ 227 h 227"/>
                <a:gd name="T26" fmla="*/ 270 w 270"/>
                <a:gd name="T27" fmla="*/ 150 h 227"/>
                <a:gd name="T28" fmla="*/ 264 w 270"/>
                <a:gd name="T29" fmla="*/ 145 h 227"/>
                <a:gd name="T30" fmla="*/ 257 w 270"/>
                <a:gd name="T31" fmla="*/ 154 h 227"/>
                <a:gd name="T32" fmla="*/ 206 w 270"/>
                <a:gd name="T33" fmla="*/ 216 h 227"/>
                <a:gd name="T34" fmla="*/ 194 w 270"/>
                <a:gd name="T35" fmla="*/ 199 h 227"/>
                <a:gd name="T36" fmla="*/ 203 w 270"/>
                <a:gd name="T37" fmla="*/ 164 h 227"/>
                <a:gd name="T38" fmla="*/ 233 w 270"/>
                <a:gd name="T39" fmla="*/ 54 h 227"/>
                <a:gd name="T40" fmla="*/ 176 w 270"/>
                <a:gd name="T41" fmla="*/ 0 h 227"/>
                <a:gd name="T42" fmla="*/ 98 w 270"/>
                <a:gd name="T43" fmla="*/ 44 h 227"/>
                <a:gd name="T44" fmla="*/ 52 w 270"/>
                <a:gd name="T45" fmla="*/ 0 h 227"/>
                <a:gd name="T46" fmla="*/ 15 w 270"/>
                <a:gd name="T47" fmla="*/ 29 h 227"/>
                <a:gd name="T48" fmla="*/ 0 w 270"/>
                <a:gd name="T49" fmla="*/ 77 h 227"/>
                <a:gd name="T50" fmla="*/ 6 w 270"/>
                <a:gd name="T51" fmla="*/ 82 h 227"/>
                <a:gd name="T52" fmla="*/ 14 w 270"/>
                <a:gd name="T53" fmla="*/ 71 h 227"/>
                <a:gd name="T54" fmla="*/ 51 w 270"/>
                <a:gd name="T55" fmla="*/ 11 h 227"/>
                <a:gd name="T56" fmla="*/ 66 w 270"/>
                <a:gd name="T57" fmla="*/ 34 h 227"/>
                <a:gd name="T58" fmla="*/ 58 w 270"/>
                <a:gd name="T59" fmla="*/ 76 h 227"/>
                <a:gd name="T60" fmla="*/ 29 w 270"/>
                <a:gd name="T61" fmla="*/ 1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7">
                  <a:moveTo>
                    <a:pt x="29" y="192"/>
                  </a:moveTo>
                  <a:cubicBezTo>
                    <a:pt x="28" y="199"/>
                    <a:pt x="25" y="211"/>
                    <a:pt x="25" y="213"/>
                  </a:cubicBezTo>
                  <a:cubicBezTo>
                    <a:pt x="25" y="222"/>
                    <a:pt x="32" y="227"/>
                    <a:pt x="39" y="227"/>
                  </a:cubicBezTo>
                  <a:cubicBezTo>
                    <a:pt x="45" y="227"/>
                    <a:pt x="54" y="223"/>
                    <a:pt x="58" y="213"/>
                  </a:cubicBezTo>
                  <a:cubicBezTo>
                    <a:pt x="58" y="212"/>
                    <a:pt x="64" y="188"/>
                    <a:pt x="67" y="176"/>
                  </a:cubicBezTo>
                  <a:lnTo>
                    <a:pt x="78" y="131"/>
                  </a:lnTo>
                  <a:cubicBezTo>
                    <a:pt x="81" y="120"/>
                    <a:pt x="84" y="109"/>
                    <a:pt x="87" y="97"/>
                  </a:cubicBezTo>
                  <a:cubicBezTo>
                    <a:pt x="89" y="89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3"/>
                  </a:cubicBezTo>
                  <a:cubicBezTo>
                    <a:pt x="164" y="174"/>
                    <a:pt x="164" y="180"/>
                    <a:pt x="164" y="186"/>
                  </a:cubicBezTo>
                  <a:cubicBezTo>
                    <a:pt x="164" y="209"/>
                    <a:pt x="181" y="227"/>
                    <a:pt x="205" y="227"/>
                  </a:cubicBezTo>
                  <a:cubicBezTo>
                    <a:pt x="252" y="227"/>
                    <a:pt x="270" y="154"/>
                    <a:pt x="270" y="150"/>
                  </a:cubicBezTo>
                  <a:cubicBezTo>
                    <a:pt x="270" y="145"/>
                    <a:pt x="266" y="145"/>
                    <a:pt x="264" y="145"/>
                  </a:cubicBezTo>
                  <a:cubicBezTo>
                    <a:pt x="259" y="145"/>
                    <a:pt x="259" y="146"/>
                    <a:pt x="257" y="154"/>
                  </a:cubicBezTo>
                  <a:cubicBezTo>
                    <a:pt x="247" y="188"/>
                    <a:pt x="230" y="216"/>
                    <a:pt x="206" y="216"/>
                  </a:cubicBezTo>
                  <a:cubicBezTo>
                    <a:pt x="197" y="216"/>
                    <a:pt x="194" y="211"/>
                    <a:pt x="194" y="199"/>
                  </a:cubicBezTo>
                  <a:cubicBezTo>
                    <a:pt x="194" y="187"/>
                    <a:pt x="198" y="175"/>
                    <a:pt x="203" y="164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61" y="11"/>
                    <a:pt x="66" y="18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0" name="Freeform 203">
              <a:extLst>
                <a:ext uri="{FF2B5EF4-FFF2-40B4-BE49-F238E27FC236}">
                  <a16:creationId xmlns:a16="http://schemas.microsoft.com/office/drawing/2014/main" id="{76073E6C-8564-43C5-8401-A3DED09EA917}"/>
                </a:ext>
              </a:extLst>
            </p:cNvPr>
            <p:cNvSpPr>
              <a:spLocks noEditPoints="1"/>
            </p:cNvSpPr>
            <p:nvPr>
              <p:custDataLst>
                <p:tags r:id="rId277"/>
              </p:custDataLst>
            </p:nvPr>
          </p:nvSpPr>
          <p:spPr bwMode="auto">
            <a:xfrm>
              <a:off x="4606906" y="839788"/>
              <a:ext cx="41275" cy="63500"/>
            </a:xfrm>
            <a:custGeom>
              <a:avLst/>
              <a:gdLst>
                <a:gd name="T0" fmla="*/ 162 w 162"/>
                <a:gd name="T1" fmla="*/ 121 h 239"/>
                <a:gd name="T2" fmla="*/ 141 w 162"/>
                <a:gd name="T3" fmla="*/ 30 h 239"/>
                <a:gd name="T4" fmla="*/ 81 w 162"/>
                <a:gd name="T5" fmla="*/ 0 h 239"/>
                <a:gd name="T6" fmla="*/ 0 w 162"/>
                <a:gd name="T7" fmla="*/ 121 h 239"/>
                <a:gd name="T8" fmla="*/ 81 w 162"/>
                <a:gd name="T9" fmla="*/ 239 h 239"/>
                <a:gd name="T10" fmla="*/ 162 w 162"/>
                <a:gd name="T11" fmla="*/ 121 h 239"/>
                <a:gd name="T12" fmla="*/ 81 w 162"/>
                <a:gd name="T13" fmla="*/ 229 h 239"/>
                <a:gd name="T14" fmla="*/ 37 w 162"/>
                <a:gd name="T15" fmla="*/ 191 h 239"/>
                <a:gd name="T16" fmla="*/ 32 w 162"/>
                <a:gd name="T17" fmla="*/ 116 h 239"/>
                <a:gd name="T18" fmla="*/ 37 w 162"/>
                <a:gd name="T19" fmla="*/ 45 h 239"/>
                <a:gd name="T20" fmla="*/ 81 w 162"/>
                <a:gd name="T21" fmla="*/ 10 h 239"/>
                <a:gd name="T22" fmla="*/ 124 w 162"/>
                <a:gd name="T23" fmla="*/ 42 h 239"/>
                <a:gd name="T24" fmla="*/ 130 w 162"/>
                <a:gd name="T25" fmla="*/ 116 h 239"/>
                <a:gd name="T26" fmla="*/ 126 w 162"/>
                <a:gd name="T27" fmla="*/ 190 h 239"/>
                <a:gd name="T28" fmla="*/ 81 w 162"/>
                <a:gd name="T29" fmla="*/ 22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2" h="239">
                  <a:moveTo>
                    <a:pt x="162" y="121"/>
                  </a:moveTo>
                  <a:cubicBezTo>
                    <a:pt x="162" y="82"/>
                    <a:pt x="157" y="55"/>
                    <a:pt x="141" y="30"/>
                  </a:cubicBezTo>
                  <a:cubicBezTo>
                    <a:pt x="131" y="14"/>
                    <a:pt x="109" y="0"/>
                    <a:pt x="81" y="0"/>
                  </a:cubicBezTo>
                  <a:cubicBezTo>
                    <a:pt x="0" y="0"/>
                    <a:pt x="0" y="95"/>
                    <a:pt x="0" y="121"/>
                  </a:cubicBezTo>
                  <a:cubicBezTo>
                    <a:pt x="0" y="146"/>
                    <a:pt x="0" y="239"/>
                    <a:pt x="81" y="239"/>
                  </a:cubicBezTo>
                  <a:cubicBezTo>
                    <a:pt x="162" y="239"/>
                    <a:pt x="162" y="146"/>
                    <a:pt x="162" y="121"/>
                  </a:cubicBezTo>
                  <a:close/>
                  <a:moveTo>
                    <a:pt x="81" y="229"/>
                  </a:moveTo>
                  <a:cubicBezTo>
                    <a:pt x="65" y="229"/>
                    <a:pt x="44" y="220"/>
                    <a:pt x="37" y="191"/>
                  </a:cubicBezTo>
                  <a:cubicBezTo>
                    <a:pt x="32" y="171"/>
                    <a:pt x="32" y="142"/>
                    <a:pt x="32" y="116"/>
                  </a:cubicBezTo>
                  <a:cubicBezTo>
                    <a:pt x="32" y="91"/>
                    <a:pt x="32" y="64"/>
                    <a:pt x="37" y="45"/>
                  </a:cubicBezTo>
                  <a:cubicBezTo>
                    <a:pt x="44" y="17"/>
                    <a:pt x="67" y="10"/>
                    <a:pt x="81" y="10"/>
                  </a:cubicBezTo>
                  <a:cubicBezTo>
                    <a:pt x="100" y="10"/>
                    <a:pt x="118" y="21"/>
                    <a:pt x="124" y="42"/>
                  </a:cubicBezTo>
                  <a:cubicBezTo>
                    <a:pt x="130" y="61"/>
                    <a:pt x="130" y="86"/>
                    <a:pt x="130" y="116"/>
                  </a:cubicBezTo>
                  <a:cubicBezTo>
                    <a:pt x="130" y="142"/>
                    <a:pt x="130" y="168"/>
                    <a:pt x="126" y="190"/>
                  </a:cubicBezTo>
                  <a:cubicBezTo>
                    <a:pt x="119" y="221"/>
                    <a:pt x="95" y="229"/>
                    <a:pt x="81" y="22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73" name="그룹 372" descr="\documentclass{article}&#10;\usepackage{amsmath}&#10;\pagestyle{empty}&#10;\begin{document}&#10;&#10;$n_1$&#10;&#10;&#10;\end{document}" title="IguanaTex Vector Display">
            <a:extLst>
              <a:ext uri="{FF2B5EF4-FFF2-40B4-BE49-F238E27FC236}">
                <a16:creationId xmlns:a16="http://schemas.microsoft.com/office/drawing/2014/main" id="{0CCB8986-AEF3-4DD6-AE0D-DD24254ABE29}"/>
              </a:ext>
            </a:extLst>
          </p:cNvPr>
          <p:cNvGrpSpPr>
            <a:grpSpLocks noChangeAspect="1"/>
          </p:cNvGrpSpPr>
          <p:nvPr>
            <p:custDataLst>
              <p:tags r:id="rId15"/>
            </p:custDataLst>
          </p:nvPr>
        </p:nvGrpSpPr>
        <p:grpSpPr>
          <a:xfrm>
            <a:off x="4152900" y="1116013"/>
            <a:ext cx="103570" cy="67218"/>
            <a:chOff x="4152900" y="1116013"/>
            <a:chExt cx="111125" cy="77787"/>
          </a:xfrm>
        </p:grpSpPr>
        <p:sp>
          <p:nvSpPr>
            <p:cNvPr id="370" name="Freeform 210">
              <a:extLst>
                <a:ext uri="{FF2B5EF4-FFF2-40B4-BE49-F238E27FC236}">
                  <a16:creationId xmlns:a16="http://schemas.microsoft.com/office/drawing/2014/main" id="{23528C61-CFA6-48FE-BF0D-CD50A926E148}"/>
                </a:ext>
              </a:extLst>
            </p:cNvPr>
            <p:cNvSpPr>
              <a:spLocks/>
            </p:cNvSpPr>
            <p:nvPr>
              <p:custDataLst>
                <p:tags r:id="rId274"/>
              </p:custDataLst>
            </p:nvPr>
          </p:nvSpPr>
          <p:spPr bwMode="auto">
            <a:xfrm>
              <a:off x="4152900" y="1116013"/>
              <a:ext cx="66675" cy="58737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2 h 226"/>
                <a:gd name="T4" fmla="*/ 39 w 270"/>
                <a:gd name="T5" fmla="*/ 226 h 226"/>
                <a:gd name="T6" fmla="*/ 57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6 w 270"/>
                <a:gd name="T13" fmla="*/ 97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6 w 270"/>
                <a:gd name="T31" fmla="*/ 153 h 226"/>
                <a:gd name="T32" fmla="*/ 206 w 270"/>
                <a:gd name="T33" fmla="*/ 215 h 226"/>
                <a:gd name="T34" fmla="*/ 194 w 270"/>
                <a:gd name="T35" fmla="*/ 198 h 226"/>
                <a:gd name="T36" fmla="*/ 203 w 270"/>
                <a:gd name="T37" fmla="*/ 163 h 226"/>
                <a:gd name="T38" fmla="*/ 233 w 270"/>
                <a:gd name="T39" fmla="*/ 53 h 226"/>
                <a:gd name="T40" fmla="*/ 176 w 270"/>
                <a:gd name="T41" fmla="*/ 0 h 226"/>
                <a:gd name="T42" fmla="*/ 98 w 270"/>
                <a:gd name="T43" fmla="*/ 43 h 226"/>
                <a:gd name="T44" fmla="*/ 52 w 270"/>
                <a:gd name="T45" fmla="*/ 0 h 226"/>
                <a:gd name="T46" fmla="*/ 15 w 270"/>
                <a:gd name="T47" fmla="*/ 28 h 226"/>
                <a:gd name="T48" fmla="*/ 0 w 270"/>
                <a:gd name="T49" fmla="*/ 77 h 226"/>
                <a:gd name="T50" fmla="*/ 6 w 270"/>
                <a:gd name="T51" fmla="*/ 82 h 226"/>
                <a:gd name="T52" fmla="*/ 14 w 270"/>
                <a:gd name="T53" fmla="*/ 70 h 226"/>
                <a:gd name="T54" fmla="*/ 50 w 270"/>
                <a:gd name="T55" fmla="*/ 11 h 226"/>
                <a:gd name="T56" fmla="*/ 66 w 270"/>
                <a:gd name="T57" fmla="*/ 34 h 226"/>
                <a:gd name="T58" fmla="*/ 58 w 270"/>
                <a:gd name="T59" fmla="*/ 76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1" y="226"/>
                    <a:pt x="39" y="226"/>
                  </a:cubicBezTo>
                  <a:cubicBezTo>
                    <a:pt x="45" y="226"/>
                    <a:pt x="54" y="222"/>
                    <a:pt x="57" y="212"/>
                  </a:cubicBezTo>
                  <a:cubicBezTo>
                    <a:pt x="58" y="211"/>
                    <a:pt x="64" y="187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6" y="97"/>
                  </a:cubicBezTo>
                  <a:cubicBezTo>
                    <a:pt x="88" y="88"/>
                    <a:pt x="92" y="74"/>
                    <a:pt x="93" y="72"/>
                  </a:cubicBezTo>
                  <a:cubicBezTo>
                    <a:pt x="100" y="56"/>
                    <a:pt x="127" y="11"/>
                    <a:pt x="174" y="11"/>
                  </a:cubicBezTo>
                  <a:cubicBezTo>
                    <a:pt x="197" y="11"/>
                    <a:pt x="201" y="29"/>
                    <a:pt x="201" y="46"/>
                  </a:cubicBezTo>
                  <a:cubicBezTo>
                    <a:pt x="201" y="77"/>
                    <a:pt x="177" y="140"/>
                    <a:pt x="169" y="162"/>
                  </a:cubicBezTo>
                  <a:cubicBezTo>
                    <a:pt x="164" y="173"/>
                    <a:pt x="164" y="179"/>
                    <a:pt x="164" y="185"/>
                  </a:cubicBezTo>
                  <a:cubicBezTo>
                    <a:pt x="164" y="208"/>
                    <a:pt x="181" y="226"/>
                    <a:pt x="205" y="226"/>
                  </a:cubicBezTo>
                  <a:cubicBezTo>
                    <a:pt x="251" y="226"/>
                    <a:pt x="270" y="153"/>
                    <a:pt x="270" y="149"/>
                  </a:cubicBezTo>
                  <a:cubicBezTo>
                    <a:pt x="270" y="144"/>
                    <a:pt x="265" y="144"/>
                    <a:pt x="264" y="144"/>
                  </a:cubicBezTo>
                  <a:cubicBezTo>
                    <a:pt x="259" y="144"/>
                    <a:pt x="259" y="145"/>
                    <a:pt x="256" y="153"/>
                  </a:cubicBezTo>
                  <a:cubicBezTo>
                    <a:pt x="246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8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7"/>
                    <a:pt x="233" y="82"/>
                    <a:pt x="233" y="53"/>
                  </a:cubicBezTo>
                  <a:cubicBezTo>
                    <a:pt x="233" y="20"/>
                    <a:pt x="211" y="0"/>
                    <a:pt x="176" y="0"/>
                  </a:cubicBezTo>
                  <a:cubicBezTo>
                    <a:pt x="131" y="0"/>
                    <a:pt x="106" y="32"/>
                    <a:pt x="98" y="43"/>
                  </a:cubicBezTo>
                  <a:cubicBezTo>
                    <a:pt x="95" y="15"/>
                    <a:pt x="75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7" y="45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0"/>
                  </a:cubicBezTo>
                  <a:cubicBezTo>
                    <a:pt x="23" y="35"/>
                    <a:pt x="32" y="11"/>
                    <a:pt x="50" y="11"/>
                  </a:cubicBezTo>
                  <a:cubicBezTo>
                    <a:pt x="60" y="11"/>
                    <a:pt x="66" y="17"/>
                    <a:pt x="66" y="34"/>
                  </a:cubicBezTo>
                  <a:cubicBezTo>
                    <a:pt x="66" y="44"/>
                    <a:pt x="64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1" name="Freeform 211">
              <a:extLst>
                <a:ext uri="{FF2B5EF4-FFF2-40B4-BE49-F238E27FC236}">
                  <a16:creationId xmlns:a16="http://schemas.microsoft.com/office/drawing/2014/main" id="{BDCF94CD-BA55-42AB-98B4-25202C655FE8}"/>
                </a:ext>
              </a:extLst>
            </p:cNvPr>
            <p:cNvSpPr>
              <a:spLocks/>
            </p:cNvSpPr>
            <p:nvPr>
              <p:custDataLst>
                <p:tags r:id="rId275"/>
              </p:custDataLst>
            </p:nvPr>
          </p:nvSpPr>
          <p:spPr bwMode="auto">
            <a:xfrm>
              <a:off x="4232275" y="1131888"/>
              <a:ext cx="31750" cy="61912"/>
            </a:xfrm>
            <a:custGeom>
              <a:avLst/>
              <a:gdLst>
                <a:gd name="T0" fmla="*/ 79 w 127"/>
                <a:gd name="T1" fmla="*/ 10 h 232"/>
                <a:gd name="T2" fmla="*/ 68 w 127"/>
                <a:gd name="T3" fmla="*/ 0 h 232"/>
                <a:gd name="T4" fmla="*/ 0 w 127"/>
                <a:gd name="T5" fmla="*/ 23 h 232"/>
                <a:gd name="T6" fmla="*/ 0 w 127"/>
                <a:gd name="T7" fmla="*/ 35 h 232"/>
                <a:gd name="T8" fmla="*/ 51 w 127"/>
                <a:gd name="T9" fmla="*/ 25 h 232"/>
                <a:gd name="T10" fmla="*/ 51 w 127"/>
                <a:gd name="T11" fmla="*/ 204 h 232"/>
                <a:gd name="T12" fmla="*/ 16 w 127"/>
                <a:gd name="T13" fmla="*/ 220 h 232"/>
                <a:gd name="T14" fmla="*/ 3 w 127"/>
                <a:gd name="T15" fmla="*/ 220 h 232"/>
                <a:gd name="T16" fmla="*/ 3 w 127"/>
                <a:gd name="T17" fmla="*/ 232 h 232"/>
                <a:gd name="T18" fmla="*/ 65 w 127"/>
                <a:gd name="T19" fmla="*/ 231 h 232"/>
                <a:gd name="T20" fmla="*/ 127 w 127"/>
                <a:gd name="T21" fmla="*/ 232 h 232"/>
                <a:gd name="T22" fmla="*/ 127 w 127"/>
                <a:gd name="T23" fmla="*/ 220 h 232"/>
                <a:gd name="T24" fmla="*/ 114 w 127"/>
                <a:gd name="T25" fmla="*/ 220 h 232"/>
                <a:gd name="T26" fmla="*/ 79 w 127"/>
                <a:gd name="T27" fmla="*/ 204 h 232"/>
                <a:gd name="T28" fmla="*/ 79 w 127"/>
                <a:gd name="T29" fmla="*/ 1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32">
                  <a:moveTo>
                    <a:pt x="79" y="10"/>
                  </a:moveTo>
                  <a:cubicBezTo>
                    <a:pt x="79" y="1"/>
                    <a:pt x="78" y="0"/>
                    <a:pt x="68" y="0"/>
                  </a:cubicBezTo>
                  <a:cubicBezTo>
                    <a:pt x="46" y="22"/>
                    <a:pt x="14" y="23"/>
                    <a:pt x="0" y="23"/>
                  </a:cubicBezTo>
                  <a:lnTo>
                    <a:pt x="0" y="35"/>
                  </a:lnTo>
                  <a:cubicBezTo>
                    <a:pt x="8" y="35"/>
                    <a:pt x="31" y="35"/>
                    <a:pt x="51" y="25"/>
                  </a:cubicBezTo>
                  <a:lnTo>
                    <a:pt x="51" y="204"/>
                  </a:lnTo>
                  <a:cubicBezTo>
                    <a:pt x="51" y="215"/>
                    <a:pt x="51" y="220"/>
                    <a:pt x="16" y="220"/>
                  </a:cubicBezTo>
                  <a:lnTo>
                    <a:pt x="3" y="220"/>
                  </a:lnTo>
                  <a:lnTo>
                    <a:pt x="3" y="232"/>
                  </a:lnTo>
                  <a:cubicBezTo>
                    <a:pt x="9" y="232"/>
                    <a:pt x="52" y="231"/>
                    <a:pt x="65" y="231"/>
                  </a:cubicBezTo>
                  <a:cubicBezTo>
                    <a:pt x="75" y="231"/>
                    <a:pt x="119" y="232"/>
                    <a:pt x="127" y="232"/>
                  </a:cubicBezTo>
                  <a:lnTo>
                    <a:pt x="127" y="220"/>
                  </a:lnTo>
                  <a:lnTo>
                    <a:pt x="114" y="220"/>
                  </a:lnTo>
                  <a:cubicBezTo>
                    <a:pt x="79" y="220"/>
                    <a:pt x="79" y="215"/>
                    <a:pt x="79" y="204"/>
                  </a:cubicBezTo>
                  <a:lnTo>
                    <a:pt x="79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84" name="그룹 383" descr="\documentclass{article}&#10;\usepackage{amsmath}&#10;\pagestyle{empty}&#10;\begin{document}&#10;&#10;$n_3$&#10;&#10;&#10;\end{document}" title="IguanaTex Vector Display">
            <a:extLst>
              <a:ext uri="{FF2B5EF4-FFF2-40B4-BE49-F238E27FC236}">
                <a16:creationId xmlns:a16="http://schemas.microsoft.com/office/drawing/2014/main" id="{D1F82029-24CC-4E2A-950A-D0214E32098B}"/>
              </a:ext>
            </a:extLst>
          </p:cNvPr>
          <p:cNvGrpSpPr>
            <a:grpSpLocks noChangeAspect="1"/>
          </p:cNvGrpSpPr>
          <p:nvPr>
            <p:custDataLst>
              <p:tags r:id="rId16"/>
            </p:custDataLst>
          </p:nvPr>
        </p:nvGrpSpPr>
        <p:grpSpPr>
          <a:xfrm>
            <a:off x="4911746" y="1116013"/>
            <a:ext cx="106314" cy="68590"/>
            <a:chOff x="4911746" y="1116013"/>
            <a:chExt cx="117476" cy="80962"/>
          </a:xfrm>
        </p:grpSpPr>
        <p:sp>
          <p:nvSpPr>
            <p:cNvPr id="381" name="Freeform 218">
              <a:extLst>
                <a:ext uri="{FF2B5EF4-FFF2-40B4-BE49-F238E27FC236}">
                  <a16:creationId xmlns:a16="http://schemas.microsoft.com/office/drawing/2014/main" id="{CB6A56BC-0C30-4129-9785-D76F157A6A9B}"/>
                </a:ext>
              </a:extLst>
            </p:cNvPr>
            <p:cNvSpPr>
              <a:spLocks/>
            </p:cNvSpPr>
            <p:nvPr>
              <p:custDataLst>
                <p:tags r:id="rId272"/>
              </p:custDataLst>
            </p:nvPr>
          </p:nvSpPr>
          <p:spPr bwMode="auto">
            <a:xfrm>
              <a:off x="4911746" y="1116013"/>
              <a:ext cx="68263" cy="60325"/>
            </a:xfrm>
            <a:custGeom>
              <a:avLst/>
              <a:gdLst>
                <a:gd name="T0" fmla="*/ 29 w 270"/>
                <a:gd name="T1" fmla="*/ 192 h 227"/>
                <a:gd name="T2" fmla="*/ 25 w 270"/>
                <a:gd name="T3" fmla="*/ 213 h 227"/>
                <a:gd name="T4" fmla="*/ 39 w 270"/>
                <a:gd name="T5" fmla="*/ 227 h 227"/>
                <a:gd name="T6" fmla="*/ 58 w 270"/>
                <a:gd name="T7" fmla="*/ 213 h 227"/>
                <a:gd name="T8" fmla="*/ 67 w 270"/>
                <a:gd name="T9" fmla="*/ 176 h 227"/>
                <a:gd name="T10" fmla="*/ 78 w 270"/>
                <a:gd name="T11" fmla="*/ 131 h 227"/>
                <a:gd name="T12" fmla="*/ 87 w 270"/>
                <a:gd name="T13" fmla="*/ 97 h 227"/>
                <a:gd name="T14" fmla="*/ 93 w 270"/>
                <a:gd name="T15" fmla="*/ 72 h 227"/>
                <a:gd name="T16" fmla="*/ 174 w 270"/>
                <a:gd name="T17" fmla="*/ 11 h 227"/>
                <a:gd name="T18" fmla="*/ 201 w 270"/>
                <a:gd name="T19" fmla="*/ 46 h 227"/>
                <a:gd name="T20" fmla="*/ 169 w 270"/>
                <a:gd name="T21" fmla="*/ 163 h 227"/>
                <a:gd name="T22" fmla="*/ 164 w 270"/>
                <a:gd name="T23" fmla="*/ 186 h 227"/>
                <a:gd name="T24" fmla="*/ 205 w 270"/>
                <a:gd name="T25" fmla="*/ 227 h 227"/>
                <a:gd name="T26" fmla="*/ 270 w 270"/>
                <a:gd name="T27" fmla="*/ 150 h 227"/>
                <a:gd name="T28" fmla="*/ 264 w 270"/>
                <a:gd name="T29" fmla="*/ 145 h 227"/>
                <a:gd name="T30" fmla="*/ 257 w 270"/>
                <a:gd name="T31" fmla="*/ 154 h 227"/>
                <a:gd name="T32" fmla="*/ 206 w 270"/>
                <a:gd name="T33" fmla="*/ 216 h 227"/>
                <a:gd name="T34" fmla="*/ 194 w 270"/>
                <a:gd name="T35" fmla="*/ 199 h 227"/>
                <a:gd name="T36" fmla="*/ 203 w 270"/>
                <a:gd name="T37" fmla="*/ 164 h 227"/>
                <a:gd name="T38" fmla="*/ 233 w 270"/>
                <a:gd name="T39" fmla="*/ 54 h 227"/>
                <a:gd name="T40" fmla="*/ 176 w 270"/>
                <a:gd name="T41" fmla="*/ 0 h 227"/>
                <a:gd name="T42" fmla="*/ 98 w 270"/>
                <a:gd name="T43" fmla="*/ 44 h 227"/>
                <a:gd name="T44" fmla="*/ 52 w 270"/>
                <a:gd name="T45" fmla="*/ 0 h 227"/>
                <a:gd name="T46" fmla="*/ 15 w 270"/>
                <a:gd name="T47" fmla="*/ 29 h 227"/>
                <a:gd name="T48" fmla="*/ 0 w 270"/>
                <a:gd name="T49" fmla="*/ 77 h 227"/>
                <a:gd name="T50" fmla="*/ 6 w 270"/>
                <a:gd name="T51" fmla="*/ 82 h 227"/>
                <a:gd name="T52" fmla="*/ 14 w 270"/>
                <a:gd name="T53" fmla="*/ 71 h 227"/>
                <a:gd name="T54" fmla="*/ 51 w 270"/>
                <a:gd name="T55" fmla="*/ 11 h 227"/>
                <a:gd name="T56" fmla="*/ 66 w 270"/>
                <a:gd name="T57" fmla="*/ 34 h 227"/>
                <a:gd name="T58" fmla="*/ 58 w 270"/>
                <a:gd name="T59" fmla="*/ 76 h 227"/>
                <a:gd name="T60" fmla="*/ 29 w 270"/>
                <a:gd name="T61" fmla="*/ 1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7">
                  <a:moveTo>
                    <a:pt x="29" y="192"/>
                  </a:moveTo>
                  <a:cubicBezTo>
                    <a:pt x="28" y="199"/>
                    <a:pt x="25" y="211"/>
                    <a:pt x="25" y="213"/>
                  </a:cubicBezTo>
                  <a:cubicBezTo>
                    <a:pt x="25" y="222"/>
                    <a:pt x="32" y="227"/>
                    <a:pt x="39" y="227"/>
                  </a:cubicBezTo>
                  <a:cubicBezTo>
                    <a:pt x="45" y="227"/>
                    <a:pt x="54" y="223"/>
                    <a:pt x="58" y="213"/>
                  </a:cubicBezTo>
                  <a:cubicBezTo>
                    <a:pt x="58" y="212"/>
                    <a:pt x="64" y="188"/>
                    <a:pt x="67" y="176"/>
                  </a:cubicBezTo>
                  <a:lnTo>
                    <a:pt x="78" y="131"/>
                  </a:lnTo>
                  <a:cubicBezTo>
                    <a:pt x="81" y="120"/>
                    <a:pt x="84" y="109"/>
                    <a:pt x="87" y="97"/>
                  </a:cubicBezTo>
                  <a:cubicBezTo>
                    <a:pt x="89" y="89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3"/>
                  </a:cubicBezTo>
                  <a:cubicBezTo>
                    <a:pt x="164" y="174"/>
                    <a:pt x="164" y="180"/>
                    <a:pt x="164" y="186"/>
                  </a:cubicBezTo>
                  <a:cubicBezTo>
                    <a:pt x="164" y="209"/>
                    <a:pt x="181" y="227"/>
                    <a:pt x="205" y="227"/>
                  </a:cubicBezTo>
                  <a:cubicBezTo>
                    <a:pt x="252" y="227"/>
                    <a:pt x="270" y="154"/>
                    <a:pt x="270" y="150"/>
                  </a:cubicBezTo>
                  <a:cubicBezTo>
                    <a:pt x="270" y="145"/>
                    <a:pt x="266" y="145"/>
                    <a:pt x="264" y="145"/>
                  </a:cubicBezTo>
                  <a:cubicBezTo>
                    <a:pt x="259" y="145"/>
                    <a:pt x="259" y="146"/>
                    <a:pt x="257" y="154"/>
                  </a:cubicBezTo>
                  <a:cubicBezTo>
                    <a:pt x="247" y="188"/>
                    <a:pt x="230" y="216"/>
                    <a:pt x="206" y="216"/>
                  </a:cubicBezTo>
                  <a:cubicBezTo>
                    <a:pt x="197" y="216"/>
                    <a:pt x="194" y="211"/>
                    <a:pt x="194" y="199"/>
                  </a:cubicBezTo>
                  <a:cubicBezTo>
                    <a:pt x="194" y="187"/>
                    <a:pt x="198" y="175"/>
                    <a:pt x="203" y="164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61" y="11"/>
                    <a:pt x="66" y="18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2" name="Freeform 219">
              <a:extLst>
                <a:ext uri="{FF2B5EF4-FFF2-40B4-BE49-F238E27FC236}">
                  <a16:creationId xmlns:a16="http://schemas.microsoft.com/office/drawing/2014/main" id="{B4B12527-3D73-451C-9E05-B234EFFCBB7F}"/>
                </a:ext>
              </a:extLst>
            </p:cNvPr>
            <p:cNvSpPr>
              <a:spLocks/>
            </p:cNvSpPr>
            <p:nvPr>
              <p:custDataLst>
                <p:tags r:id="rId273"/>
              </p:custDataLst>
            </p:nvPr>
          </p:nvSpPr>
          <p:spPr bwMode="auto">
            <a:xfrm>
              <a:off x="4989534" y="1133475"/>
              <a:ext cx="39688" cy="63500"/>
            </a:xfrm>
            <a:custGeom>
              <a:avLst/>
              <a:gdLst>
                <a:gd name="T0" fmla="*/ 76 w 160"/>
                <a:gd name="T1" fmla="*/ 115 h 239"/>
                <a:gd name="T2" fmla="*/ 123 w 160"/>
                <a:gd name="T3" fmla="*/ 172 h 239"/>
                <a:gd name="T4" fmla="*/ 77 w 160"/>
                <a:gd name="T5" fmla="*/ 228 h 239"/>
                <a:gd name="T6" fmla="*/ 18 w 160"/>
                <a:gd name="T7" fmla="*/ 203 h 239"/>
                <a:gd name="T8" fmla="*/ 38 w 160"/>
                <a:gd name="T9" fmla="*/ 184 h 239"/>
                <a:gd name="T10" fmla="*/ 19 w 160"/>
                <a:gd name="T11" fmla="*/ 165 h 239"/>
                <a:gd name="T12" fmla="*/ 0 w 160"/>
                <a:gd name="T13" fmla="*/ 185 h 239"/>
                <a:gd name="T14" fmla="*/ 78 w 160"/>
                <a:gd name="T15" fmla="*/ 239 h 239"/>
                <a:gd name="T16" fmla="*/ 160 w 160"/>
                <a:gd name="T17" fmla="*/ 172 h 239"/>
                <a:gd name="T18" fmla="*/ 99 w 160"/>
                <a:gd name="T19" fmla="*/ 109 h 239"/>
                <a:gd name="T20" fmla="*/ 149 w 160"/>
                <a:gd name="T21" fmla="*/ 48 h 239"/>
                <a:gd name="T22" fmla="*/ 79 w 160"/>
                <a:gd name="T23" fmla="*/ 0 h 239"/>
                <a:gd name="T24" fmla="*/ 10 w 160"/>
                <a:gd name="T25" fmla="*/ 47 h 239"/>
                <a:gd name="T26" fmla="*/ 29 w 160"/>
                <a:gd name="T27" fmla="*/ 65 h 239"/>
                <a:gd name="T28" fmla="*/ 46 w 160"/>
                <a:gd name="T29" fmla="*/ 48 h 239"/>
                <a:gd name="T30" fmla="*/ 29 w 160"/>
                <a:gd name="T31" fmla="*/ 29 h 239"/>
                <a:gd name="T32" fmla="*/ 78 w 160"/>
                <a:gd name="T33" fmla="*/ 10 h 239"/>
                <a:gd name="T34" fmla="*/ 116 w 160"/>
                <a:gd name="T35" fmla="*/ 48 h 239"/>
                <a:gd name="T36" fmla="*/ 102 w 160"/>
                <a:gd name="T37" fmla="*/ 90 h 239"/>
                <a:gd name="T38" fmla="*/ 63 w 160"/>
                <a:gd name="T39" fmla="*/ 105 h 239"/>
                <a:gd name="T40" fmla="*/ 52 w 160"/>
                <a:gd name="T41" fmla="*/ 106 h 239"/>
                <a:gd name="T42" fmla="*/ 48 w 160"/>
                <a:gd name="T43" fmla="*/ 110 h 239"/>
                <a:gd name="T44" fmla="*/ 57 w 160"/>
                <a:gd name="T45" fmla="*/ 115 h 239"/>
                <a:gd name="T46" fmla="*/ 76 w 160"/>
                <a:gd name="T47" fmla="*/ 115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0" h="239">
                  <a:moveTo>
                    <a:pt x="76" y="115"/>
                  </a:moveTo>
                  <a:cubicBezTo>
                    <a:pt x="103" y="115"/>
                    <a:pt x="123" y="134"/>
                    <a:pt x="123" y="172"/>
                  </a:cubicBezTo>
                  <a:cubicBezTo>
                    <a:pt x="123" y="215"/>
                    <a:pt x="98" y="228"/>
                    <a:pt x="77" y="228"/>
                  </a:cubicBezTo>
                  <a:cubicBezTo>
                    <a:pt x="63" y="228"/>
                    <a:pt x="33" y="224"/>
                    <a:pt x="18" y="203"/>
                  </a:cubicBezTo>
                  <a:cubicBezTo>
                    <a:pt x="34" y="203"/>
                    <a:pt x="38" y="191"/>
                    <a:pt x="38" y="184"/>
                  </a:cubicBezTo>
                  <a:cubicBezTo>
                    <a:pt x="38" y="173"/>
                    <a:pt x="30" y="165"/>
                    <a:pt x="19" y="165"/>
                  </a:cubicBezTo>
                  <a:cubicBezTo>
                    <a:pt x="9" y="165"/>
                    <a:pt x="0" y="171"/>
                    <a:pt x="0" y="185"/>
                  </a:cubicBezTo>
                  <a:cubicBezTo>
                    <a:pt x="0" y="218"/>
                    <a:pt x="36" y="239"/>
                    <a:pt x="78" y="239"/>
                  </a:cubicBezTo>
                  <a:cubicBezTo>
                    <a:pt x="127" y="239"/>
                    <a:pt x="160" y="206"/>
                    <a:pt x="160" y="172"/>
                  </a:cubicBezTo>
                  <a:cubicBezTo>
                    <a:pt x="160" y="144"/>
                    <a:pt x="138" y="117"/>
                    <a:pt x="99" y="109"/>
                  </a:cubicBezTo>
                  <a:cubicBezTo>
                    <a:pt x="136" y="96"/>
                    <a:pt x="149" y="70"/>
                    <a:pt x="149" y="48"/>
                  </a:cubicBezTo>
                  <a:cubicBezTo>
                    <a:pt x="149" y="21"/>
                    <a:pt x="118" y="0"/>
                    <a:pt x="79" y="0"/>
                  </a:cubicBezTo>
                  <a:cubicBezTo>
                    <a:pt x="40" y="0"/>
                    <a:pt x="10" y="19"/>
                    <a:pt x="10" y="47"/>
                  </a:cubicBezTo>
                  <a:cubicBezTo>
                    <a:pt x="10" y="59"/>
                    <a:pt x="18" y="65"/>
                    <a:pt x="29" y="65"/>
                  </a:cubicBezTo>
                  <a:cubicBezTo>
                    <a:pt x="39" y="65"/>
                    <a:pt x="46" y="57"/>
                    <a:pt x="46" y="48"/>
                  </a:cubicBezTo>
                  <a:cubicBezTo>
                    <a:pt x="46" y="37"/>
                    <a:pt x="39" y="30"/>
                    <a:pt x="29" y="29"/>
                  </a:cubicBezTo>
                  <a:cubicBezTo>
                    <a:pt x="41" y="14"/>
                    <a:pt x="65" y="10"/>
                    <a:pt x="78" y="10"/>
                  </a:cubicBezTo>
                  <a:cubicBezTo>
                    <a:pt x="94" y="10"/>
                    <a:pt x="116" y="18"/>
                    <a:pt x="116" y="48"/>
                  </a:cubicBezTo>
                  <a:cubicBezTo>
                    <a:pt x="116" y="63"/>
                    <a:pt x="111" y="79"/>
                    <a:pt x="102" y="90"/>
                  </a:cubicBezTo>
                  <a:cubicBezTo>
                    <a:pt x="90" y="103"/>
                    <a:pt x="80" y="104"/>
                    <a:pt x="63" y="105"/>
                  </a:cubicBezTo>
                  <a:cubicBezTo>
                    <a:pt x="54" y="106"/>
                    <a:pt x="53" y="106"/>
                    <a:pt x="52" y="106"/>
                  </a:cubicBezTo>
                  <a:cubicBezTo>
                    <a:pt x="51" y="106"/>
                    <a:pt x="48" y="107"/>
                    <a:pt x="48" y="110"/>
                  </a:cubicBezTo>
                  <a:cubicBezTo>
                    <a:pt x="48" y="115"/>
                    <a:pt x="51" y="115"/>
                    <a:pt x="57" y="115"/>
                  </a:cubicBezTo>
                  <a:lnTo>
                    <a:pt x="76" y="11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395" name="그룹 394" descr="\documentclass{article}&#10;\usepackage{amsmath}&#10;\pagestyle{empty}&#10;\begin{document}&#10;&#10;$n_4$&#10;&#10;&#10;\end{document}" title="IguanaTex Vector Display">
            <a:extLst>
              <a:ext uri="{FF2B5EF4-FFF2-40B4-BE49-F238E27FC236}">
                <a16:creationId xmlns:a16="http://schemas.microsoft.com/office/drawing/2014/main" id="{A9E718F2-8DBD-4CC7-A81E-36CA2E7A4AAD}"/>
              </a:ext>
            </a:extLst>
          </p:cNvPr>
          <p:cNvGrpSpPr>
            <a:grpSpLocks noChangeAspect="1"/>
          </p:cNvGrpSpPr>
          <p:nvPr>
            <p:custDataLst>
              <p:tags r:id="rId17"/>
            </p:custDataLst>
          </p:nvPr>
        </p:nvGrpSpPr>
        <p:grpSpPr>
          <a:xfrm>
            <a:off x="4721245" y="1416050"/>
            <a:ext cx="107686" cy="67218"/>
            <a:chOff x="4721245" y="1416050"/>
            <a:chExt cx="119063" cy="77788"/>
          </a:xfrm>
        </p:grpSpPr>
        <p:sp>
          <p:nvSpPr>
            <p:cNvPr id="392" name="Freeform 226">
              <a:extLst>
                <a:ext uri="{FF2B5EF4-FFF2-40B4-BE49-F238E27FC236}">
                  <a16:creationId xmlns:a16="http://schemas.microsoft.com/office/drawing/2014/main" id="{70BECAD4-275A-4433-90A1-B82D54B3997A}"/>
                </a:ext>
              </a:extLst>
            </p:cNvPr>
            <p:cNvSpPr>
              <a:spLocks/>
            </p:cNvSpPr>
            <p:nvPr>
              <p:custDataLst>
                <p:tags r:id="rId270"/>
              </p:custDataLst>
            </p:nvPr>
          </p:nvSpPr>
          <p:spPr bwMode="auto">
            <a:xfrm>
              <a:off x="4721245" y="1416050"/>
              <a:ext cx="68263" cy="58738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2 h 226"/>
                <a:gd name="T4" fmla="*/ 39 w 270"/>
                <a:gd name="T5" fmla="*/ 226 h 226"/>
                <a:gd name="T6" fmla="*/ 57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6 w 270"/>
                <a:gd name="T13" fmla="*/ 97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7 w 270"/>
                <a:gd name="T31" fmla="*/ 153 h 226"/>
                <a:gd name="T32" fmla="*/ 206 w 270"/>
                <a:gd name="T33" fmla="*/ 215 h 226"/>
                <a:gd name="T34" fmla="*/ 194 w 270"/>
                <a:gd name="T35" fmla="*/ 198 h 226"/>
                <a:gd name="T36" fmla="*/ 203 w 270"/>
                <a:gd name="T37" fmla="*/ 163 h 226"/>
                <a:gd name="T38" fmla="*/ 233 w 270"/>
                <a:gd name="T39" fmla="*/ 53 h 226"/>
                <a:gd name="T40" fmla="*/ 176 w 270"/>
                <a:gd name="T41" fmla="*/ 0 h 226"/>
                <a:gd name="T42" fmla="*/ 98 w 270"/>
                <a:gd name="T43" fmla="*/ 43 h 226"/>
                <a:gd name="T44" fmla="*/ 52 w 270"/>
                <a:gd name="T45" fmla="*/ 0 h 226"/>
                <a:gd name="T46" fmla="*/ 15 w 270"/>
                <a:gd name="T47" fmla="*/ 28 h 226"/>
                <a:gd name="T48" fmla="*/ 0 w 270"/>
                <a:gd name="T49" fmla="*/ 77 h 226"/>
                <a:gd name="T50" fmla="*/ 6 w 270"/>
                <a:gd name="T51" fmla="*/ 82 h 226"/>
                <a:gd name="T52" fmla="*/ 14 w 270"/>
                <a:gd name="T53" fmla="*/ 70 h 226"/>
                <a:gd name="T54" fmla="*/ 50 w 270"/>
                <a:gd name="T55" fmla="*/ 11 h 226"/>
                <a:gd name="T56" fmla="*/ 66 w 270"/>
                <a:gd name="T57" fmla="*/ 34 h 226"/>
                <a:gd name="T58" fmla="*/ 58 w 270"/>
                <a:gd name="T59" fmla="*/ 76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2" y="226"/>
                    <a:pt x="39" y="226"/>
                  </a:cubicBezTo>
                  <a:cubicBezTo>
                    <a:pt x="45" y="226"/>
                    <a:pt x="54" y="222"/>
                    <a:pt x="57" y="212"/>
                  </a:cubicBezTo>
                  <a:cubicBezTo>
                    <a:pt x="58" y="211"/>
                    <a:pt x="64" y="187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6" y="97"/>
                  </a:cubicBezTo>
                  <a:cubicBezTo>
                    <a:pt x="88" y="88"/>
                    <a:pt x="92" y="74"/>
                    <a:pt x="93" y="72"/>
                  </a:cubicBezTo>
                  <a:cubicBezTo>
                    <a:pt x="100" y="56"/>
                    <a:pt x="127" y="11"/>
                    <a:pt x="174" y="11"/>
                  </a:cubicBezTo>
                  <a:cubicBezTo>
                    <a:pt x="197" y="11"/>
                    <a:pt x="201" y="29"/>
                    <a:pt x="201" y="46"/>
                  </a:cubicBezTo>
                  <a:cubicBezTo>
                    <a:pt x="201" y="77"/>
                    <a:pt x="177" y="140"/>
                    <a:pt x="169" y="162"/>
                  </a:cubicBezTo>
                  <a:cubicBezTo>
                    <a:pt x="164" y="173"/>
                    <a:pt x="164" y="179"/>
                    <a:pt x="164" y="185"/>
                  </a:cubicBezTo>
                  <a:cubicBezTo>
                    <a:pt x="164" y="208"/>
                    <a:pt x="181" y="226"/>
                    <a:pt x="205" y="226"/>
                  </a:cubicBezTo>
                  <a:cubicBezTo>
                    <a:pt x="252" y="226"/>
                    <a:pt x="270" y="153"/>
                    <a:pt x="270" y="149"/>
                  </a:cubicBezTo>
                  <a:cubicBezTo>
                    <a:pt x="270" y="144"/>
                    <a:pt x="266" y="144"/>
                    <a:pt x="264" y="144"/>
                  </a:cubicBezTo>
                  <a:cubicBezTo>
                    <a:pt x="259" y="144"/>
                    <a:pt x="259" y="145"/>
                    <a:pt x="257" y="153"/>
                  </a:cubicBezTo>
                  <a:cubicBezTo>
                    <a:pt x="247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8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7"/>
                    <a:pt x="233" y="82"/>
                    <a:pt x="233" y="53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6" y="32"/>
                    <a:pt x="98" y="43"/>
                  </a:cubicBezTo>
                  <a:cubicBezTo>
                    <a:pt x="95" y="15"/>
                    <a:pt x="75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7" y="45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0"/>
                  </a:cubicBezTo>
                  <a:cubicBezTo>
                    <a:pt x="23" y="35"/>
                    <a:pt x="33" y="11"/>
                    <a:pt x="50" y="11"/>
                  </a:cubicBezTo>
                  <a:cubicBezTo>
                    <a:pt x="60" y="11"/>
                    <a:pt x="66" y="17"/>
                    <a:pt x="66" y="34"/>
                  </a:cubicBezTo>
                  <a:cubicBezTo>
                    <a:pt x="66" y="44"/>
                    <a:pt x="64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3" name="Freeform 227">
              <a:extLst>
                <a:ext uri="{FF2B5EF4-FFF2-40B4-BE49-F238E27FC236}">
                  <a16:creationId xmlns:a16="http://schemas.microsoft.com/office/drawing/2014/main" id="{5FD865EA-0886-4378-8B46-C392FECE46F9}"/>
                </a:ext>
              </a:extLst>
            </p:cNvPr>
            <p:cNvSpPr>
              <a:spLocks noEditPoints="1"/>
            </p:cNvSpPr>
            <p:nvPr>
              <p:custDataLst>
                <p:tags r:id="rId271"/>
              </p:custDataLst>
            </p:nvPr>
          </p:nvSpPr>
          <p:spPr bwMode="auto">
            <a:xfrm>
              <a:off x="4795858" y="1431925"/>
              <a:ext cx="44450" cy="61913"/>
            </a:xfrm>
            <a:custGeom>
              <a:avLst/>
              <a:gdLst>
                <a:gd name="T0" fmla="*/ 171 w 171"/>
                <a:gd name="T1" fmla="*/ 178 h 235"/>
                <a:gd name="T2" fmla="*/ 171 w 171"/>
                <a:gd name="T3" fmla="*/ 165 h 235"/>
                <a:gd name="T4" fmla="*/ 132 w 171"/>
                <a:gd name="T5" fmla="*/ 165 h 235"/>
                <a:gd name="T6" fmla="*/ 132 w 171"/>
                <a:gd name="T7" fmla="*/ 10 h 235"/>
                <a:gd name="T8" fmla="*/ 125 w 171"/>
                <a:gd name="T9" fmla="*/ 0 h 235"/>
                <a:gd name="T10" fmla="*/ 115 w 171"/>
                <a:gd name="T11" fmla="*/ 5 h 235"/>
                <a:gd name="T12" fmla="*/ 0 w 171"/>
                <a:gd name="T13" fmla="*/ 165 h 235"/>
                <a:gd name="T14" fmla="*/ 0 w 171"/>
                <a:gd name="T15" fmla="*/ 178 h 235"/>
                <a:gd name="T16" fmla="*/ 103 w 171"/>
                <a:gd name="T17" fmla="*/ 178 h 235"/>
                <a:gd name="T18" fmla="*/ 103 w 171"/>
                <a:gd name="T19" fmla="*/ 207 h 235"/>
                <a:gd name="T20" fmla="*/ 74 w 171"/>
                <a:gd name="T21" fmla="*/ 223 h 235"/>
                <a:gd name="T22" fmla="*/ 65 w 171"/>
                <a:gd name="T23" fmla="*/ 223 h 235"/>
                <a:gd name="T24" fmla="*/ 65 w 171"/>
                <a:gd name="T25" fmla="*/ 235 h 235"/>
                <a:gd name="T26" fmla="*/ 117 w 171"/>
                <a:gd name="T27" fmla="*/ 234 h 235"/>
                <a:gd name="T28" fmla="*/ 170 w 171"/>
                <a:gd name="T29" fmla="*/ 235 h 235"/>
                <a:gd name="T30" fmla="*/ 170 w 171"/>
                <a:gd name="T31" fmla="*/ 223 h 235"/>
                <a:gd name="T32" fmla="*/ 161 w 171"/>
                <a:gd name="T33" fmla="*/ 223 h 235"/>
                <a:gd name="T34" fmla="*/ 132 w 171"/>
                <a:gd name="T35" fmla="*/ 207 h 235"/>
                <a:gd name="T36" fmla="*/ 132 w 171"/>
                <a:gd name="T37" fmla="*/ 178 h 235"/>
                <a:gd name="T38" fmla="*/ 171 w 171"/>
                <a:gd name="T39" fmla="*/ 178 h 235"/>
                <a:gd name="T40" fmla="*/ 105 w 171"/>
                <a:gd name="T41" fmla="*/ 38 h 235"/>
                <a:gd name="T42" fmla="*/ 105 w 171"/>
                <a:gd name="T43" fmla="*/ 165 h 235"/>
                <a:gd name="T44" fmla="*/ 13 w 171"/>
                <a:gd name="T45" fmla="*/ 165 h 235"/>
                <a:gd name="T46" fmla="*/ 105 w 171"/>
                <a:gd name="T47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1" h="235">
                  <a:moveTo>
                    <a:pt x="171" y="178"/>
                  </a:moveTo>
                  <a:lnTo>
                    <a:pt x="171" y="165"/>
                  </a:lnTo>
                  <a:lnTo>
                    <a:pt x="132" y="165"/>
                  </a:lnTo>
                  <a:lnTo>
                    <a:pt x="132" y="10"/>
                  </a:lnTo>
                  <a:cubicBezTo>
                    <a:pt x="132" y="2"/>
                    <a:pt x="132" y="0"/>
                    <a:pt x="125" y="0"/>
                  </a:cubicBezTo>
                  <a:cubicBezTo>
                    <a:pt x="120" y="0"/>
                    <a:pt x="119" y="0"/>
                    <a:pt x="115" y="5"/>
                  </a:cubicBezTo>
                  <a:lnTo>
                    <a:pt x="0" y="165"/>
                  </a:lnTo>
                  <a:lnTo>
                    <a:pt x="0" y="178"/>
                  </a:lnTo>
                  <a:lnTo>
                    <a:pt x="103" y="178"/>
                  </a:lnTo>
                  <a:lnTo>
                    <a:pt x="103" y="207"/>
                  </a:lnTo>
                  <a:cubicBezTo>
                    <a:pt x="103" y="218"/>
                    <a:pt x="103" y="223"/>
                    <a:pt x="74" y="223"/>
                  </a:cubicBezTo>
                  <a:lnTo>
                    <a:pt x="65" y="223"/>
                  </a:lnTo>
                  <a:lnTo>
                    <a:pt x="65" y="235"/>
                  </a:lnTo>
                  <a:cubicBezTo>
                    <a:pt x="82" y="234"/>
                    <a:pt x="105" y="234"/>
                    <a:pt x="117" y="234"/>
                  </a:cubicBezTo>
                  <a:cubicBezTo>
                    <a:pt x="130" y="234"/>
                    <a:pt x="152" y="234"/>
                    <a:pt x="170" y="235"/>
                  </a:cubicBezTo>
                  <a:lnTo>
                    <a:pt x="170" y="223"/>
                  </a:lnTo>
                  <a:lnTo>
                    <a:pt x="161" y="223"/>
                  </a:lnTo>
                  <a:cubicBezTo>
                    <a:pt x="132" y="223"/>
                    <a:pt x="132" y="218"/>
                    <a:pt x="132" y="207"/>
                  </a:cubicBezTo>
                  <a:lnTo>
                    <a:pt x="132" y="178"/>
                  </a:lnTo>
                  <a:lnTo>
                    <a:pt x="171" y="178"/>
                  </a:lnTo>
                  <a:close/>
                  <a:moveTo>
                    <a:pt x="105" y="38"/>
                  </a:moveTo>
                  <a:lnTo>
                    <a:pt x="105" y="165"/>
                  </a:lnTo>
                  <a:lnTo>
                    <a:pt x="13" y="165"/>
                  </a:lnTo>
                  <a:lnTo>
                    <a:pt x="10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06" name="그룹 405" descr="\documentclass{article}&#10;\usepackage{amsmath}&#10;\pagestyle{empty}&#10;\begin{document}&#10;&#10;$n_5$&#10;&#10;&#10;\end{document}" title="IguanaTex Vector Display">
            <a:extLst>
              <a:ext uri="{FF2B5EF4-FFF2-40B4-BE49-F238E27FC236}">
                <a16:creationId xmlns:a16="http://schemas.microsoft.com/office/drawing/2014/main" id="{E6F80650-88E3-411A-B795-17024587381C}"/>
              </a:ext>
            </a:extLst>
          </p:cNvPr>
          <p:cNvGrpSpPr>
            <a:grpSpLocks noChangeAspect="1"/>
          </p:cNvGrpSpPr>
          <p:nvPr>
            <p:custDataLst>
              <p:tags r:id="rId18"/>
            </p:custDataLst>
          </p:nvPr>
        </p:nvGrpSpPr>
        <p:grpSpPr>
          <a:xfrm>
            <a:off x="5100616" y="1414463"/>
            <a:ext cx="105628" cy="68590"/>
            <a:chOff x="5100616" y="1414463"/>
            <a:chExt cx="114300" cy="82551"/>
          </a:xfrm>
        </p:grpSpPr>
        <p:sp>
          <p:nvSpPr>
            <p:cNvPr id="403" name="Freeform 234">
              <a:extLst>
                <a:ext uri="{FF2B5EF4-FFF2-40B4-BE49-F238E27FC236}">
                  <a16:creationId xmlns:a16="http://schemas.microsoft.com/office/drawing/2014/main" id="{C9F3469D-7912-4446-8A92-C01FD6763E75}"/>
                </a:ext>
              </a:extLst>
            </p:cNvPr>
            <p:cNvSpPr>
              <a:spLocks/>
            </p:cNvSpPr>
            <p:nvPr>
              <p:custDataLst>
                <p:tags r:id="rId268"/>
              </p:custDataLst>
            </p:nvPr>
          </p:nvSpPr>
          <p:spPr bwMode="auto">
            <a:xfrm>
              <a:off x="5100616" y="1414463"/>
              <a:ext cx="66675" cy="61913"/>
            </a:xfrm>
            <a:custGeom>
              <a:avLst/>
              <a:gdLst>
                <a:gd name="T0" fmla="*/ 29 w 270"/>
                <a:gd name="T1" fmla="*/ 192 h 227"/>
                <a:gd name="T2" fmla="*/ 25 w 270"/>
                <a:gd name="T3" fmla="*/ 213 h 227"/>
                <a:gd name="T4" fmla="*/ 39 w 270"/>
                <a:gd name="T5" fmla="*/ 227 h 227"/>
                <a:gd name="T6" fmla="*/ 57 w 270"/>
                <a:gd name="T7" fmla="*/ 213 h 227"/>
                <a:gd name="T8" fmla="*/ 67 w 270"/>
                <a:gd name="T9" fmla="*/ 176 h 227"/>
                <a:gd name="T10" fmla="*/ 78 w 270"/>
                <a:gd name="T11" fmla="*/ 131 h 227"/>
                <a:gd name="T12" fmla="*/ 86 w 270"/>
                <a:gd name="T13" fmla="*/ 97 h 227"/>
                <a:gd name="T14" fmla="*/ 93 w 270"/>
                <a:gd name="T15" fmla="*/ 72 h 227"/>
                <a:gd name="T16" fmla="*/ 174 w 270"/>
                <a:gd name="T17" fmla="*/ 11 h 227"/>
                <a:gd name="T18" fmla="*/ 201 w 270"/>
                <a:gd name="T19" fmla="*/ 46 h 227"/>
                <a:gd name="T20" fmla="*/ 169 w 270"/>
                <a:gd name="T21" fmla="*/ 163 h 227"/>
                <a:gd name="T22" fmla="*/ 164 w 270"/>
                <a:gd name="T23" fmla="*/ 186 h 227"/>
                <a:gd name="T24" fmla="*/ 205 w 270"/>
                <a:gd name="T25" fmla="*/ 227 h 227"/>
                <a:gd name="T26" fmla="*/ 270 w 270"/>
                <a:gd name="T27" fmla="*/ 150 h 227"/>
                <a:gd name="T28" fmla="*/ 264 w 270"/>
                <a:gd name="T29" fmla="*/ 145 h 227"/>
                <a:gd name="T30" fmla="*/ 257 w 270"/>
                <a:gd name="T31" fmla="*/ 154 h 227"/>
                <a:gd name="T32" fmla="*/ 206 w 270"/>
                <a:gd name="T33" fmla="*/ 216 h 227"/>
                <a:gd name="T34" fmla="*/ 194 w 270"/>
                <a:gd name="T35" fmla="*/ 199 h 227"/>
                <a:gd name="T36" fmla="*/ 203 w 270"/>
                <a:gd name="T37" fmla="*/ 164 h 227"/>
                <a:gd name="T38" fmla="*/ 233 w 270"/>
                <a:gd name="T39" fmla="*/ 54 h 227"/>
                <a:gd name="T40" fmla="*/ 176 w 270"/>
                <a:gd name="T41" fmla="*/ 0 h 227"/>
                <a:gd name="T42" fmla="*/ 98 w 270"/>
                <a:gd name="T43" fmla="*/ 44 h 227"/>
                <a:gd name="T44" fmla="*/ 52 w 270"/>
                <a:gd name="T45" fmla="*/ 0 h 227"/>
                <a:gd name="T46" fmla="*/ 15 w 270"/>
                <a:gd name="T47" fmla="*/ 29 h 227"/>
                <a:gd name="T48" fmla="*/ 0 w 270"/>
                <a:gd name="T49" fmla="*/ 77 h 227"/>
                <a:gd name="T50" fmla="*/ 6 w 270"/>
                <a:gd name="T51" fmla="*/ 82 h 227"/>
                <a:gd name="T52" fmla="*/ 14 w 270"/>
                <a:gd name="T53" fmla="*/ 71 h 227"/>
                <a:gd name="T54" fmla="*/ 50 w 270"/>
                <a:gd name="T55" fmla="*/ 11 h 227"/>
                <a:gd name="T56" fmla="*/ 66 w 270"/>
                <a:gd name="T57" fmla="*/ 34 h 227"/>
                <a:gd name="T58" fmla="*/ 58 w 270"/>
                <a:gd name="T59" fmla="*/ 76 h 227"/>
                <a:gd name="T60" fmla="*/ 29 w 270"/>
                <a:gd name="T61" fmla="*/ 1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7">
                  <a:moveTo>
                    <a:pt x="29" y="192"/>
                  </a:moveTo>
                  <a:cubicBezTo>
                    <a:pt x="28" y="199"/>
                    <a:pt x="25" y="211"/>
                    <a:pt x="25" y="213"/>
                  </a:cubicBezTo>
                  <a:cubicBezTo>
                    <a:pt x="25" y="222"/>
                    <a:pt x="32" y="227"/>
                    <a:pt x="39" y="227"/>
                  </a:cubicBezTo>
                  <a:cubicBezTo>
                    <a:pt x="45" y="227"/>
                    <a:pt x="54" y="223"/>
                    <a:pt x="57" y="213"/>
                  </a:cubicBezTo>
                  <a:cubicBezTo>
                    <a:pt x="58" y="212"/>
                    <a:pt x="64" y="188"/>
                    <a:pt x="67" y="176"/>
                  </a:cubicBezTo>
                  <a:lnTo>
                    <a:pt x="78" y="131"/>
                  </a:lnTo>
                  <a:cubicBezTo>
                    <a:pt x="81" y="120"/>
                    <a:pt x="84" y="109"/>
                    <a:pt x="86" y="97"/>
                  </a:cubicBezTo>
                  <a:cubicBezTo>
                    <a:pt x="88" y="89"/>
                    <a:pt x="92" y="74"/>
                    <a:pt x="93" y="72"/>
                  </a:cubicBezTo>
                  <a:cubicBezTo>
                    <a:pt x="100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3"/>
                  </a:cubicBezTo>
                  <a:cubicBezTo>
                    <a:pt x="164" y="174"/>
                    <a:pt x="164" y="180"/>
                    <a:pt x="164" y="186"/>
                  </a:cubicBezTo>
                  <a:cubicBezTo>
                    <a:pt x="164" y="209"/>
                    <a:pt x="181" y="227"/>
                    <a:pt x="205" y="227"/>
                  </a:cubicBezTo>
                  <a:cubicBezTo>
                    <a:pt x="252" y="227"/>
                    <a:pt x="270" y="154"/>
                    <a:pt x="270" y="150"/>
                  </a:cubicBezTo>
                  <a:cubicBezTo>
                    <a:pt x="270" y="145"/>
                    <a:pt x="266" y="145"/>
                    <a:pt x="264" y="145"/>
                  </a:cubicBezTo>
                  <a:cubicBezTo>
                    <a:pt x="259" y="145"/>
                    <a:pt x="259" y="146"/>
                    <a:pt x="257" y="154"/>
                  </a:cubicBezTo>
                  <a:cubicBezTo>
                    <a:pt x="247" y="188"/>
                    <a:pt x="230" y="216"/>
                    <a:pt x="206" y="216"/>
                  </a:cubicBezTo>
                  <a:cubicBezTo>
                    <a:pt x="197" y="216"/>
                    <a:pt x="194" y="211"/>
                    <a:pt x="194" y="199"/>
                  </a:cubicBezTo>
                  <a:cubicBezTo>
                    <a:pt x="194" y="187"/>
                    <a:pt x="198" y="175"/>
                    <a:pt x="203" y="164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6" y="32"/>
                    <a:pt x="98" y="44"/>
                  </a:cubicBezTo>
                  <a:cubicBezTo>
                    <a:pt x="95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0" y="11"/>
                  </a:cubicBezTo>
                  <a:cubicBezTo>
                    <a:pt x="60" y="11"/>
                    <a:pt x="66" y="18"/>
                    <a:pt x="66" y="34"/>
                  </a:cubicBezTo>
                  <a:cubicBezTo>
                    <a:pt x="66" y="45"/>
                    <a:pt x="64" y="50"/>
                    <a:pt x="58" y="76"/>
                  </a:cubicBezTo>
                  <a:lnTo>
                    <a:pt x="29" y="19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04" name="Freeform 235">
              <a:extLst>
                <a:ext uri="{FF2B5EF4-FFF2-40B4-BE49-F238E27FC236}">
                  <a16:creationId xmlns:a16="http://schemas.microsoft.com/office/drawing/2014/main" id="{E129DE15-9A94-4E8E-814D-133359E1C8C8}"/>
                </a:ext>
              </a:extLst>
            </p:cNvPr>
            <p:cNvSpPr>
              <a:spLocks/>
            </p:cNvSpPr>
            <p:nvPr>
              <p:custDataLst>
                <p:tags r:id="rId269"/>
              </p:custDataLst>
            </p:nvPr>
          </p:nvSpPr>
          <p:spPr bwMode="auto">
            <a:xfrm>
              <a:off x="5176816" y="1431926"/>
              <a:ext cx="38100" cy="65088"/>
            </a:xfrm>
            <a:custGeom>
              <a:avLst/>
              <a:gdLst>
                <a:gd name="T0" fmla="*/ 32 w 155"/>
                <a:gd name="T1" fmla="*/ 37 h 239"/>
                <a:gd name="T2" fmla="*/ 66 w 155"/>
                <a:gd name="T3" fmla="*/ 42 h 239"/>
                <a:gd name="T4" fmla="*/ 140 w 155"/>
                <a:gd name="T5" fmla="*/ 5 h 239"/>
                <a:gd name="T6" fmla="*/ 135 w 155"/>
                <a:gd name="T7" fmla="*/ 0 h 239"/>
                <a:gd name="T8" fmla="*/ 133 w 155"/>
                <a:gd name="T9" fmla="*/ 1 h 239"/>
                <a:gd name="T10" fmla="*/ 80 w 155"/>
                <a:gd name="T11" fmla="*/ 11 h 239"/>
                <a:gd name="T12" fmla="*/ 29 w 155"/>
                <a:gd name="T13" fmla="*/ 2 h 239"/>
                <a:gd name="T14" fmla="*/ 24 w 155"/>
                <a:gd name="T15" fmla="*/ 0 h 239"/>
                <a:gd name="T16" fmla="*/ 20 w 155"/>
                <a:gd name="T17" fmla="*/ 10 h 239"/>
                <a:gd name="T18" fmla="*/ 20 w 155"/>
                <a:gd name="T19" fmla="*/ 113 h 239"/>
                <a:gd name="T20" fmla="*/ 25 w 155"/>
                <a:gd name="T21" fmla="*/ 123 h 239"/>
                <a:gd name="T22" fmla="*/ 32 w 155"/>
                <a:gd name="T23" fmla="*/ 118 h 239"/>
                <a:gd name="T24" fmla="*/ 81 w 155"/>
                <a:gd name="T25" fmla="*/ 96 h 239"/>
                <a:gd name="T26" fmla="*/ 113 w 155"/>
                <a:gd name="T27" fmla="*/ 115 h 239"/>
                <a:gd name="T28" fmla="*/ 121 w 155"/>
                <a:gd name="T29" fmla="*/ 160 h 239"/>
                <a:gd name="T30" fmla="*/ 111 w 155"/>
                <a:gd name="T31" fmla="*/ 207 h 239"/>
                <a:gd name="T32" fmla="*/ 70 w 155"/>
                <a:gd name="T33" fmla="*/ 228 h 239"/>
                <a:gd name="T34" fmla="*/ 15 w 155"/>
                <a:gd name="T35" fmla="*/ 192 h 239"/>
                <a:gd name="T36" fmla="*/ 35 w 155"/>
                <a:gd name="T37" fmla="*/ 175 h 239"/>
                <a:gd name="T38" fmla="*/ 18 w 155"/>
                <a:gd name="T39" fmla="*/ 157 h 239"/>
                <a:gd name="T40" fmla="*/ 0 w 155"/>
                <a:gd name="T41" fmla="*/ 176 h 239"/>
                <a:gd name="T42" fmla="*/ 71 w 155"/>
                <a:gd name="T43" fmla="*/ 239 h 239"/>
                <a:gd name="T44" fmla="*/ 155 w 155"/>
                <a:gd name="T45" fmla="*/ 162 h 239"/>
                <a:gd name="T46" fmla="*/ 81 w 155"/>
                <a:gd name="T47" fmla="*/ 86 h 239"/>
                <a:gd name="T48" fmla="*/ 32 w 155"/>
                <a:gd name="T49" fmla="*/ 103 h 239"/>
                <a:gd name="T50" fmla="*/ 32 w 155"/>
                <a:gd name="T51" fmla="*/ 37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5" h="239">
                  <a:moveTo>
                    <a:pt x="32" y="37"/>
                  </a:moveTo>
                  <a:cubicBezTo>
                    <a:pt x="50" y="42"/>
                    <a:pt x="61" y="42"/>
                    <a:pt x="66" y="42"/>
                  </a:cubicBezTo>
                  <a:cubicBezTo>
                    <a:pt x="112" y="42"/>
                    <a:pt x="140" y="10"/>
                    <a:pt x="140" y="5"/>
                  </a:cubicBezTo>
                  <a:cubicBezTo>
                    <a:pt x="140" y="1"/>
                    <a:pt x="137" y="0"/>
                    <a:pt x="135" y="0"/>
                  </a:cubicBezTo>
                  <a:cubicBezTo>
                    <a:pt x="135" y="0"/>
                    <a:pt x="134" y="0"/>
                    <a:pt x="133" y="1"/>
                  </a:cubicBezTo>
                  <a:cubicBezTo>
                    <a:pt x="124" y="4"/>
                    <a:pt x="106" y="11"/>
                    <a:pt x="80" y="11"/>
                  </a:cubicBezTo>
                  <a:cubicBezTo>
                    <a:pt x="70" y="11"/>
                    <a:pt x="52" y="11"/>
                    <a:pt x="29" y="2"/>
                  </a:cubicBezTo>
                  <a:cubicBezTo>
                    <a:pt x="25" y="0"/>
                    <a:pt x="25" y="0"/>
                    <a:pt x="24" y="0"/>
                  </a:cubicBezTo>
                  <a:cubicBezTo>
                    <a:pt x="20" y="0"/>
                    <a:pt x="20" y="4"/>
                    <a:pt x="20" y="10"/>
                  </a:cubicBezTo>
                  <a:lnTo>
                    <a:pt x="20" y="113"/>
                  </a:lnTo>
                  <a:cubicBezTo>
                    <a:pt x="20" y="118"/>
                    <a:pt x="20" y="123"/>
                    <a:pt x="25" y="123"/>
                  </a:cubicBezTo>
                  <a:cubicBezTo>
                    <a:pt x="29" y="123"/>
                    <a:pt x="29" y="122"/>
                    <a:pt x="32" y="118"/>
                  </a:cubicBezTo>
                  <a:cubicBezTo>
                    <a:pt x="47" y="99"/>
                    <a:pt x="69" y="96"/>
                    <a:pt x="81" y="96"/>
                  </a:cubicBezTo>
                  <a:cubicBezTo>
                    <a:pt x="102" y="96"/>
                    <a:pt x="111" y="113"/>
                    <a:pt x="113" y="115"/>
                  </a:cubicBezTo>
                  <a:cubicBezTo>
                    <a:pt x="119" y="127"/>
                    <a:pt x="121" y="140"/>
                    <a:pt x="121" y="160"/>
                  </a:cubicBezTo>
                  <a:cubicBezTo>
                    <a:pt x="121" y="171"/>
                    <a:pt x="121" y="191"/>
                    <a:pt x="111" y="207"/>
                  </a:cubicBezTo>
                  <a:cubicBezTo>
                    <a:pt x="102" y="219"/>
                    <a:pt x="87" y="228"/>
                    <a:pt x="70" y="228"/>
                  </a:cubicBezTo>
                  <a:cubicBezTo>
                    <a:pt x="47" y="228"/>
                    <a:pt x="24" y="215"/>
                    <a:pt x="15" y="192"/>
                  </a:cubicBezTo>
                  <a:cubicBezTo>
                    <a:pt x="29" y="193"/>
                    <a:pt x="35" y="184"/>
                    <a:pt x="35" y="175"/>
                  </a:cubicBezTo>
                  <a:cubicBezTo>
                    <a:pt x="35" y="160"/>
                    <a:pt x="22" y="157"/>
                    <a:pt x="18" y="157"/>
                  </a:cubicBezTo>
                  <a:cubicBezTo>
                    <a:pt x="17" y="157"/>
                    <a:pt x="0" y="157"/>
                    <a:pt x="0" y="176"/>
                  </a:cubicBezTo>
                  <a:cubicBezTo>
                    <a:pt x="0" y="208"/>
                    <a:pt x="29" y="239"/>
                    <a:pt x="71" y="239"/>
                  </a:cubicBezTo>
                  <a:cubicBezTo>
                    <a:pt x="116" y="239"/>
                    <a:pt x="155" y="206"/>
                    <a:pt x="155" y="162"/>
                  </a:cubicBezTo>
                  <a:cubicBezTo>
                    <a:pt x="155" y="122"/>
                    <a:pt x="125" y="86"/>
                    <a:pt x="81" y="86"/>
                  </a:cubicBezTo>
                  <a:cubicBezTo>
                    <a:pt x="66" y="86"/>
                    <a:pt x="48" y="90"/>
                    <a:pt x="32" y="103"/>
                  </a:cubicBezTo>
                  <a:lnTo>
                    <a:pt x="32" y="3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3543F55-679C-4D29-893C-6735A55B0E8D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4230265" y="879172"/>
            <a:ext cx="262800" cy="164228"/>
          </a:xfrm>
          <a:prstGeom prst="line">
            <a:avLst/>
          </a:prstGeom>
          <a:ln w="12700">
            <a:solidFill>
              <a:schemeClr val="accent2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FCEB12E9-66E8-4A83-8628-489E07A75A5B}"/>
              </a:ext>
            </a:extLst>
          </p:cNvPr>
          <p:cNvSpPr/>
          <p:nvPr/>
        </p:nvSpPr>
        <p:spPr>
          <a:xfrm>
            <a:off x="4098136" y="1036699"/>
            <a:ext cx="213394" cy="213394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0BEC44D-4A93-47B9-A76C-376A815C612C}"/>
              </a:ext>
            </a:extLst>
          </p:cNvPr>
          <p:cNvCxnSpPr>
            <a:cxnSpLocks/>
            <a:stCxn id="58" idx="3"/>
            <a:endCxn id="24" idx="7"/>
          </p:cNvCxnSpPr>
          <p:nvPr/>
        </p:nvCxnSpPr>
        <p:spPr>
          <a:xfrm flipH="1">
            <a:off x="4269067" y="918811"/>
            <a:ext cx="252518" cy="161723"/>
          </a:xfrm>
          <a:prstGeom prst="line">
            <a:avLst/>
          </a:prstGeom>
          <a:ln w="12700">
            <a:solidFill>
              <a:schemeClr val="accent1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1238779-C340-4BFE-B20B-C9FACB55E928}"/>
              </a:ext>
            </a:extLst>
          </p:cNvPr>
          <p:cNvCxnSpPr>
            <a:cxnSpLocks/>
            <a:stCxn id="24" idx="3"/>
            <a:endCxn id="33" idx="0"/>
          </p:cNvCxnSpPr>
          <p:nvPr/>
        </p:nvCxnSpPr>
        <p:spPr>
          <a:xfrm flipH="1">
            <a:off x="4017084" y="1206258"/>
            <a:ext cx="126259" cy="147922"/>
          </a:xfrm>
          <a:prstGeom prst="line">
            <a:avLst/>
          </a:prstGeom>
          <a:ln w="12700">
            <a:solidFill>
              <a:schemeClr val="accent1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F7B3D59-571F-4486-A334-3E07125912A7}"/>
              </a:ext>
            </a:extLst>
          </p:cNvPr>
          <p:cNvCxnSpPr>
            <a:cxnSpLocks noChangeAspect="1"/>
          </p:cNvCxnSpPr>
          <p:nvPr/>
        </p:nvCxnSpPr>
        <p:spPr>
          <a:xfrm>
            <a:off x="4672181" y="875547"/>
            <a:ext cx="262800" cy="164228"/>
          </a:xfrm>
          <a:prstGeom prst="line">
            <a:avLst/>
          </a:prstGeom>
          <a:ln w="12700">
            <a:solidFill>
              <a:schemeClr val="accent6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AE77E759-4CDE-4DF8-ABCA-A4768DF37952}"/>
              </a:ext>
            </a:extLst>
          </p:cNvPr>
          <p:cNvSpPr/>
          <p:nvPr/>
        </p:nvSpPr>
        <p:spPr>
          <a:xfrm>
            <a:off x="4856499" y="1036699"/>
            <a:ext cx="213394" cy="213394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9591913C-4B0F-46B5-9DDA-537308E8A45E}"/>
              </a:ext>
            </a:extLst>
          </p:cNvPr>
          <p:cNvSpPr/>
          <p:nvPr/>
        </p:nvSpPr>
        <p:spPr>
          <a:xfrm>
            <a:off x="4668491" y="1336383"/>
            <a:ext cx="213394" cy="213394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C79B67A-C8C4-4F24-A847-9A04881CDECB}"/>
              </a:ext>
            </a:extLst>
          </p:cNvPr>
          <p:cNvCxnSpPr>
            <a:cxnSpLocks/>
          </p:cNvCxnSpPr>
          <p:nvPr/>
        </p:nvCxnSpPr>
        <p:spPr>
          <a:xfrm flipH="1">
            <a:off x="4767269" y="1198914"/>
            <a:ext cx="126259" cy="149741"/>
          </a:xfrm>
          <a:prstGeom prst="line">
            <a:avLst/>
          </a:prstGeom>
          <a:ln w="12700">
            <a:solidFill>
              <a:srgbClr val="7030A0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B927F37-9FCB-4813-ACED-200CF468FA54}"/>
              </a:ext>
            </a:extLst>
          </p:cNvPr>
          <p:cNvCxnSpPr>
            <a:cxnSpLocks/>
          </p:cNvCxnSpPr>
          <p:nvPr/>
        </p:nvCxnSpPr>
        <p:spPr>
          <a:xfrm flipH="1">
            <a:off x="4826650" y="1238754"/>
            <a:ext cx="95200" cy="112907"/>
          </a:xfrm>
          <a:prstGeom prst="line">
            <a:avLst/>
          </a:prstGeom>
          <a:ln w="12700">
            <a:solidFill>
              <a:schemeClr val="accent6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1FA2984-FC2D-44B7-BAE7-9280CAE4B41C}"/>
              </a:ext>
            </a:extLst>
          </p:cNvPr>
          <p:cNvCxnSpPr>
            <a:cxnSpLocks/>
            <a:stCxn id="26" idx="3"/>
            <a:endCxn id="31" idx="0"/>
          </p:cNvCxnSpPr>
          <p:nvPr/>
        </p:nvCxnSpPr>
        <p:spPr>
          <a:xfrm flipH="1">
            <a:off x="4632772" y="1505942"/>
            <a:ext cx="77934" cy="191777"/>
          </a:xfrm>
          <a:prstGeom prst="line">
            <a:avLst/>
          </a:prstGeom>
          <a:ln w="12700">
            <a:solidFill>
              <a:srgbClr val="7030A0"/>
            </a:solidFill>
            <a:headEnd type="non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CEEC1C0D-3D4C-41CC-964D-812CA1E0D7FB}"/>
              </a:ext>
            </a:extLst>
          </p:cNvPr>
          <p:cNvCxnSpPr>
            <a:cxnSpLocks/>
            <a:stCxn id="58" idx="5"/>
            <a:endCxn id="25" idx="1"/>
          </p:cNvCxnSpPr>
          <p:nvPr/>
        </p:nvCxnSpPr>
        <p:spPr>
          <a:xfrm>
            <a:off x="4647309" y="918811"/>
            <a:ext cx="252518" cy="161723"/>
          </a:xfrm>
          <a:prstGeom prst="line">
            <a:avLst/>
          </a:prstGeom>
          <a:ln w="12700">
            <a:solidFill>
              <a:srgbClr val="7030A0"/>
            </a:solidFill>
            <a:headEnd type="none"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3EDE953C-C25F-4C6A-9333-F7B7946EDD28}"/>
              </a:ext>
            </a:extLst>
          </p:cNvPr>
          <p:cNvSpPr/>
          <p:nvPr/>
        </p:nvSpPr>
        <p:spPr>
          <a:xfrm>
            <a:off x="4495547" y="767049"/>
            <a:ext cx="177800" cy="177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87BE062-2EF5-46B7-B6C0-003C1278DEF0}"/>
              </a:ext>
            </a:extLst>
          </p:cNvPr>
          <p:cNvSpPr/>
          <p:nvPr/>
        </p:nvSpPr>
        <p:spPr>
          <a:xfrm>
            <a:off x="7709708" y="484381"/>
            <a:ext cx="1484541" cy="151262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F64F3BFC-9489-4915-8C4A-568A502E22D4}"/>
              </a:ext>
            </a:extLst>
          </p:cNvPr>
          <p:cNvSpPr/>
          <p:nvPr/>
        </p:nvSpPr>
        <p:spPr>
          <a:xfrm>
            <a:off x="7987445" y="1054496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C2F2C10A-4C86-4121-BFF8-4CBD2DEA2B48}"/>
              </a:ext>
            </a:extLst>
          </p:cNvPr>
          <p:cNvSpPr/>
          <p:nvPr/>
        </p:nvSpPr>
        <p:spPr>
          <a:xfrm>
            <a:off x="8743929" y="1054496"/>
            <a:ext cx="177800" cy="1778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0DE97AA-9A61-4355-A56E-8FACB608FADF}"/>
              </a:ext>
            </a:extLst>
          </p:cNvPr>
          <p:cNvSpPr/>
          <p:nvPr/>
        </p:nvSpPr>
        <p:spPr>
          <a:xfrm>
            <a:off x="8554808" y="1354180"/>
            <a:ext cx="177800" cy="1778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3ACBBAE-1F42-4A9C-B092-8E750F7524F1}"/>
              </a:ext>
            </a:extLst>
          </p:cNvPr>
          <p:cNvCxnSpPr>
            <a:cxnSpLocks/>
            <a:stCxn id="80" idx="5"/>
            <a:endCxn id="95" idx="0"/>
          </p:cNvCxnSpPr>
          <p:nvPr/>
        </p:nvCxnSpPr>
        <p:spPr>
          <a:xfrm>
            <a:off x="8150419" y="1218842"/>
            <a:ext cx="110615" cy="135338"/>
          </a:xfrm>
          <a:prstGeom prst="line">
            <a:avLst/>
          </a:prstGeom>
          <a:ln w="12700">
            <a:solidFill>
              <a:schemeClr val="accent2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>
            <a:extLst>
              <a:ext uri="{FF2B5EF4-FFF2-40B4-BE49-F238E27FC236}">
                <a16:creationId xmlns:a16="http://schemas.microsoft.com/office/drawing/2014/main" id="{C4A29860-1986-4C0D-850A-7890011D2B8D}"/>
              </a:ext>
            </a:extLst>
          </p:cNvPr>
          <p:cNvSpPr/>
          <p:nvPr/>
        </p:nvSpPr>
        <p:spPr>
          <a:xfrm>
            <a:off x="8933048" y="1354180"/>
            <a:ext cx="177800" cy="177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2F24B061-DEA3-4DE9-B37C-74AA2D624853}"/>
              </a:ext>
            </a:extLst>
          </p:cNvPr>
          <p:cNvCxnSpPr>
            <a:cxnSpLocks/>
            <a:stCxn id="84" idx="5"/>
            <a:endCxn id="64" idx="0"/>
          </p:cNvCxnSpPr>
          <p:nvPr/>
        </p:nvCxnSpPr>
        <p:spPr>
          <a:xfrm>
            <a:off x="8908782" y="1218842"/>
            <a:ext cx="113166" cy="1353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C250E615-9E98-4628-9DA5-6F4F4692BC91}"/>
              </a:ext>
            </a:extLst>
          </p:cNvPr>
          <p:cNvSpPr/>
          <p:nvPr/>
        </p:nvSpPr>
        <p:spPr>
          <a:xfrm>
            <a:off x="7798324" y="1354180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3093C6FE-6046-437F-9FCA-F4AF66B80937}"/>
              </a:ext>
            </a:extLst>
          </p:cNvPr>
          <p:cNvCxnSpPr>
            <a:cxnSpLocks/>
            <a:endCxn id="66" idx="4"/>
          </p:cNvCxnSpPr>
          <p:nvPr/>
        </p:nvCxnSpPr>
        <p:spPr>
          <a:xfrm flipV="1">
            <a:off x="7887224" y="1531980"/>
            <a:ext cx="0" cy="165285"/>
          </a:xfrm>
          <a:prstGeom prst="line">
            <a:avLst/>
          </a:prstGeom>
          <a:ln w="12700">
            <a:solidFill>
              <a:schemeClr val="accent1"/>
            </a:solidFill>
            <a:headEnd w="sm" len="med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20AF382D-D320-4B7F-B821-15FB5C5857B1}"/>
              </a:ext>
            </a:extLst>
          </p:cNvPr>
          <p:cNvCxnSpPr>
            <a:cxnSpLocks/>
            <a:stCxn id="85" idx="5"/>
            <a:endCxn id="94" idx="0"/>
          </p:cNvCxnSpPr>
          <p:nvPr/>
        </p:nvCxnSpPr>
        <p:spPr>
          <a:xfrm>
            <a:off x="8720774" y="1518526"/>
            <a:ext cx="55322" cy="176832"/>
          </a:xfrm>
          <a:prstGeom prst="line">
            <a:avLst/>
          </a:prstGeom>
          <a:ln w="12700">
            <a:solidFill>
              <a:schemeClr val="accent6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7" name="그룹 416" descr="\documentclass{article}&#10;\usepackage{amsmath}&#10;\pagestyle{empty}&#10;\begin{document}&#10;&#10;$n_7$&#10;&#10;&#10;\end{document}" title="IguanaTex Vector Display">
            <a:extLst>
              <a:ext uri="{FF2B5EF4-FFF2-40B4-BE49-F238E27FC236}">
                <a16:creationId xmlns:a16="http://schemas.microsoft.com/office/drawing/2014/main" id="{44597686-7C03-435B-B42E-BF144FD86104}"/>
              </a:ext>
            </a:extLst>
          </p:cNvPr>
          <p:cNvGrpSpPr>
            <a:grpSpLocks noChangeAspect="1"/>
          </p:cNvGrpSpPr>
          <p:nvPr>
            <p:custDataLst>
              <p:tags r:id="rId19"/>
            </p:custDataLst>
          </p:nvPr>
        </p:nvGrpSpPr>
        <p:grpSpPr>
          <a:xfrm>
            <a:off x="7832724" y="1755775"/>
            <a:ext cx="109058" cy="68590"/>
            <a:chOff x="7832725" y="1755775"/>
            <a:chExt cx="107951" cy="82550"/>
          </a:xfrm>
        </p:grpSpPr>
        <p:sp>
          <p:nvSpPr>
            <p:cNvPr id="414" name="Freeform 242">
              <a:extLst>
                <a:ext uri="{FF2B5EF4-FFF2-40B4-BE49-F238E27FC236}">
                  <a16:creationId xmlns:a16="http://schemas.microsoft.com/office/drawing/2014/main" id="{410856BC-8FCD-42ED-A986-37755CEC75ED}"/>
                </a:ext>
              </a:extLst>
            </p:cNvPr>
            <p:cNvSpPr>
              <a:spLocks/>
            </p:cNvSpPr>
            <p:nvPr>
              <p:custDataLst>
                <p:tags r:id="rId266"/>
              </p:custDataLst>
            </p:nvPr>
          </p:nvSpPr>
          <p:spPr bwMode="auto">
            <a:xfrm>
              <a:off x="7832725" y="1755775"/>
              <a:ext cx="61913" cy="61913"/>
            </a:xfrm>
            <a:custGeom>
              <a:avLst/>
              <a:gdLst>
                <a:gd name="T0" fmla="*/ 29 w 270"/>
                <a:gd name="T1" fmla="*/ 192 h 227"/>
                <a:gd name="T2" fmla="*/ 25 w 270"/>
                <a:gd name="T3" fmla="*/ 213 h 227"/>
                <a:gd name="T4" fmla="*/ 39 w 270"/>
                <a:gd name="T5" fmla="*/ 227 h 227"/>
                <a:gd name="T6" fmla="*/ 57 w 270"/>
                <a:gd name="T7" fmla="*/ 213 h 227"/>
                <a:gd name="T8" fmla="*/ 67 w 270"/>
                <a:gd name="T9" fmla="*/ 176 h 227"/>
                <a:gd name="T10" fmla="*/ 78 w 270"/>
                <a:gd name="T11" fmla="*/ 131 h 227"/>
                <a:gd name="T12" fmla="*/ 86 w 270"/>
                <a:gd name="T13" fmla="*/ 97 h 227"/>
                <a:gd name="T14" fmla="*/ 93 w 270"/>
                <a:gd name="T15" fmla="*/ 72 h 227"/>
                <a:gd name="T16" fmla="*/ 174 w 270"/>
                <a:gd name="T17" fmla="*/ 11 h 227"/>
                <a:gd name="T18" fmla="*/ 201 w 270"/>
                <a:gd name="T19" fmla="*/ 46 h 227"/>
                <a:gd name="T20" fmla="*/ 169 w 270"/>
                <a:gd name="T21" fmla="*/ 163 h 227"/>
                <a:gd name="T22" fmla="*/ 164 w 270"/>
                <a:gd name="T23" fmla="*/ 186 h 227"/>
                <a:gd name="T24" fmla="*/ 205 w 270"/>
                <a:gd name="T25" fmla="*/ 227 h 227"/>
                <a:gd name="T26" fmla="*/ 270 w 270"/>
                <a:gd name="T27" fmla="*/ 150 h 227"/>
                <a:gd name="T28" fmla="*/ 264 w 270"/>
                <a:gd name="T29" fmla="*/ 145 h 227"/>
                <a:gd name="T30" fmla="*/ 256 w 270"/>
                <a:gd name="T31" fmla="*/ 154 h 227"/>
                <a:gd name="T32" fmla="*/ 206 w 270"/>
                <a:gd name="T33" fmla="*/ 216 h 227"/>
                <a:gd name="T34" fmla="*/ 194 w 270"/>
                <a:gd name="T35" fmla="*/ 199 h 227"/>
                <a:gd name="T36" fmla="*/ 203 w 270"/>
                <a:gd name="T37" fmla="*/ 164 h 227"/>
                <a:gd name="T38" fmla="*/ 233 w 270"/>
                <a:gd name="T39" fmla="*/ 54 h 227"/>
                <a:gd name="T40" fmla="*/ 176 w 270"/>
                <a:gd name="T41" fmla="*/ 0 h 227"/>
                <a:gd name="T42" fmla="*/ 98 w 270"/>
                <a:gd name="T43" fmla="*/ 44 h 227"/>
                <a:gd name="T44" fmla="*/ 52 w 270"/>
                <a:gd name="T45" fmla="*/ 0 h 227"/>
                <a:gd name="T46" fmla="*/ 15 w 270"/>
                <a:gd name="T47" fmla="*/ 29 h 227"/>
                <a:gd name="T48" fmla="*/ 0 w 270"/>
                <a:gd name="T49" fmla="*/ 77 h 227"/>
                <a:gd name="T50" fmla="*/ 6 w 270"/>
                <a:gd name="T51" fmla="*/ 82 h 227"/>
                <a:gd name="T52" fmla="*/ 14 w 270"/>
                <a:gd name="T53" fmla="*/ 71 h 227"/>
                <a:gd name="T54" fmla="*/ 50 w 270"/>
                <a:gd name="T55" fmla="*/ 11 h 227"/>
                <a:gd name="T56" fmla="*/ 66 w 270"/>
                <a:gd name="T57" fmla="*/ 34 h 227"/>
                <a:gd name="T58" fmla="*/ 58 w 270"/>
                <a:gd name="T59" fmla="*/ 76 h 227"/>
                <a:gd name="T60" fmla="*/ 29 w 270"/>
                <a:gd name="T61" fmla="*/ 1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7">
                  <a:moveTo>
                    <a:pt x="29" y="192"/>
                  </a:moveTo>
                  <a:cubicBezTo>
                    <a:pt x="28" y="199"/>
                    <a:pt x="25" y="211"/>
                    <a:pt x="25" y="213"/>
                  </a:cubicBezTo>
                  <a:cubicBezTo>
                    <a:pt x="25" y="222"/>
                    <a:pt x="31" y="227"/>
                    <a:pt x="39" y="227"/>
                  </a:cubicBezTo>
                  <a:cubicBezTo>
                    <a:pt x="45" y="227"/>
                    <a:pt x="54" y="223"/>
                    <a:pt x="57" y="213"/>
                  </a:cubicBezTo>
                  <a:cubicBezTo>
                    <a:pt x="58" y="212"/>
                    <a:pt x="64" y="188"/>
                    <a:pt x="67" y="176"/>
                  </a:cubicBezTo>
                  <a:lnTo>
                    <a:pt x="78" y="131"/>
                  </a:lnTo>
                  <a:cubicBezTo>
                    <a:pt x="81" y="120"/>
                    <a:pt x="84" y="109"/>
                    <a:pt x="86" y="97"/>
                  </a:cubicBezTo>
                  <a:cubicBezTo>
                    <a:pt x="88" y="89"/>
                    <a:pt x="92" y="74"/>
                    <a:pt x="93" y="72"/>
                  </a:cubicBezTo>
                  <a:cubicBezTo>
                    <a:pt x="100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3"/>
                  </a:cubicBezTo>
                  <a:cubicBezTo>
                    <a:pt x="164" y="174"/>
                    <a:pt x="164" y="180"/>
                    <a:pt x="164" y="186"/>
                  </a:cubicBezTo>
                  <a:cubicBezTo>
                    <a:pt x="164" y="209"/>
                    <a:pt x="181" y="227"/>
                    <a:pt x="205" y="227"/>
                  </a:cubicBezTo>
                  <a:cubicBezTo>
                    <a:pt x="251" y="227"/>
                    <a:pt x="270" y="154"/>
                    <a:pt x="270" y="150"/>
                  </a:cubicBezTo>
                  <a:cubicBezTo>
                    <a:pt x="270" y="145"/>
                    <a:pt x="265" y="145"/>
                    <a:pt x="264" y="145"/>
                  </a:cubicBezTo>
                  <a:cubicBezTo>
                    <a:pt x="259" y="145"/>
                    <a:pt x="259" y="146"/>
                    <a:pt x="256" y="154"/>
                  </a:cubicBezTo>
                  <a:cubicBezTo>
                    <a:pt x="246" y="188"/>
                    <a:pt x="230" y="216"/>
                    <a:pt x="206" y="216"/>
                  </a:cubicBezTo>
                  <a:cubicBezTo>
                    <a:pt x="197" y="216"/>
                    <a:pt x="194" y="211"/>
                    <a:pt x="194" y="199"/>
                  </a:cubicBezTo>
                  <a:cubicBezTo>
                    <a:pt x="194" y="187"/>
                    <a:pt x="198" y="175"/>
                    <a:pt x="203" y="164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1" y="0"/>
                    <a:pt x="176" y="0"/>
                  </a:cubicBezTo>
                  <a:cubicBezTo>
                    <a:pt x="131" y="0"/>
                    <a:pt x="106" y="32"/>
                    <a:pt x="98" y="44"/>
                  </a:cubicBezTo>
                  <a:cubicBezTo>
                    <a:pt x="95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2" y="11"/>
                    <a:pt x="50" y="11"/>
                  </a:cubicBezTo>
                  <a:cubicBezTo>
                    <a:pt x="60" y="11"/>
                    <a:pt x="66" y="18"/>
                    <a:pt x="66" y="34"/>
                  </a:cubicBezTo>
                  <a:cubicBezTo>
                    <a:pt x="66" y="45"/>
                    <a:pt x="64" y="50"/>
                    <a:pt x="58" y="76"/>
                  </a:cubicBezTo>
                  <a:lnTo>
                    <a:pt x="29" y="19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15" name="Freeform 243">
              <a:extLst>
                <a:ext uri="{FF2B5EF4-FFF2-40B4-BE49-F238E27FC236}">
                  <a16:creationId xmlns:a16="http://schemas.microsoft.com/office/drawing/2014/main" id="{8C7BBD9E-CE16-449D-B375-F030D62F77ED}"/>
                </a:ext>
              </a:extLst>
            </p:cNvPr>
            <p:cNvSpPr>
              <a:spLocks/>
            </p:cNvSpPr>
            <p:nvPr>
              <p:custDataLst>
                <p:tags r:id="rId267"/>
              </p:custDataLst>
            </p:nvPr>
          </p:nvSpPr>
          <p:spPr bwMode="auto">
            <a:xfrm>
              <a:off x="7904163" y="1771650"/>
              <a:ext cx="36513" cy="66675"/>
            </a:xfrm>
            <a:custGeom>
              <a:avLst/>
              <a:gdLst>
                <a:gd name="T0" fmla="*/ 163 w 166"/>
                <a:gd name="T1" fmla="*/ 25 h 243"/>
                <a:gd name="T2" fmla="*/ 166 w 166"/>
                <a:gd name="T3" fmla="*/ 11 h 243"/>
                <a:gd name="T4" fmla="*/ 75 w 166"/>
                <a:gd name="T5" fmla="*/ 11 h 243"/>
                <a:gd name="T6" fmla="*/ 44 w 166"/>
                <a:gd name="T7" fmla="*/ 10 h 243"/>
                <a:gd name="T8" fmla="*/ 25 w 166"/>
                <a:gd name="T9" fmla="*/ 0 h 243"/>
                <a:gd name="T10" fmla="*/ 13 w 166"/>
                <a:gd name="T11" fmla="*/ 0 h 243"/>
                <a:gd name="T12" fmla="*/ 0 w 166"/>
                <a:gd name="T13" fmla="*/ 75 h 243"/>
                <a:gd name="T14" fmla="*/ 12 w 166"/>
                <a:gd name="T15" fmla="*/ 75 h 243"/>
                <a:gd name="T16" fmla="*/ 22 w 166"/>
                <a:gd name="T17" fmla="*/ 43 h 243"/>
                <a:gd name="T18" fmla="*/ 58 w 166"/>
                <a:gd name="T19" fmla="*/ 41 h 243"/>
                <a:gd name="T20" fmla="*/ 134 w 166"/>
                <a:gd name="T21" fmla="*/ 41 h 243"/>
                <a:gd name="T22" fmla="*/ 98 w 166"/>
                <a:gd name="T23" fmla="*/ 87 h 243"/>
                <a:gd name="T24" fmla="*/ 48 w 166"/>
                <a:gd name="T25" fmla="*/ 223 h 243"/>
                <a:gd name="T26" fmla="*/ 65 w 166"/>
                <a:gd name="T27" fmla="*/ 243 h 243"/>
                <a:gd name="T28" fmla="*/ 81 w 166"/>
                <a:gd name="T29" fmla="*/ 223 h 243"/>
                <a:gd name="T30" fmla="*/ 81 w 166"/>
                <a:gd name="T31" fmla="*/ 209 h 243"/>
                <a:gd name="T32" fmla="*/ 110 w 166"/>
                <a:gd name="T33" fmla="*/ 91 h 243"/>
                <a:gd name="T34" fmla="*/ 163 w 166"/>
                <a:gd name="T35" fmla="*/ 2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6" h="243">
                  <a:moveTo>
                    <a:pt x="163" y="25"/>
                  </a:moveTo>
                  <a:cubicBezTo>
                    <a:pt x="166" y="21"/>
                    <a:pt x="166" y="20"/>
                    <a:pt x="166" y="11"/>
                  </a:cubicBezTo>
                  <a:lnTo>
                    <a:pt x="75" y="11"/>
                  </a:lnTo>
                  <a:cubicBezTo>
                    <a:pt x="61" y="11"/>
                    <a:pt x="57" y="11"/>
                    <a:pt x="44" y="10"/>
                  </a:cubicBezTo>
                  <a:cubicBezTo>
                    <a:pt x="26" y="8"/>
                    <a:pt x="26" y="6"/>
                    <a:pt x="25" y="0"/>
                  </a:cubicBezTo>
                  <a:lnTo>
                    <a:pt x="13" y="0"/>
                  </a:lnTo>
                  <a:lnTo>
                    <a:pt x="0" y="75"/>
                  </a:lnTo>
                  <a:lnTo>
                    <a:pt x="12" y="75"/>
                  </a:lnTo>
                  <a:cubicBezTo>
                    <a:pt x="13" y="69"/>
                    <a:pt x="17" y="46"/>
                    <a:pt x="22" y="43"/>
                  </a:cubicBezTo>
                  <a:cubicBezTo>
                    <a:pt x="25" y="41"/>
                    <a:pt x="53" y="41"/>
                    <a:pt x="58" y="41"/>
                  </a:cubicBezTo>
                  <a:lnTo>
                    <a:pt x="134" y="41"/>
                  </a:lnTo>
                  <a:cubicBezTo>
                    <a:pt x="123" y="55"/>
                    <a:pt x="105" y="77"/>
                    <a:pt x="98" y="87"/>
                  </a:cubicBezTo>
                  <a:cubicBezTo>
                    <a:pt x="52" y="147"/>
                    <a:pt x="48" y="202"/>
                    <a:pt x="48" y="223"/>
                  </a:cubicBezTo>
                  <a:cubicBezTo>
                    <a:pt x="48" y="227"/>
                    <a:pt x="48" y="243"/>
                    <a:pt x="65" y="243"/>
                  </a:cubicBezTo>
                  <a:cubicBezTo>
                    <a:pt x="81" y="243"/>
                    <a:pt x="81" y="227"/>
                    <a:pt x="81" y="223"/>
                  </a:cubicBezTo>
                  <a:lnTo>
                    <a:pt x="81" y="209"/>
                  </a:lnTo>
                  <a:cubicBezTo>
                    <a:pt x="81" y="141"/>
                    <a:pt x="95" y="110"/>
                    <a:pt x="110" y="91"/>
                  </a:cubicBezTo>
                  <a:lnTo>
                    <a:pt x="163" y="2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28" name="그룹 427" descr="\documentclass{article}&#10;\usepackage{amsmath}&#10;\pagestyle{empty}&#10;\begin{document}&#10;&#10;$n_6$&#10;&#10;&#10;\end{document}" title="IguanaTex Vector Display">
            <a:extLst>
              <a:ext uri="{FF2B5EF4-FFF2-40B4-BE49-F238E27FC236}">
                <a16:creationId xmlns:a16="http://schemas.microsoft.com/office/drawing/2014/main" id="{C0948B69-81E6-4E12-B6CE-6869BB964F42}"/>
              </a:ext>
            </a:extLst>
          </p:cNvPr>
          <p:cNvGrpSpPr>
            <a:grpSpLocks noChangeAspect="1"/>
          </p:cNvGrpSpPr>
          <p:nvPr>
            <p:custDataLst>
              <p:tags r:id="rId20"/>
            </p:custDataLst>
          </p:nvPr>
        </p:nvGrpSpPr>
        <p:grpSpPr>
          <a:xfrm>
            <a:off x="8210587" y="1414463"/>
            <a:ext cx="106313" cy="68590"/>
            <a:chOff x="8210586" y="1414463"/>
            <a:chExt cx="115888" cy="82551"/>
          </a:xfrm>
        </p:grpSpPr>
        <p:sp>
          <p:nvSpPr>
            <p:cNvPr id="425" name="Freeform 250">
              <a:extLst>
                <a:ext uri="{FF2B5EF4-FFF2-40B4-BE49-F238E27FC236}">
                  <a16:creationId xmlns:a16="http://schemas.microsoft.com/office/drawing/2014/main" id="{7DFBCF13-20FF-4C6D-AD9F-82ACDDD5FF52}"/>
                </a:ext>
              </a:extLst>
            </p:cNvPr>
            <p:cNvSpPr>
              <a:spLocks/>
            </p:cNvSpPr>
            <p:nvPr>
              <p:custDataLst>
                <p:tags r:id="rId264"/>
              </p:custDataLst>
            </p:nvPr>
          </p:nvSpPr>
          <p:spPr bwMode="auto">
            <a:xfrm>
              <a:off x="8210586" y="1414463"/>
              <a:ext cx="68263" cy="61913"/>
            </a:xfrm>
            <a:custGeom>
              <a:avLst/>
              <a:gdLst>
                <a:gd name="T0" fmla="*/ 29 w 270"/>
                <a:gd name="T1" fmla="*/ 192 h 227"/>
                <a:gd name="T2" fmla="*/ 25 w 270"/>
                <a:gd name="T3" fmla="*/ 213 h 227"/>
                <a:gd name="T4" fmla="*/ 39 w 270"/>
                <a:gd name="T5" fmla="*/ 227 h 227"/>
                <a:gd name="T6" fmla="*/ 58 w 270"/>
                <a:gd name="T7" fmla="*/ 213 h 227"/>
                <a:gd name="T8" fmla="*/ 67 w 270"/>
                <a:gd name="T9" fmla="*/ 176 h 227"/>
                <a:gd name="T10" fmla="*/ 78 w 270"/>
                <a:gd name="T11" fmla="*/ 131 h 227"/>
                <a:gd name="T12" fmla="*/ 87 w 270"/>
                <a:gd name="T13" fmla="*/ 97 h 227"/>
                <a:gd name="T14" fmla="*/ 93 w 270"/>
                <a:gd name="T15" fmla="*/ 72 h 227"/>
                <a:gd name="T16" fmla="*/ 174 w 270"/>
                <a:gd name="T17" fmla="*/ 11 h 227"/>
                <a:gd name="T18" fmla="*/ 201 w 270"/>
                <a:gd name="T19" fmla="*/ 46 h 227"/>
                <a:gd name="T20" fmla="*/ 169 w 270"/>
                <a:gd name="T21" fmla="*/ 163 h 227"/>
                <a:gd name="T22" fmla="*/ 164 w 270"/>
                <a:gd name="T23" fmla="*/ 186 h 227"/>
                <a:gd name="T24" fmla="*/ 205 w 270"/>
                <a:gd name="T25" fmla="*/ 227 h 227"/>
                <a:gd name="T26" fmla="*/ 270 w 270"/>
                <a:gd name="T27" fmla="*/ 150 h 227"/>
                <a:gd name="T28" fmla="*/ 264 w 270"/>
                <a:gd name="T29" fmla="*/ 145 h 227"/>
                <a:gd name="T30" fmla="*/ 257 w 270"/>
                <a:gd name="T31" fmla="*/ 154 h 227"/>
                <a:gd name="T32" fmla="*/ 206 w 270"/>
                <a:gd name="T33" fmla="*/ 216 h 227"/>
                <a:gd name="T34" fmla="*/ 194 w 270"/>
                <a:gd name="T35" fmla="*/ 199 h 227"/>
                <a:gd name="T36" fmla="*/ 203 w 270"/>
                <a:gd name="T37" fmla="*/ 164 h 227"/>
                <a:gd name="T38" fmla="*/ 233 w 270"/>
                <a:gd name="T39" fmla="*/ 54 h 227"/>
                <a:gd name="T40" fmla="*/ 176 w 270"/>
                <a:gd name="T41" fmla="*/ 0 h 227"/>
                <a:gd name="T42" fmla="*/ 98 w 270"/>
                <a:gd name="T43" fmla="*/ 44 h 227"/>
                <a:gd name="T44" fmla="*/ 52 w 270"/>
                <a:gd name="T45" fmla="*/ 0 h 227"/>
                <a:gd name="T46" fmla="*/ 15 w 270"/>
                <a:gd name="T47" fmla="*/ 29 h 227"/>
                <a:gd name="T48" fmla="*/ 0 w 270"/>
                <a:gd name="T49" fmla="*/ 77 h 227"/>
                <a:gd name="T50" fmla="*/ 6 w 270"/>
                <a:gd name="T51" fmla="*/ 82 h 227"/>
                <a:gd name="T52" fmla="*/ 14 w 270"/>
                <a:gd name="T53" fmla="*/ 71 h 227"/>
                <a:gd name="T54" fmla="*/ 51 w 270"/>
                <a:gd name="T55" fmla="*/ 11 h 227"/>
                <a:gd name="T56" fmla="*/ 66 w 270"/>
                <a:gd name="T57" fmla="*/ 34 h 227"/>
                <a:gd name="T58" fmla="*/ 58 w 270"/>
                <a:gd name="T59" fmla="*/ 76 h 227"/>
                <a:gd name="T60" fmla="*/ 29 w 270"/>
                <a:gd name="T61" fmla="*/ 1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7">
                  <a:moveTo>
                    <a:pt x="29" y="192"/>
                  </a:moveTo>
                  <a:cubicBezTo>
                    <a:pt x="28" y="199"/>
                    <a:pt x="25" y="211"/>
                    <a:pt x="25" y="213"/>
                  </a:cubicBezTo>
                  <a:cubicBezTo>
                    <a:pt x="25" y="222"/>
                    <a:pt x="32" y="227"/>
                    <a:pt x="39" y="227"/>
                  </a:cubicBezTo>
                  <a:cubicBezTo>
                    <a:pt x="45" y="227"/>
                    <a:pt x="54" y="223"/>
                    <a:pt x="58" y="213"/>
                  </a:cubicBezTo>
                  <a:cubicBezTo>
                    <a:pt x="58" y="212"/>
                    <a:pt x="64" y="188"/>
                    <a:pt x="67" y="176"/>
                  </a:cubicBezTo>
                  <a:lnTo>
                    <a:pt x="78" y="131"/>
                  </a:lnTo>
                  <a:cubicBezTo>
                    <a:pt x="81" y="120"/>
                    <a:pt x="84" y="109"/>
                    <a:pt x="87" y="97"/>
                  </a:cubicBezTo>
                  <a:cubicBezTo>
                    <a:pt x="89" y="89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3"/>
                  </a:cubicBezTo>
                  <a:cubicBezTo>
                    <a:pt x="164" y="174"/>
                    <a:pt x="164" y="180"/>
                    <a:pt x="164" y="186"/>
                  </a:cubicBezTo>
                  <a:cubicBezTo>
                    <a:pt x="164" y="209"/>
                    <a:pt x="181" y="227"/>
                    <a:pt x="205" y="227"/>
                  </a:cubicBezTo>
                  <a:cubicBezTo>
                    <a:pt x="252" y="227"/>
                    <a:pt x="270" y="154"/>
                    <a:pt x="270" y="150"/>
                  </a:cubicBezTo>
                  <a:cubicBezTo>
                    <a:pt x="270" y="145"/>
                    <a:pt x="266" y="145"/>
                    <a:pt x="264" y="145"/>
                  </a:cubicBezTo>
                  <a:cubicBezTo>
                    <a:pt x="259" y="145"/>
                    <a:pt x="259" y="146"/>
                    <a:pt x="257" y="154"/>
                  </a:cubicBezTo>
                  <a:cubicBezTo>
                    <a:pt x="247" y="188"/>
                    <a:pt x="230" y="216"/>
                    <a:pt x="206" y="216"/>
                  </a:cubicBezTo>
                  <a:cubicBezTo>
                    <a:pt x="197" y="216"/>
                    <a:pt x="194" y="211"/>
                    <a:pt x="194" y="199"/>
                  </a:cubicBezTo>
                  <a:cubicBezTo>
                    <a:pt x="194" y="187"/>
                    <a:pt x="198" y="175"/>
                    <a:pt x="203" y="164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61" y="11"/>
                    <a:pt x="66" y="18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26" name="Freeform 251">
              <a:extLst>
                <a:ext uri="{FF2B5EF4-FFF2-40B4-BE49-F238E27FC236}">
                  <a16:creationId xmlns:a16="http://schemas.microsoft.com/office/drawing/2014/main" id="{DC268E11-CA9F-419A-8DEF-6B1A7EA6950E}"/>
                </a:ext>
              </a:extLst>
            </p:cNvPr>
            <p:cNvSpPr>
              <a:spLocks noEditPoints="1"/>
            </p:cNvSpPr>
            <p:nvPr>
              <p:custDataLst>
                <p:tags r:id="rId265"/>
              </p:custDataLst>
            </p:nvPr>
          </p:nvSpPr>
          <p:spPr bwMode="auto">
            <a:xfrm>
              <a:off x="8286786" y="1431926"/>
              <a:ext cx="39688" cy="65088"/>
            </a:xfrm>
            <a:custGeom>
              <a:avLst/>
              <a:gdLst>
                <a:gd name="T0" fmla="*/ 33 w 160"/>
                <a:gd name="T1" fmla="*/ 118 h 239"/>
                <a:gd name="T2" fmla="*/ 49 w 160"/>
                <a:gd name="T3" fmla="*/ 42 h 239"/>
                <a:gd name="T4" fmla="*/ 102 w 160"/>
                <a:gd name="T5" fmla="*/ 10 h 239"/>
                <a:gd name="T6" fmla="*/ 133 w 160"/>
                <a:gd name="T7" fmla="*/ 22 h 239"/>
                <a:gd name="T8" fmla="*/ 117 w 160"/>
                <a:gd name="T9" fmla="*/ 39 h 239"/>
                <a:gd name="T10" fmla="*/ 134 w 160"/>
                <a:gd name="T11" fmla="*/ 56 h 239"/>
                <a:gd name="T12" fmla="*/ 150 w 160"/>
                <a:gd name="T13" fmla="*/ 39 h 239"/>
                <a:gd name="T14" fmla="*/ 101 w 160"/>
                <a:gd name="T15" fmla="*/ 0 h 239"/>
                <a:gd name="T16" fmla="*/ 0 w 160"/>
                <a:gd name="T17" fmla="*/ 121 h 239"/>
                <a:gd name="T18" fmla="*/ 81 w 160"/>
                <a:gd name="T19" fmla="*/ 239 h 239"/>
                <a:gd name="T20" fmla="*/ 160 w 160"/>
                <a:gd name="T21" fmla="*/ 161 h 239"/>
                <a:gd name="T22" fmla="*/ 84 w 160"/>
                <a:gd name="T23" fmla="*/ 84 h 239"/>
                <a:gd name="T24" fmla="*/ 33 w 160"/>
                <a:gd name="T25" fmla="*/ 118 h 239"/>
                <a:gd name="T26" fmla="*/ 81 w 160"/>
                <a:gd name="T27" fmla="*/ 228 h 239"/>
                <a:gd name="T28" fmla="*/ 42 w 160"/>
                <a:gd name="T29" fmla="*/ 202 h 239"/>
                <a:gd name="T30" fmla="*/ 34 w 160"/>
                <a:gd name="T31" fmla="*/ 153 h 239"/>
                <a:gd name="T32" fmla="*/ 82 w 160"/>
                <a:gd name="T33" fmla="*/ 93 h 239"/>
                <a:gd name="T34" fmla="*/ 118 w 160"/>
                <a:gd name="T35" fmla="*/ 113 h 239"/>
                <a:gd name="T36" fmla="*/ 127 w 160"/>
                <a:gd name="T37" fmla="*/ 161 h 239"/>
                <a:gd name="T38" fmla="*/ 117 w 160"/>
                <a:gd name="T39" fmla="*/ 209 h 239"/>
                <a:gd name="T40" fmla="*/ 81 w 160"/>
                <a:gd name="T41" fmla="*/ 228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0" h="239">
                  <a:moveTo>
                    <a:pt x="33" y="118"/>
                  </a:moveTo>
                  <a:cubicBezTo>
                    <a:pt x="33" y="89"/>
                    <a:pt x="36" y="63"/>
                    <a:pt x="49" y="42"/>
                  </a:cubicBezTo>
                  <a:cubicBezTo>
                    <a:pt x="61" y="23"/>
                    <a:pt x="80" y="10"/>
                    <a:pt x="102" y="10"/>
                  </a:cubicBezTo>
                  <a:cubicBezTo>
                    <a:pt x="112" y="10"/>
                    <a:pt x="126" y="13"/>
                    <a:pt x="133" y="22"/>
                  </a:cubicBezTo>
                  <a:cubicBezTo>
                    <a:pt x="125" y="23"/>
                    <a:pt x="117" y="29"/>
                    <a:pt x="117" y="39"/>
                  </a:cubicBezTo>
                  <a:cubicBezTo>
                    <a:pt x="117" y="48"/>
                    <a:pt x="123" y="56"/>
                    <a:pt x="134" y="56"/>
                  </a:cubicBezTo>
                  <a:cubicBezTo>
                    <a:pt x="144" y="56"/>
                    <a:pt x="150" y="49"/>
                    <a:pt x="150" y="39"/>
                  </a:cubicBezTo>
                  <a:cubicBezTo>
                    <a:pt x="150" y="18"/>
                    <a:pt x="136" y="0"/>
                    <a:pt x="101" y="0"/>
                  </a:cubicBezTo>
                  <a:cubicBezTo>
                    <a:pt x="51" y="0"/>
                    <a:pt x="0" y="46"/>
                    <a:pt x="0" y="121"/>
                  </a:cubicBezTo>
                  <a:cubicBezTo>
                    <a:pt x="0" y="212"/>
                    <a:pt x="42" y="239"/>
                    <a:pt x="81" y="239"/>
                  </a:cubicBezTo>
                  <a:cubicBezTo>
                    <a:pt x="123" y="239"/>
                    <a:pt x="160" y="206"/>
                    <a:pt x="160" y="161"/>
                  </a:cubicBezTo>
                  <a:cubicBezTo>
                    <a:pt x="160" y="116"/>
                    <a:pt x="125" y="84"/>
                    <a:pt x="84" y="84"/>
                  </a:cubicBezTo>
                  <a:cubicBezTo>
                    <a:pt x="56" y="84"/>
                    <a:pt x="41" y="102"/>
                    <a:pt x="33" y="118"/>
                  </a:cubicBezTo>
                  <a:close/>
                  <a:moveTo>
                    <a:pt x="81" y="228"/>
                  </a:moveTo>
                  <a:cubicBezTo>
                    <a:pt x="63" y="228"/>
                    <a:pt x="50" y="218"/>
                    <a:pt x="42" y="202"/>
                  </a:cubicBezTo>
                  <a:cubicBezTo>
                    <a:pt x="37" y="192"/>
                    <a:pt x="34" y="174"/>
                    <a:pt x="34" y="153"/>
                  </a:cubicBezTo>
                  <a:cubicBezTo>
                    <a:pt x="34" y="120"/>
                    <a:pt x="54" y="93"/>
                    <a:pt x="82" y="93"/>
                  </a:cubicBezTo>
                  <a:cubicBezTo>
                    <a:pt x="98" y="93"/>
                    <a:pt x="109" y="100"/>
                    <a:pt x="118" y="113"/>
                  </a:cubicBezTo>
                  <a:cubicBezTo>
                    <a:pt x="126" y="126"/>
                    <a:pt x="127" y="140"/>
                    <a:pt x="127" y="161"/>
                  </a:cubicBezTo>
                  <a:cubicBezTo>
                    <a:pt x="127" y="181"/>
                    <a:pt x="127" y="195"/>
                    <a:pt x="117" y="209"/>
                  </a:cubicBezTo>
                  <a:cubicBezTo>
                    <a:pt x="109" y="221"/>
                    <a:pt x="98" y="228"/>
                    <a:pt x="81" y="22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39" name="그룹 438" descr="\documentclass{article}&#10;\usepackage{amsmath}&#10;\pagestyle{empty}&#10;\begin{document}&#10;&#10;$n_8$&#10;&#10;&#10;\end{document}" title="IguanaTex Vector Display">
            <a:extLst>
              <a:ext uri="{FF2B5EF4-FFF2-40B4-BE49-F238E27FC236}">
                <a16:creationId xmlns:a16="http://schemas.microsoft.com/office/drawing/2014/main" id="{4DCD6D82-0893-4EB4-9A1A-702F1A26D5B3}"/>
              </a:ext>
            </a:extLst>
          </p:cNvPr>
          <p:cNvGrpSpPr>
            <a:grpSpLocks noChangeAspect="1"/>
          </p:cNvGrpSpPr>
          <p:nvPr>
            <p:custDataLst>
              <p:tags r:id="rId21"/>
            </p:custDataLst>
          </p:nvPr>
        </p:nvGrpSpPr>
        <p:grpSpPr>
          <a:xfrm>
            <a:off x="8448712" y="1755775"/>
            <a:ext cx="106314" cy="68590"/>
            <a:chOff x="8448712" y="1755775"/>
            <a:chExt cx="115888" cy="82551"/>
          </a:xfrm>
        </p:grpSpPr>
        <p:sp>
          <p:nvSpPr>
            <p:cNvPr id="436" name="Freeform 258">
              <a:extLst>
                <a:ext uri="{FF2B5EF4-FFF2-40B4-BE49-F238E27FC236}">
                  <a16:creationId xmlns:a16="http://schemas.microsoft.com/office/drawing/2014/main" id="{770D8C07-B6D5-4F64-8321-8EBDD1F7FAE4}"/>
                </a:ext>
              </a:extLst>
            </p:cNvPr>
            <p:cNvSpPr>
              <a:spLocks/>
            </p:cNvSpPr>
            <p:nvPr>
              <p:custDataLst>
                <p:tags r:id="rId262"/>
              </p:custDataLst>
            </p:nvPr>
          </p:nvSpPr>
          <p:spPr bwMode="auto">
            <a:xfrm>
              <a:off x="8448712" y="1755775"/>
              <a:ext cx="68263" cy="61913"/>
            </a:xfrm>
            <a:custGeom>
              <a:avLst/>
              <a:gdLst>
                <a:gd name="T0" fmla="*/ 29 w 270"/>
                <a:gd name="T1" fmla="*/ 192 h 227"/>
                <a:gd name="T2" fmla="*/ 25 w 270"/>
                <a:gd name="T3" fmla="*/ 213 h 227"/>
                <a:gd name="T4" fmla="*/ 39 w 270"/>
                <a:gd name="T5" fmla="*/ 227 h 227"/>
                <a:gd name="T6" fmla="*/ 58 w 270"/>
                <a:gd name="T7" fmla="*/ 213 h 227"/>
                <a:gd name="T8" fmla="*/ 67 w 270"/>
                <a:gd name="T9" fmla="*/ 176 h 227"/>
                <a:gd name="T10" fmla="*/ 78 w 270"/>
                <a:gd name="T11" fmla="*/ 131 h 227"/>
                <a:gd name="T12" fmla="*/ 87 w 270"/>
                <a:gd name="T13" fmla="*/ 97 h 227"/>
                <a:gd name="T14" fmla="*/ 93 w 270"/>
                <a:gd name="T15" fmla="*/ 72 h 227"/>
                <a:gd name="T16" fmla="*/ 174 w 270"/>
                <a:gd name="T17" fmla="*/ 11 h 227"/>
                <a:gd name="T18" fmla="*/ 201 w 270"/>
                <a:gd name="T19" fmla="*/ 46 h 227"/>
                <a:gd name="T20" fmla="*/ 169 w 270"/>
                <a:gd name="T21" fmla="*/ 163 h 227"/>
                <a:gd name="T22" fmla="*/ 164 w 270"/>
                <a:gd name="T23" fmla="*/ 186 h 227"/>
                <a:gd name="T24" fmla="*/ 205 w 270"/>
                <a:gd name="T25" fmla="*/ 227 h 227"/>
                <a:gd name="T26" fmla="*/ 270 w 270"/>
                <a:gd name="T27" fmla="*/ 150 h 227"/>
                <a:gd name="T28" fmla="*/ 264 w 270"/>
                <a:gd name="T29" fmla="*/ 145 h 227"/>
                <a:gd name="T30" fmla="*/ 257 w 270"/>
                <a:gd name="T31" fmla="*/ 154 h 227"/>
                <a:gd name="T32" fmla="*/ 206 w 270"/>
                <a:gd name="T33" fmla="*/ 216 h 227"/>
                <a:gd name="T34" fmla="*/ 194 w 270"/>
                <a:gd name="T35" fmla="*/ 199 h 227"/>
                <a:gd name="T36" fmla="*/ 203 w 270"/>
                <a:gd name="T37" fmla="*/ 164 h 227"/>
                <a:gd name="T38" fmla="*/ 233 w 270"/>
                <a:gd name="T39" fmla="*/ 54 h 227"/>
                <a:gd name="T40" fmla="*/ 176 w 270"/>
                <a:gd name="T41" fmla="*/ 0 h 227"/>
                <a:gd name="T42" fmla="*/ 98 w 270"/>
                <a:gd name="T43" fmla="*/ 44 h 227"/>
                <a:gd name="T44" fmla="*/ 52 w 270"/>
                <a:gd name="T45" fmla="*/ 0 h 227"/>
                <a:gd name="T46" fmla="*/ 15 w 270"/>
                <a:gd name="T47" fmla="*/ 29 h 227"/>
                <a:gd name="T48" fmla="*/ 0 w 270"/>
                <a:gd name="T49" fmla="*/ 77 h 227"/>
                <a:gd name="T50" fmla="*/ 6 w 270"/>
                <a:gd name="T51" fmla="*/ 82 h 227"/>
                <a:gd name="T52" fmla="*/ 14 w 270"/>
                <a:gd name="T53" fmla="*/ 71 h 227"/>
                <a:gd name="T54" fmla="*/ 51 w 270"/>
                <a:gd name="T55" fmla="*/ 11 h 227"/>
                <a:gd name="T56" fmla="*/ 66 w 270"/>
                <a:gd name="T57" fmla="*/ 34 h 227"/>
                <a:gd name="T58" fmla="*/ 58 w 270"/>
                <a:gd name="T59" fmla="*/ 76 h 227"/>
                <a:gd name="T60" fmla="*/ 29 w 270"/>
                <a:gd name="T61" fmla="*/ 1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7">
                  <a:moveTo>
                    <a:pt x="29" y="192"/>
                  </a:moveTo>
                  <a:cubicBezTo>
                    <a:pt x="28" y="199"/>
                    <a:pt x="25" y="211"/>
                    <a:pt x="25" y="213"/>
                  </a:cubicBezTo>
                  <a:cubicBezTo>
                    <a:pt x="25" y="222"/>
                    <a:pt x="32" y="227"/>
                    <a:pt x="39" y="227"/>
                  </a:cubicBezTo>
                  <a:cubicBezTo>
                    <a:pt x="45" y="227"/>
                    <a:pt x="54" y="223"/>
                    <a:pt x="58" y="213"/>
                  </a:cubicBezTo>
                  <a:cubicBezTo>
                    <a:pt x="58" y="212"/>
                    <a:pt x="64" y="188"/>
                    <a:pt x="67" y="176"/>
                  </a:cubicBezTo>
                  <a:lnTo>
                    <a:pt x="78" y="131"/>
                  </a:lnTo>
                  <a:cubicBezTo>
                    <a:pt x="81" y="120"/>
                    <a:pt x="84" y="109"/>
                    <a:pt x="87" y="97"/>
                  </a:cubicBezTo>
                  <a:cubicBezTo>
                    <a:pt x="89" y="89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3"/>
                  </a:cubicBezTo>
                  <a:cubicBezTo>
                    <a:pt x="164" y="174"/>
                    <a:pt x="164" y="180"/>
                    <a:pt x="164" y="186"/>
                  </a:cubicBezTo>
                  <a:cubicBezTo>
                    <a:pt x="164" y="209"/>
                    <a:pt x="181" y="227"/>
                    <a:pt x="205" y="227"/>
                  </a:cubicBezTo>
                  <a:cubicBezTo>
                    <a:pt x="252" y="227"/>
                    <a:pt x="270" y="154"/>
                    <a:pt x="270" y="150"/>
                  </a:cubicBezTo>
                  <a:cubicBezTo>
                    <a:pt x="270" y="145"/>
                    <a:pt x="266" y="145"/>
                    <a:pt x="264" y="145"/>
                  </a:cubicBezTo>
                  <a:cubicBezTo>
                    <a:pt x="259" y="145"/>
                    <a:pt x="259" y="146"/>
                    <a:pt x="257" y="154"/>
                  </a:cubicBezTo>
                  <a:cubicBezTo>
                    <a:pt x="247" y="188"/>
                    <a:pt x="230" y="216"/>
                    <a:pt x="206" y="216"/>
                  </a:cubicBezTo>
                  <a:cubicBezTo>
                    <a:pt x="197" y="216"/>
                    <a:pt x="194" y="211"/>
                    <a:pt x="194" y="199"/>
                  </a:cubicBezTo>
                  <a:cubicBezTo>
                    <a:pt x="194" y="187"/>
                    <a:pt x="198" y="175"/>
                    <a:pt x="203" y="164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61" y="11"/>
                    <a:pt x="66" y="18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37" name="Freeform 259">
              <a:extLst>
                <a:ext uri="{FF2B5EF4-FFF2-40B4-BE49-F238E27FC236}">
                  <a16:creationId xmlns:a16="http://schemas.microsoft.com/office/drawing/2014/main" id="{817A5BD8-C82F-4B66-916B-7A30C2C8A1FF}"/>
                </a:ext>
              </a:extLst>
            </p:cNvPr>
            <p:cNvSpPr>
              <a:spLocks noEditPoints="1"/>
            </p:cNvSpPr>
            <p:nvPr>
              <p:custDataLst>
                <p:tags r:id="rId263"/>
              </p:custDataLst>
            </p:nvPr>
          </p:nvSpPr>
          <p:spPr bwMode="auto">
            <a:xfrm>
              <a:off x="8524912" y="1773238"/>
              <a:ext cx="39688" cy="65088"/>
            </a:xfrm>
            <a:custGeom>
              <a:avLst/>
              <a:gdLst>
                <a:gd name="T0" fmla="*/ 105 w 160"/>
                <a:gd name="T1" fmla="*/ 106 h 239"/>
                <a:gd name="T2" fmla="*/ 149 w 160"/>
                <a:gd name="T3" fmla="*/ 52 h 239"/>
                <a:gd name="T4" fmla="*/ 80 w 160"/>
                <a:gd name="T5" fmla="*/ 0 h 239"/>
                <a:gd name="T6" fmla="*/ 10 w 160"/>
                <a:gd name="T7" fmla="*/ 58 h 239"/>
                <a:gd name="T8" fmla="*/ 24 w 160"/>
                <a:gd name="T9" fmla="*/ 94 h 239"/>
                <a:gd name="T10" fmla="*/ 54 w 160"/>
                <a:gd name="T11" fmla="*/ 115 h 239"/>
                <a:gd name="T12" fmla="*/ 0 w 160"/>
                <a:gd name="T13" fmla="*/ 179 h 239"/>
                <a:gd name="T14" fmla="*/ 80 w 160"/>
                <a:gd name="T15" fmla="*/ 239 h 239"/>
                <a:gd name="T16" fmla="*/ 160 w 160"/>
                <a:gd name="T17" fmla="*/ 173 h 239"/>
                <a:gd name="T18" fmla="*/ 126 w 160"/>
                <a:gd name="T19" fmla="*/ 118 h 239"/>
                <a:gd name="T20" fmla="*/ 105 w 160"/>
                <a:gd name="T21" fmla="*/ 106 h 239"/>
                <a:gd name="T22" fmla="*/ 48 w 160"/>
                <a:gd name="T23" fmla="*/ 73 h 239"/>
                <a:gd name="T24" fmla="*/ 29 w 160"/>
                <a:gd name="T25" fmla="*/ 45 h 239"/>
                <a:gd name="T26" fmla="*/ 80 w 160"/>
                <a:gd name="T27" fmla="*/ 10 h 239"/>
                <a:gd name="T28" fmla="*/ 131 w 160"/>
                <a:gd name="T29" fmla="*/ 52 h 239"/>
                <a:gd name="T30" fmla="*/ 94 w 160"/>
                <a:gd name="T31" fmla="*/ 99 h 239"/>
                <a:gd name="T32" fmla="*/ 90 w 160"/>
                <a:gd name="T33" fmla="*/ 97 h 239"/>
                <a:gd name="T34" fmla="*/ 48 w 160"/>
                <a:gd name="T35" fmla="*/ 73 h 239"/>
                <a:gd name="T36" fmla="*/ 65 w 160"/>
                <a:gd name="T37" fmla="*/ 121 h 239"/>
                <a:gd name="T38" fmla="*/ 113 w 160"/>
                <a:gd name="T39" fmla="*/ 149 h 239"/>
                <a:gd name="T40" fmla="*/ 139 w 160"/>
                <a:gd name="T41" fmla="*/ 185 h 239"/>
                <a:gd name="T42" fmla="*/ 80 w 160"/>
                <a:gd name="T43" fmla="*/ 228 h 239"/>
                <a:gd name="T44" fmla="*/ 20 w 160"/>
                <a:gd name="T45" fmla="*/ 179 h 239"/>
                <a:gd name="T46" fmla="*/ 65 w 160"/>
                <a:gd name="T47" fmla="*/ 121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0" h="239">
                  <a:moveTo>
                    <a:pt x="105" y="106"/>
                  </a:moveTo>
                  <a:cubicBezTo>
                    <a:pt x="132" y="93"/>
                    <a:pt x="149" y="76"/>
                    <a:pt x="149" y="52"/>
                  </a:cubicBezTo>
                  <a:cubicBezTo>
                    <a:pt x="149" y="18"/>
                    <a:pt x="114" y="0"/>
                    <a:pt x="80" y="0"/>
                  </a:cubicBezTo>
                  <a:cubicBezTo>
                    <a:pt x="42" y="0"/>
                    <a:pt x="10" y="25"/>
                    <a:pt x="10" y="58"/>
                  </a:cubicBezTo>
                  <a:cubicBezTo>
                    <a:pt x="10" y="75"/>
                    <a:pt x="18" y="87"/>
                    <a:pt x="24" y="94"/>
                  </a:cubicBezTo>
                  <a:cubicBezTo>
                    <a:pt x="31" y="101"/>
                    <a:pt x="33" y="102"/>
                    <a:pt x="54" y="115"/>
                  </a:cubicBezTo>
                  <a:cubicBezTo>
                    <a:pt x="34" y="123"/>
                    <a:pt x="0" y="142"/>
                    <a:pt x="0" y="179"/>
                  </a:cubicBezTo>
                  <a:cubicBezTo>
                    <a:pt x="0" y="217"/>
                    <a:pt x="40" y="239"/>
                    <a:pt x="80" y="239"/>
                  </a:cubicBezTo>
                  <a:cubicBezTo>
                    <a:pt x="124" y="239"/>
                    <a:pt x="160" y="211"/>
                    <a:pt x="160" y="173"/>
                  </a:cubicBezTo>
                  <a:cubicBezTo>
                    <a:pt x="160" y="150"/>
                    <a:pt x="147" y="130"/>
                    <a:pt x="126" y="118"/>
                  </a:cubicBezTo>
                  <a:cubicBezTo>
                    <a:pt x="122" y="116"/>
                    <a:pt x="110" y="109"/>
                    <a:pt x="105" y="106"/>
                  </a:cubicBezTo>
                  <a:close/>
                  <a:moveTo>
                    <a:pt x="48" y="73"/>
                  </a:moveTo>
                  <a:cubicBezTo>
                    <a:pt x="39" y="67"/>
                    <a:pt x="29" y="58"/>
                    <a:pt x="29" y="45"/>
                  </a:cubicBezTo>
                  <a:cubicBezTo>
                    <a:pt x="29" y="23"/>
                    <a:pt x="54" y="10"/>
                    <a:pt x="80" y="10"/>
                  </a:cubicBezTo>
                  <a:cubicBezTo>
                    <a:pt x="107" y="10"/>
                    <a:pt x="131" y="27"/>
                    <a:pt x="131" y="52"/>
                  </a:cubicBezTo>
                  <a:cubicBezTo>
                    <a:pt x="131" y="83"/>
                    <a:pt x="95" y="99"/>
                    <a:pt x="94" y="99"/>
                  </a:cubicBezTo>
                  <a:cubicBezTo>
                    <a:pt x="93" y="99"/>
                    <a:pt x="92" y="99"/>
                    <a:pt x="90" y="97"/>
                  </a:cubicBezTo>
                  <a:lnTo>
                    <a:pt x="48" y="73"/>
                  </a:lnTo>
                  <a:close/>
                  <a:moveTo>
                    <a:pt x="65" y="121"/>
                  </a:moveTo>
                  <a:lnTo>
                    <a:pt x="113" y="149"/>
                  </a:lnTo>
                  <a:cubicBezTo>
                    <a:pt x="122" y="154"/>
                    <a:pt x="139" y="165"/>
                    <a:pt x="139" y="185"/>
                  </a:cubicBezTo>
                  <a:cubicBezTo>
                    <a:pt x="139" y="211"/>
                    <a:pt x="110" y="228"/>
                    <a:pt x="80" y="228"/>
                  </a:cubicBezTo>
                  <a:cubicBezTo>
                    <a:pt x="48" y="228"/>
                    <a:pt x="20" y="207"/>
                    <a:pt x="20" y="179"/>
                  </a:cubicBezTo>
                  <a:cubicBezTo>
                    <a:pt x="20" y="153"/>
                    <a:pt x="40" y="133"/>
                    <a:pt x="65" y="121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50" name="그룹 449" descr="\documentclass{article}&#10;\usepackage{amsmath}&#10;\pagestyle{empty}&#10;\begin{document}&#10;&#10;$n_9$&#10;&#10;&#10;\end{document}" title="IguanaTex Vector Display">
            <a:extLst>
              <a:ext uri="{FF2B5EF4-FFF2-40B4-BE49-F238E27FC236}">
                <a16:creationId xmlns:a16="http://schemas.microsoft.com/office/drawing/2014/main" id="{783C381C-5736-43FA-959E-0958ADBAC050}"/>
              </a:ext>
            </a:extLst>
          </p:cNvPr>
          <p:cNvGrpSpPr>
            <a:grpSpLocks noChangeAspect="1"/>
          </p:cNvGrpSpPr>
          <p:nvPr>
            <p:custDataLst>
              <p:tags r:id="rId22"/>
            </p:custDataLst>
          </p:nvPr>
        </p:nvGrpSpPr>
        <p:grpSpPr>
          <a:xfrm>
            <a:off x="8724937" y="1755775"/>
            <a:ext cx="106314" cy="68590"/>
            <a:chOff x="8724937" y="1755775"/>
            <a:chExt cx="117476" cy="82551"/>
          </a:xfrm>
        </p:grpSpPr>
        <p:sp>
          <p:nvSpPr>
            <p:cNvPr id="447" name="Freeform 266">
              <a:extLst>
                <a:ext uri="{FF2B5EF4-FFF2-40B4-BE49-F238E27FC236}">
                  <a16:creationId xmlns:a16="http://schemas.microsoft.com/office/drawing/2014/main" id="{BB642E30-14C6-406C-A997-C5434DAB76C1}"/>
                </a:ext>
              </a:extLst>
            </p:cNvPr>
            <p:cNvSpPr>
              <a:spLocks/>
            </p:cNvSpPr>
            <p:nvPr>
              <p:custDataLst>
                <p:tags r:id="rId260"/>
              </p:custDataLst>
            </p:nvPr>
          </p:nvSpPr>
          <p:spPr bwMode="auto">
            <a:xfrm>
              <a:off x="8724937" y="1755775"/>
              <a:ext cx="68263" cy="61913"/>
            </a:xfrm>
            <a:custGeom>
              <a:avLst/>
              <a:gdLst>
                <a:gd name="T0" fmla="*/ 29 w 270"/>
                <a:gd name="T1" fmla="*/ 192 h 227"/>
                <a:gd name="T2" fmla="*/ 25 w 270"/>
                <a:gd name="T3" fmla="*/ 213 h 227"/>
                <a:gd name="T4" fmla="*/ 39 w 270"/>
                <a:gd name="T5" fmla="*/ 227 h 227"/>
                <a:gd name="T6" fmla="*/ 58 w 270"/>
                <a:gd name="T7" fmla="*/ 213 h 227"/>
                <a:gd name="T8" fmla="*/ 67 w 270"/>
                <a:gd name="T9" fmla="*/ 176 h 227"/>
                <a:gd name="T10" fmla="*/ 78 w 270"/>
                <a:gd name="T11" fmla="*/ 131 h 227"/>
                <a:gd name="T12" fmla="*/ 87 w 270"/>
                <a:gd name="T13" fmla="*/ 97 h 227"/>
                <a:gd name="T14" fmla="*/ 93 w 270"/>
                <a:gd name="T15" fmla="*/ 72 h 227"/>
                <a:gd name="T16" fmla="*/ 174 w 270"/>
                <a:gd name="T17" fmla="*/ 11 h 227"/>
                <a:gd name="T18" fmla="*/ 201 w 270"/>
                <a:gd name="T19" fmla="*/ 46 h 227"/>
                <a:gd name="T20" fmla="*/ 169 w 270"/>
                <a:gd name="T21" fmla="*/ 163 h 227"/>
                <a:gd name="T22" fmla="*/ 164 w 270"/>
                <a:gd name="T23" fmla="*/ 186 h 227"/>
                <a:gd name="T24" fmla="*/ 205 w 270"/>
                <a:gd name="T25" fmla="*/ 227 h 227"/>
                <a:gd name="T26" fmla="*/ 270 w 270"/>
                <a:gd name="T27" fmla="*/ 150 h 227"/>
                <a:gd name="T28" fmla="*/ 264 w 270"/>
                <a:gd name="T29" fmla="*/ 145 h 227"/>
                <a:gd name="T30" fmla="*/ 257 w 270"/>
                <a:gd name="T31" fmla="*/ 154 h 227"/>
                <a:gd name="T32" fmla="*/ 206 w 270"/>
                <a:gd name="T33" fmla="*/ 216 h 227"/>
                <a:gd name="T34" fmla="*/ 194 w 270"/>
                <a:gd name="T35" fmla="*/ 199 h 227"/>
                <a:gd name="T36" fmla="*/ 203 w 270"/>
                <a:gd name="T37" fmla="*/ 164 h 227"/>
                <a:gd name="T38" fmla="*/ 233 w 270"/>
                <a:gd name="T39" fmla="*/ 54 h 227"/>
                <a:gd name="T40" fmla="*/ 176 w 270"/>
                <a:gd name="T41" fmla="*/ 0 h 227"/>
                <a:gd name="T42" fmla="*/ 98 w 270"/>
                <a:gd name="T43" fmla="*/ 44 h 227"/>
                <a:gd name="T44" fmla="*/ 52 w 270"/>
                <a:gd name="T45" fmla="*/ 0 h 227"/>
                <a:gd name="T46" fmla="*/ 15 w 270"/>
                <a:gd name="T47" fmla="*/ 29 h 227"/>
                <a:gd name="T48" fmla="*/ 0 w 270"/>
                <a:gd name="T49" fmla="*/ 77 h 227"/>
                <a:gd name="T50" fmla="*/ 6 w 270"/>
                <a:gd name="T51" fmla="*/ 82 h 227"/>
                <a:gd name="T52" fmla="*/ 14 w 270"/>
                <a:gd name="T53" fmla="*/ 71 h 227"/>
                <a:gd name="T54" fmla="*/ 51 w 270"/>
                <a:gd name="T55" fmla="*/ 11 h 227"/>
                <a:gd name="T56" fmla="*/ 66 w 270"/>
                <a:gd name="T57" fmla="*/ 34 h 227"/>
                <a:gd name="T58" fmla="*/ 58 w 270"/>
                <a:gd name="T59" fmla="*/ 76 h 227"/>
                <a:gd name="T60" fmla="*/ 29 w 270"/>
                <a:gd name="T61" fmla="*/ 1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7">
                  <a:moveTo>
                    <a:pt x="29" y="192"/>
                  </a:moveTo>
                  <a:cubicBezTo>
                    <a:pt x="28" y="199"/>
                    <a:pt x="25" y="211"/>
                    <a:pt x="25" y="213"/>
                  </a:cubicBezTo>
                  <a:cubicBezTo>
                    <a:pt x="25" y="222"/>
                    <a:pt x="32" y="227"/>
                    <a:pt x="39" y="227"/>
                  </a:cubicBezTo>
                  <a:cubicBezTo>
                    <a:pt x="45" y="227"/>
                    <a:pt x="54" y="223"/>
                    <a:pt x="58" y="213"/>
                  </a:cubicBezTo>
                  <a:cubicBezTo>
                    <a:pt x="58" y="212"/>
                    <a:pt x="64" y="188"/>
                    <a:pt x="67" y="176"/>
                  </a:cubicBezTo>
                  <a:lnTo>
                    <a:pt x="78" y="131"/>
                  </a:lnTo>
                  <a:cubicBezTo>
                    <a:pt x="81" y="120"/>
                    <a:pt x="84" y="109"/>
                    <a:pt x="87" y="97"/>
                  </a:cubicBezTo>
                  <a:cubicBezTo>
                    <a:pt x="89" y="89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3"/>
                  </a:cubicBezTo>
                  <a:cubicBezTo>
                    <a:pt x="164" y="174"/>
                    <a:pt x="164" y="180"/>
                    <a:pt x="164" y="186"/>
                  </a:cubicBezTo>
                  <a:cubicBezTo>
                    <a:pt x="164" y="209"/>
                    <a:pt x="181" y="227"/>
                    <a:pt x="205" y="227"/>
                  </a:cubicBezTo>
                  <a:cubicBezTo>
                    <a:pt x="252" y="227"/>
                    <a:pt x="270" y="154"/>
                    <a:pt x="270" y="150"/>
                  </a:cubicBezTo>
                  <a:cubicBezTo>
                    <a:pt x="270" y="145"/>
                    <a:pt x="266" y="145"/>
                    <a:pt x="264" y="145"/>
                  </a:cubicBezTo>
                  <a:cubicBezTo>
                    <a:pt x="259" y="145"/>
                    <a:pt x="259" y="146"/>
                    <a:pt x="257" y="154"/>
                  </a:cubicBezTo>
                  <a:cubicBezTo>
                    <a:pt x="247" y="188"/>
                    <a:pt x="230" y="216"/>
                    <a:pt x="206" y="216"/>
                  </a:cubicBezTo>
                  <a:cubicBezTo>
                    <a:pt x="197" y="216"/>
                    <a:pt x="194" y="211"/>
                    <a:pt x="194" y="199"/>
                  </a:cubicBezTo>
                  <a:cubicBezTo>
                    <a:pt x="194" y="187"/>
                    <a:pt x="198" y="175"/>
                    <a:pt x="203" y="164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61" y="11"/>
                    <a:pt x="66" y="18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48" name="Freeform 267">
              <a:extLst>
                <a:ext uri="{FF2B5EF4-FFF2-40B4-BE49-F238E27FC236}">
                  <a16:creationId xmlns:a16="http://schemas.microsoft.com/office/drawing/2014/main" id="{94B2BA31-240B-4E88-B264-FFFC561287E7}"/>
                </a:ext>
              </a:extLst>
            </p:cNvPr>
            <p:cNvSpPr>
              <a:spLocks noEditPoints="1"/>
            </p:cNvSpPr>
            <p:nvPr>
              <p:custDataLst>
                <p:tags r:id="rId261"/>
              </p:custDataLst>
            </p:nvPr>
          </p:nvSpPr>
          <p:spPr bwMode="auto">
            <a:xfrm>
              <a:off x="8802725" y="1773238"/>
              <a:ext cx="39688" cy="65088"/>
            </a:xfrm>
            <a:custGeom>
              <a:avLst/>
              <a:gdLst>
                <a:gd name="T0" fmla="*/ 127 w 160"/>
                <a:gd name="T1" fmla="*/ 128 h 239"/>
                <a:gd name="T2" fmla="*/ 63 w 160"/>
                <a:gd name="T3" fmla="*/ 228 h 239"/>
                <a:gd name="T4" fmla="*/ 27 w 160"/>
                <a:gd name="T5" fmla="*/ 216 h 239"/>
                <a:gd name="T6" fmla="*/ 43 w 160"/>
                <a:gd name="T7" fmla="*/ 200 h 239"/>
                <a:gd name="T8" fmla="*/ 26 w 160"/>
                <a:gd name="T9" fmla="*/ 183 h 239"/>
                <a:gd name="T10" fmla="*/ 9 w 160"/>
                <a:gd name="T11" fmla="*/ 201 h 239"/>
                <a:gd name="T12" fmla="*/ 63 w 160"/>
                <a:gd name="T13" fmla="*/ 239 h 239"/>
                <a:gd name="T14" fmla="*/ 160 w 160"/>
                <a:gd name="T15" fmla="*/ 117 h 239"/>
                <a:gd name="T16" fmla="*/ 81 w 160"/>
                <a:gd name="T17" fmla="*/ 0 h 239"/>
                <a:gd name="T18" fmla="*/ 25 w 160"/>
                <a:gd name="T19" fmla="*/ 21 h 239"/>
                <a:gd name="T20" fmla="*/ 0 w 160"/>
                <a:gd name="T21" fmla="*/ 78 h 239"/>
                <a:gd name="T22" fmla="*/ 76 w 160"/>
                <a:gd name="T23" fmla="*/ 155 h 239"/>
                <a:gd name="T24" fmla="*/ 127 w 160"/>
                <a:gd name="T25" fmla="*/ 121 h 239"/>
                <a:gd name="T26" fmla="*/ 127 w 160"/>
                <a:gd name="T27" fmla="*/ 128 h 239"/>
                <a:gd name="T28" fmla="*/ 77 w 160"/>
                <a:gd name="T29" fmla="*/ 145 h 239"/>
                <a:gd name="T30" fmla="*/ 41 w 160"/>
                <a:gd name="T31" fmla="*/ 125 h 239"/>
                <a:gd name="T32" fmla="*/ 33 w 160"/>
                <a:gd name="T33" fmla="*/ 78 h 239"/>
                <a:gd name="T34" fmla="*/ 43 w 160"/>
                <a:gd name="T35" fmla="*/ 30 h 239"/>
                <a:gd name="T36" fmla="*/ 81 w 160"/>
                <a:gd name="T37" fmla="*/ 10 h 239"/>
                <a:gd name="T38" fmla="*/ 115 w 160"/>
                <a:gd name="T39" fmla="*/ 30 h 239"/>
                <a:gd name="T40" fmla="*/ 126 w 160"/>
                <a:gd name="T41" fmla="*/ 82 h 239"/>
                <a:gd name="T42" fmla="*/ 77 w 160"/>
                <a:gd name="T43" fmla="*/ 145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0" h="239">
                  <a:moveTo>
                    <a:pt x="127" y="128"/>
                  </a:moveTo>
                  <a:cubicBezTo>
                    <a:pt x="127" y="215"/>
                    <a:pt x="84" y="228"/>
                    <a:pt x="63" y="228"/>
                  </a:cubicBezTo>
                  <a:cubicBezTo>
                    <a:pt x="55" y="228"/>
                    <a:pt x="37" y="227"/>
                    <a:pt x="27" y="216"/>
                  </a:cubicBezTo>
                  <a:cubicBezTo>
                    <a:pt x="41" y="215"/>
                    <a:pt x="43" y="203"/>
                    <a:pt x="43" y="200"/>
                  </a:cubicBezTo>
                  <a:cubicBezTo>
                    <a:pt x="43" y="191"/>
                    <a:pt x="37" y="183"/>
                    <a:pt x="26" y="183"/>
                  </a:cubicBezTo>
                  <a:cubicBezTo>
                    <a:pt x="16" y="183"/>
                    <a:pt x="9" y="190"/>
                    <a:pt x="9" y="201"/>
                  </a:cubicBezTo>
                  <a:cubicBezTo>
                    <a:pt x="9" y="224"/>
                    <a:pt x="29" y="239"/>
                    <a:pt x="63" y="239"/>
                  </a:cubicBezTo>
                  <a:cubicBezTo>
                    <a:pt x="113" y="239"/>
                    <a:pt x="160" y="192"/>
                    <a:pt x="160" y="117"/>
                  </a:cubicBezTo>
                  <a:cubicBezTo>
                    <a:pt x="160" y="30"/>
                    <a:pt x="122" y="0"/>
                    <a:pt x="81" y="0"/>
                  </a:cubicBezTo>
                  <a:cubicBezTo>
                    <a:pt x="69" y="0"/>
                    <a:pt x="45" y="2"/>
                    <a:pt x="25" y="21"/>
                  </a:cubicBezTo>
                  <a:cubicBezTo>
                    <a:pt x="14" y="33"/>
                    <a:pt x="0" y="47"/>
                    <a:pt x="0" y="78"/>
                  </a:cubicBezTo>
                  <a:cubicBezTo>
                    <a:pt x="0" y="122"/>
                    <a:pt x="35" y="155"/>
                    <a:pt x="76" y="155"/>
                  </a:cubicBezTo>
                  <a:cubicBezTo>
                    <a:pt x="104" y="155"/>
                    <a:pt x="119" y="137"/>
                    <a:pt x="127" y="121"/>
                  </a:cubicBezTo>
                  <a:lnTo>
                    <a:pt x="127" y="128"/>
                  </a:lnTo>
                  <a:close/>
                  <a:moveTo>
                    <a:pt x="77" y="145"/>
                  </a:moveTo>
                  <a:cubicBezTo>
                    <a:pt x="64" y="145"/>
                    <a:pt x="51" y="141"/>
                    <a:pt x="41" y="125"/>
                  </a:cubicBezTo>
                  <a:cubicBezTo>
                    <a:pt x="33" y="112"/>
                    <a:pt x="33" y="97"/>
                    <a:pt x="33" y="78"/>
                  </a:cubicBezTo>
                  <a:cubicBezTo>
                    <a:pt x="33" y="58"/>
                    <a:pt x="33" y="44"/>
                    <a:pt x="43" y="30"/>
                  </a:cubicBezTo>
                  <a:cubicBezTo>
                    <a:pt x="52" y="18"/>
                    <a:pt x="63" y="10"/>
                    <a:pt x="81" y="10"/>
                  </a:cubicBezTo>
                  <a:cubicBezTo>
                    <a:pt x="99" y="10"/>
                    <a:pt x="110" y="21"/>
                    <a:pt x="115" y="30"/>
                  </a:cubicBezTo>
                  <a:cubicBezTo>
                    <a:pt x="125" y="45"/>
                    <a:pt x="126" y="70"/>
                    <a:pt x="126" y="82"/>
                  </a:cubicBezTo>
                  <a:cubicBezTo>
                    <a:pt x="126" y="127"/>
                    <a:pt x="99" y="145"/>
                    <a:pt x="77" y="14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61" name="그룹 460" descr="\documentclass{article}&#10;\usepackage{amsmath}&#10;\pagestyle{empty}&#10;\begin{document}&#10;&#10;$n_2$&#10;&#10;&#10;\end{document}" title="IguanaTex Vector Display">
            <a:extLst>
              <a:ext uri="{FF2B5EF4-FFF2-40B4-BE49-F238E27FC236}">
                <a16:creationId xmlns:a16="http://schemas.microsoft.com/office/drawing/2014/main" id="{33C2561A-A5BB-4A0B-B6CD-8B583CC1853F}"/>
              </a:ext>
            </a:extLst>
          </p:cNvPr>
          <p:cNvGrpSpPr>
            <a:grpSpLocks noChangeAspect="1"/>
          </p:cNvGrpSpPr>
          <p:nvPr>
            <p:custDataLst>
              <p:tags r:id="rId23"/>
            </p:custDataLst>
          </p:nvPr>
        </p:nvGrpSpPr>
        <p:grpSpPr>
          <a:xfrm>
            <a:off x="7840629" y="1416050"/>
            <a:ext cx="105628" cy="67218"/>
            <a:chOff x="7840629" y="1416050"/>
            <a:chExt cx="114300" cy="77788"/>
          </a:xfrm>
        </p:grpSpPr>
        <p:sp>
          <p:nvSpPr>
            <p:cNvPr id="458" name="Freeform 274">
              <a:extLst>
                <a:ext uri="{FF2B5EF4-FFF2-40B4-BE49-F238E27FC236}">
                  <a16:creationId xmlns:a16="http://schemas.microsoft.com/office/drawing/2014/main" id="{8EA0B6EC-6F48-4DF5-B39C-D4794044DE35}"/>
                </a:ext>
              </a:extLst>
            </p:cNvPr>
            <p:cNvSpPr>
              <a:spLocks/>
            </p:cNvSpPr>
            <p:nvPr>
              <p:custDataLst>
                <p:tags r:id="rId258"/>
              </p:custDataLst>
            </p:nvPr>
          </p:nvSpPr>
          <p:spPr bwMode="auto">
            <a:xfrm>
              <a:off x="7840629" y="1416050"/>
              <a:ext cx="66675" cy="58738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2 h 226"/>
                <a:gd name="T4" fmla="*/ 39 w 270"/>
                <a:gd name="T5" fmla="*/ 226 h 226"/>
                <a:gd name="T6" fmla="*/ 57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6 w 270"/>
                <a:gd name="T13" fmla="*/ 97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7 w 270"/>
                <a:gd name="T31" fmla="*/ 153 h 226"/>
                <a:gd name="T32" fmla="*/ 206 w 270"/>
                <a:gd name="T33" fmla="*/ 215 h 226"/>
                <a:gd name="T34" fmla="*/ 194 w 270"/>
                <a:gd name="T35" fmla="*/ 198 h 226"/>
                <a:gd name="T36" fmla="*/ 203 w 270"/>
                <a:gd name="T37" fmla="*/ 163 h 226"/>
                <a:gd name="T38" fmla="*/ 233 w 270"/>
                <a:gd name="T39" fmla="*/ 53 h 226"/>
                <a:gd name="T40" fmla="*/ 176 w 270"/>
                <a:gd name="T41" fmla="*/ 0 h 226"/>
                <a:gd name="T42" fmla="*/ 98 w 270"/>
                <a:gd name="T43" fmla="*/ 43 h 226"/>
                <a:gd name="T44" fmla="*/ 52 w 270"/>
                <a:gd name="T45" fmla="*/ 0 h 226"/>
                <a:gd name="T46" fmla="*/ 15 w 270"/>
                <a:gd name="T47" fmla="*/ 28 h 226"/>
                <a:gd name="T48" fmla="*/ 0 w 270"/>
                <a:gd name="T49" fmla="*/ 77 h 226"/>
                <a:gd name="T50" fmla="*/ 6 w 270"/>
                <a:gd name="T51" fmla="*/ 82 h 226"/>
                <a:gd name="T52" fmla="*/ 14 w 270"/>
                <a:gd name="T53" fmla="*/ 70 h 226"/>
                <a:gd name="T54" fmla="*/ 50 w 270"/>
                <a:gd name="T55" fmla="*/ 11 h 226"/>
                <a:gd name="T56" fmla="*/ 66 w 270"/>
                <a:gd name="T57" fmla="*/ 34 h 226"/>
                <a:gd name="T58" fmla="*/ 58 w 270"/>
                <a:gd name="T59" fmla="*/ 76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2" y="226"/>
                    <a:pt x="39" y="226"/>
                  </a:cubicBezTo>
                  <a:cubicBezTo>
                    <a:pt x="45" y="226"/>
                    <a:pt x="54" y="222"/>
                    <a:pt x="57" y="212"/>
                  </a:cubicBezTo>
                  <a:cubicBezTo>
                    <a:pt x="58" y="211"/>
                    <a:pt x="64" y="187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6" y="97"/>
                  </a:cubicBezTo>
                  <a:cubicBezTo>
                    <a:pt x="88" y="88"/>
                    <a:pt x="92" y="74"/>
                    <a:pt x="93" y="72"/>
                  </a:cubicBezTo>
                  <a:cubicBezTo>
                    <a:pt x="100" y="56"/>
                    <a:pt x="127" y="11"/>
                    <a:pt x="174" y="11"/>
                  </a:cubicBezTo>
                  <a:cubicBezTo>
                    <a:pt x="197" y="11"/>
                    <a:pt x="201" y="29"/>
                    <a:pt x="201" y="46"/>
                  </a:cubicBezTo>
                  <a:cubicBezTo>
                    <a:pt x="201" y="77"/>
                    <a:pt x="177" y="140"/>
                    <a:pt x="169" y="162"/>
                  </a:cubicBezTo>
                  <a:cubicBezTo>
                    <a:pt x="164" y="173"/>
                    <a:pt x="164" y="179"/>
                    <a:pt x="164" y="185"/>
                  </a:cubicBezTo>
                  <a:cubicBezTo>
                    <a:pt x="164" y="208"/>
                    <a:pt x="181" y="226"/>
                    <a:pt x="205" y="226"/>
                  </a:cubicBezTo>
                  <a:cubicBezTo>
                    <a:pt x="252" y="226"/>
                    <a:pt x="270" y="153"/>
                    <a:pt x="270" y="149"/>
                  </a:cubicBezTo>
                  <a:cubicBezTo>
                    <a:pt x="270" y="144"/>
                    <a:pt x="266" y="144"/>
                    <a:pt x="264" y="144"/>
                  </a:cubicBezTo>
                  <a:cubicBezTo>
                    <a:pt x="259" y="144"/>
                    <a:pt x="259" y="145"/>
                    <a:pt x="257" y="153"/>
                  </a:cubicBezTo>
                  <a:cubicBezTo>
                    <a:pt x="247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8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7"/>
                    <a:pt x="233" y="82"/>
                    <a:pt x="233" y="53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6" y="32"/>
                    <a:pt x="98" y="43"/>
                  </a:cubicBezTo>
                  <a:cubicBezTo>
                    <a:pt x="95" y="15"/>
                    <a:pt x="75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7" y="45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0"/>
                  </a:cubicBezTo>
                  <a:cubicBezTo>
                    <a:pt x="23" y="35"/>
                    <a:pt x="33" y="11"/>
                    <a:pt x="50" y="11"/>
                  </a:cubicBezTo>
                  <a:cubicBezTo>
                    <a:pt x="60" y="11"/>
                    <a:pt x="66" y="17"/>
                    <a:pt x="66" y="34"/>
                  </a:cubicBezTo>
                  <a:cubicBezTo>
                    <a:pt x="66" y="44"/>
                    <a:pt x="64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59" name="Freeform 275">
              <a:extLst>
                <a:ext uri="{FF2B5EF4-FFF2-40B4-BE49-F238E27FC236}">
                  <a16:creationId xmlns:a16="http://schemas.microsoft.com/office/drawing/2014/main" id="{00455BD3-D977-46AC-8A9C-C7CE877CB6F1}"/>
                </a:ext>
              </a:extLst>
            </p:cNvPr>
            <p:cNvSpPr>
              <a:spLocks/>
            </p:cNvSpPr>
            <p:nvPr>
              <p:custDataLst>
                <p:tags r:id="rId259"/>
              </p:custDataLst>
            </p:nvPr>
          </p:nvSpPr>
          <p:spPr bwMode="auto">
            <a:xfrm>
              <a:off x="7916829" y="1431925"/>
              <a:ext cx="38100" cy="61913"/>
            </a:xfrm>
            <a:custGeom>
              <a:avLst/>
              <a:gdLst>
                <a:gd name="T0" fmla="*/ 155 w 155"/>
                <a:gd name="T1" fmla="*/ 169 h 232"/>
                <a:gd name="T2" fmla="*/ 143 w 155"/>
                <a:gd name="T3" fmla="*/ 169 h 232"/>
                <a:gd name="T4" fmla="*/ 134 w 155"/>
                <a:gd name="T5" fmla="*/ 200 h 232"/>
                <a:gd name="T6" fmla="*/ 99 w 155"/>
                <a:gd name="T7" fmla="*/ 202 h 232"/>
                <a:gd name="T8" fmla="*/ 35 w 155"/>
                <a:gd name="T9" fmla="*/ 202 h 232"/>
                <a:gd name="T10" fmla="*/ 105 w 155"/>
                <a:gd name="T11" fmla="*/ 144 h 232"/>
                <a:gd name="T12" fmla="*/ 155 w 155"/>
                <a:gd name="T13" fmla="*/ 68 h 232"/>
                <a:gd name="T14" fmla="*/ 73 w 155"/>
                <a:gd name="T15" fmla="*/ 0 h 232"/>
                <a:gd name="T16" fmla="*/ 0 w 155"/>
                <a:gd name="T17" fmla="*/ 63 h 232"/>
                <a:gd name="T18" fmla="*/ 19 w 155"/>
                <a:gd name="T19" fmla="*/ 82 h 232"/>
                <a:gd name="T20" fmla="*/ 37 w 155"/>
                <a:gd name="T21" fmla="*/ 64 h 232"/>
                <a:gd name="T22" fmla="*/ 17 w 155"/>
                <a:gd name="T23" fmla="*/ 45 h 232"/>
                <a:gd name="T24" fmla="*/ 68 w 155"/>
                <a:gd name="T25" fmla="*/ 13 h 232"/>
                <a:gd name="T26" fmla="*/ 121 w 155"/>
                <a:gd name="T27" fmla="*/ 68 h 232"/>
                <a:gd name="T28" fmla="*/ 88 w 155"/>
                <a:gd name="T29" fmla="*/ 135 h 232"/>
                <a:gd name="T30" fmla="*/ 4 w 155"/>
                <a:gd name="T31" fmla="*/ 219 h 232"/>
                <a:gd name="T32" fmla="*/ 0 w 155"/>
                <a:gd name="T33" fmla="*/ 232 h 232"/>
                <a:gd name="T34" fmla="*/ 144 w 155"/>
                <a:gd name="T35" fmla="*/ 232 h 232"/>
                <a:gd name="T36" fmla="*/ 155 w 155"/>
                <a:gd name="T37" fmla="*/ 169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5" h="232">
                  <a:moveTo>
                    <a:pt x="155" y="169"/>
                  </a:moveTo>
                  <a:lnTo>
                    <a:pt x="143" y="169"/>
                  </a:lnTo>
                  <a:cubicBezTo>
                    <a:pt x="142" y="176"/>
                    <a:pt x="138" y="197"/>
                    <a:pt x="134" y="200"/>
                  </a:cubicBezTo>
                  <a:cubicBezTo>
                    <a:pt x="131" y="202"/>
                    <a:pt x="104" y="202"/>
                    <a:pt x="99" y="202"/>
                  </a:cubicBezTo>
                  <a:lnTo>
                    <a:pt x="35" y="202"/>
                  </a:lnTo>
                  <a:cubicBezTo>
                    <a:pt x="72" y="170"/>
                    <a:pt x="84" y="160"/>
                    <a:pt x="105" y="144"/>
                  </a:cubicBezTo>
                  <a:cubicBezTo>
                    <a:pt x="131" y="123"/>
                    <a:pt x="155" y="102"/>
                    <a:pt x="155" y="68"/>
                  </a:cubicBezTo>
                  <a:cubicBezTo>
                    <a:pt x="155" y="26"/>
                    <a:pt x="118" y="0"/>
                    <a:pt x="73" y="0"/>
                  </a:cubicBezTo>
                  <a:cubicBezTo>
                    <a:pt x="30" y="0"/>
                    <a:pt x="0" y="31"/>
                    <a:pt x="0" y="63"/>
                  </a:cubicBezTo>
                  <a:cubicBezTo>
                    <a:pt x="0" y="81"/>
                    <a:pt x="15" y="82"/>
                    <a:pt x="19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8"/>
                    <a:pt x="35" y="45"/>
                    <a:pt x="17" y="45"/>
                  </a:cubicBezTo>
                  <a:cubicBezTo>
                    <a:pt x="28" y="21"/>
                    <a:pt x="51" y="13"/>
                    <a:pt x="68" y="13"/>
                  </a:cubicBezTo>
                  <a:cubicBezTo>
                    <a:pt x="103" y="13"/>
                    <a:pt x="121" y="40"/>
                    <a:pt x="121" y="68"/>
                  </a:cubicBezTo>
                  <a:cubicBezTo>
                    <a:pt x="121" y="99"/>
                    <a:pt x="99" y="123"/>
                    <a:pt x="88" y="135"/>
                  </a:cubicBezTo>
                  <a:lnTo>
                    <a:pt x="4" y="219"/>
                  </a:lnTo>
                  <a:cubicBezTo>
                    <a:pt x="0" y="222"/>
                    <a:pt x="0" y="222"/>
                    <a:pt x="0" y="232"/>
                  </a:cubicBezTo>
                  <a:lnTo>
                    <a:pt x="144" y="232"/>
                  </a:lnTo>
                  <a:lnTo>
                    <a:pt x="155" y="16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72" name="그룹 471" descr="\documentclass{article}&#10;\usepackage{amsmath}&#10;\pagestyle{empty}&#10;\begin{document}&#10;&#10;$n_0$&#10;&#10;&#10;\end{document}" title="IguanaTex Vector Display">
            <a:extLst>
              <a:ext uri="{FF2B5EF4-FFF2-40B4-BE49-F238E27FC236}">
                <a16:creationId xmlns:a16="http://schemas.microsoft.com/office/drawing/2014/main" id="{217716ED-2895-4199-AD45-94AC2F1B7063}"/>
              </a:ext>
            </a:extLst>
          </p:cNvPr>
          <p:cNvGrpSpPr>
            <a:grpSpLocks noChangeAspect="1"/>
          </p:cNvGrpSpPr>
          <p:nvPr>
            <p:custDataLst>
              <p:tags r:id="rId24"/>
            </p:custDataLst>
          </p:nvPr>
        </p:nvGrpSpPr>
        <p:grpSpPr>
          <a:xfrm>
            <a:off x="8401015" y="828675"/>
            <a:ext cx="106314" cy="68590"/>
            <a:chOff x="8401015" y="828675"/>
            <a:chExt cx="117475" cy="80963"/>
          </a:xfrm>
        </p:grpSpPr>
        <p:sp>
          <p:nvSpPr>
            <p:cNvPr id="469" name="Freeform 282">
              <a:extLst>
                <a:ext uri="{FF2B5EF4-FFF2-40B4-BE49-F238E27FC236}">
                  <a16:creationId xmlns:a16="http://schemas.microsoft.com/office/drawing/2014/main" id="{D8B75C61-3651-46B1-B3BF-D9CC77397426}"/>
                </a:ext>
              </a:extLst>
            </p:cNvPr>
            <p:cNvSpPr>
              <a:spLocks/>
            </p:cNvSpPr>
            <p:nvPr>
              <p:custDataLst>
                <p:tags r:id="rId256"/>
              </p:custDataLst>
            </p:nvPr>
          </p:nvSpPr>
          <p:spPr bwMode="auto">
            <a:xfrm>
              <a:off x="8401015" y="828675"/>
              <a:ext cx="68263" cy="60325"/>
            </a:xfrm>
            <a:custGeom>
              <a:avLst/>
              <a:gdLst>
                <a:gd name="T0" fmla="*/ 29 w 270"/>
                <a:gd name="T1" fmla="*/ 192 h 227"/>
                <a:gd name="T2" fmla="*/ 25 w 270"/>
                <a:gd name="T3" fmla="*/ 213 h 227"/>
                <a:gd name="T4" fmla="*/ 39 w 270"/>
                <a:gd name="T5" fmla="*/ 227 h 227"/>
                <a:gd name="T6" fmla="*/ 58 w 270"/>
                <a:gd name="T7" fmla="*/ 213 h 227"/>
                <a:gd name="T8" fmla="*/ 67 w 270"/>
                <a:gd name="T9" fmla="*/ 176 h 227"/>
                <a:gd name="T10" fmla="*/ 78 w 270"/>
                <a:gd name="T11" fmla="*/ 131 h 227"/>
                <a:gd name="T12" fmla="*/ 87 w 270"/>
                <a:gd name="T13" fmla="*/ 97 h 227"/>
                <a:gd name="T14" fmla="*/ 93 w 270"/>
                <a:gd name="T15" fmla="*/ 72 h 227"/>
                <a:gd name="T16" fmla="*/ 174 w 270"/>
                <a:gd name="T17" fmla="*/ 11 h 227"/>
                <a:gd name="T18" fmla="*/ 201 w 270"/>
                <a:gd name="T19" fmla="*/ 46 h 227"/>
                <a:gd name="T20" fmla="*/ 169 w 270"/>
                <a:gd name="T21" fmla="*/ 163 h 227"/>
                <a:gd name="T22" fmla="*/ 164 w 270"/>
                <a:gd name="T23" fmla="*/ 186 h 227"/>
                <a:gd name="T24" fmla="*/ 205 w 270"/>
                <a:gd name="T25" fmla="*/ 227 h 227"/>
                <a:gd name="T26" fmla="*/ 270 w 270"/>
                <a:gd name="T27" fmla="*/ 150 h 227"/>
                <a:gd name="T28" fmla="*/ 264 w 270"/>
                <a:gd name="T29" fmla="*/ 145 h 227"/>
                <a:gd name="T30" fmla="*/ 257 w 270"/>
                <a:gd name="T31" fmla="*/ 154 h 227"/>
                <a:gd name="T32" fmla="*/ 206 w 270"/>
                <a:gd name="T33" fmla="*/ 216 h 227"/>
                <a:gd name="T34" fmla="*/ 194 w 270"/>
                <a:gd name="T35" fmla="*/ 199 h 227"/>
                <a:gd name="T36" fmla="*/ 203 w 270"/>
                <a:gd name="T37" fmla="*/ 164 h 227"/>
                <a:gd name="T38" fmla="*/ 233 w 270"/>
                <a:gd name="T39" fmla="*/ 54 h 227"/>
                <a:gd name="T40" fmla="*/ 176 w 270"/>
                <a:gd name="T41" fmla="*/ 0 h 227"/>
                <a:gd name="T42" fmla="*/ 98 w 270"/>
                <a:gd name="T43" fmla="*/ 44 h 227"/>
                <a:gd name="T44" fmla="*/ 52 w 270"/>
                <a:gd name="T45" fmla="*/ 0 h 227"/>
                <a:gd name="T46" fmla="*/ 15 w 270"/>
                <a:gd name="T47" fmla="*/ 29 h 227"/>
                <a:gd name="T48" fmla="*/ 0 w 270"/>
                <a:gd name="T49" fmla="*/ 77 h 227"/>
                <a:gd name="T50" fmla="*/ 6 w 270"/>
                <a:gd name="T51" fmla="*/ 82 h 227"/>
                <a:gd name="T52" fmla="*/ 14 w 270"/>
                <a:gd name="T53" fmla="*/ 71 h 227"/>
                <a:gd name="T54" fmla="*/ 51 w 270"/>
                <a:gd name="T55" fmla="*/ 11 h 227"/>
                <a:gd name="T56" fmla="*/ 66 w 270"/>
                <a:gd name="T57" fmla="*/ 34 h 227"/>
                <a:gd name="T58" fmla="*/ 58 w 270"/>
                <a:gd name="T59" fmla="*/ 76 h 227"/>
                <a:gd name="T60" fmla="*/ 29 w 270"/>
                <a:gd name="T61" fmla="*/ 1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7">
                  <a:moveTo>
                    <a:pt x="29" y="192"/>
                  </a:moveTo>
                  <a:cubicBezTo>
                    <a:pt x="28" y="199"/>
                    <a:pt x="25" y="211"/>
                    <a:pt x="25" y="213"/>
                  </a:cubicBezTo>
                  <a:cubicBezTo>
                    <a:pt x="25" y="222"/>
                    <a:pt x="32" y="227"/>
                    <a:pt x="39" y="227"/>
                  </a:cubicBezTo>
                  <a:cubicBezTo>
                    <a:pt x="45" y="227"/>
                    <a:pt x="54" y="223"/>
                    <a:pt x="58" y="213"/>
                  </a:cubicBezTo>
                  <a:cubicBezTo>
                    <a:pt x="58" y="212"/>
                    <a:pt x="64" y="188"/>
                    <a:pt x="67" y="176"/>
                  </a:cubicBezTo>
                  <a:lnTo>
                    <a:pt x="78" y="131"/>
                  </a:lnTo>
                  <a:cubicBezTo>
                    <a:pt x="81" y="120"/>
                    <a:pt x="84" y="109"/>
                    <a:pt x="87" y="97"/>
                  </a:cubicBezTo>
                  <a:cubicBezTo>
                    <a:pt x="89" y="89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3"/>
                  </a:cubicBezTo>
                  <a:cubicBezTo>
                    <a:pt x="164" y="174"/>
                    <a:pt x="164" y="180"/>
                    <a:pt x="164" y="186"/>
                  </a:cubicBezTo>
                  <a:cubicBezTo>
                    <a:pt x="164" y="209"/>
                    <a:pt x="181" y="227"/>
                    <a:pt x="205" y="227"/>
                  </a:cubicBezTo>
                  <a:cubicBezTo>
                    <a:pt x="252" y="227"/>
                    <a:pt x="270" y="154"/>
                    <a:pt x="270" y="150"/>
                  </a:cubicBezTo>
                  <a:cubicBezTo>
                    <a:pt x="270" y="145"/>
                    <a:pt x="266" y="145"/>
                    <a:pt x="264" y="145"/>
                  </a:cubicBezTo>
                  <a:cubicBezTo>
                    <a:pt x="259" y="145"/>
                    <a:pt x="259" y="146"/>
                    <a:pt x="257" y="154"/>
                  </a:cubicBezTo>
                  <a:cubicBezTo>
                    <a:pt x="247" y="188"/>
                    <a:pt x="230" y="216"/>
                    <a:pt x="206" y="216"/>
                  </a:cubicBezTo>
                  <a:cubicBezTo>
                    <a:pt x="197" y="216"/>
                    <a:pt x="194" y="211"/>
                    <a:pt x="194" y="199"/>
                  </a:cubicBezTo>
                  <a:cubicBezTo>
                    <a:pt x="194" y="187"/>
                    <a:pt x="198" y="175"/>
                    <a:pt x="203" y="164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61" y="11"/>
                    <a:pt x="66" y="18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70" name="Freeform 283">
              <a:extLst>
                <a:ext uri="{FF2B5EF4-FFF2-40B4-BE49-F238E27FC236}">
                  <a16:creationId xmlns:a16="http://schemas.microsoft.com/office/drawing/2014/main" id="{16115B87-E873-4119-B316-772D9F91A465}"/>
                </a:ext>
              </a:extLst>
            </p:cNvPr>
            <p:cNvSpPr>
              <a:spLocks noEditPoints="1"/>
            </p:cNvSpPr>
            <p:nvPr>
              <p:custDataLst>
                <p:tags r:id="rId257"/>
              </p:custDataLst>
            </p:nvPr>
          </p:nvSpPr>
          <p:spPr bwMode="auto">
            <a:xfrm>
              <a:off x="8477215" y="846138"/>
              <a:ext cx="41275" cy="63500"/>
            </a:xfrm>
            <a:custGeom>
              <a:avLst/>
              <a:gdLst>
                <a:gd name="T0" fmla="*/ 162 w 162"/>
                <a:gd name="T1" fmla="*/ 121 h 239"/>
                <a:gd name="T2" fmla="*/ 141 w 162"/>
                <a:gd name="T3" fmla="*/ 30 h 239"/>
                <a:gd name="T4" fmla="*/ 81 w 162"/>
                <a:gd name="T5" fmla="*/ 0 h 239"/>
                <a:gd name="T6" fmla="*/ 0 w 162"/>
                <a:gd name="T7" fmla="*/ 121 h 239"/>
                <a:gd name="T8" fmla="*/ 81 w 162"/>
                <a:gd name="T9" fmla="*/ 239 h 239"/>
                <a:gd name="T10" fmla="*/ 162 w 162"/>
                <a:gd name="T11" fmla="*/ 121 h 239"/>
                <a:gd name="T12" fmla="*/ 81 w 162"/>
                <a:gd name="T13" fmla="*/ 229 h 239"/>
                <a:gd name="T14" fmla="*/ 37 w 162"/>
                <a:gd name="T15" fmla="*/ 191 h 239"/>
                <a:gd name="T16" fmla="*/ 32 w 162"/>
                <a:gd name="T17" fmla="*/ 116 h 239"/>
                <a:gd name="T18" fmla="*/ 37 w 162"/>
                <a:gd name="T19" fmla="*/ 45 h 239"/>
                <a:gd name="T20" fmla="*/ 81 w 162"/>
                <a:gd name="T21" fmla="*/ 10 h 239"/>
                <a:gd name="T22" fmla="*/ 124 w 162"/>
                <a:gd name="T23" fmla="*/ 42 h 239"/>
                <a:gd name="T24" fmla="*/ 130 w 162"/>
                <a:gd name="T25" fmla="*/ 116 h 239"/>
                <a:gd name="T26" fmla="*/ 126 w 162"/>
                <a:gd name="T27" fmla="*/ 190 h 239"/>
                <a:gd name="T28" fmla="*/ 81 w 162"/>
                <a:gd name="T29" fmla="*/ 22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2" h="239">
                  <a:moveTo>
                    <a:pt x="162" y="121"/>
                  </a:moveTo>
                  <a:cubicBezTo>
                    <a:pt x="162" y="82"/>
                    <a:pt x="157" y="55"/>
                    <a:pt x="141" y="30"/>
                  </a:cubicBezTo>
                  <a:cubicBezTo>
                    <a:pt x="131" y="14"/>
                    <a:pt x="109" y="0"/>
                    <a:pt x="81" y="0"/>
                  </a:cubicBezTo>
                  <a:cubicBezTo>
                    <a:pt x="0" y="0"/>
                    <a:pt x="0" y="95"/>
                    <a:pt x="0" y="121"/>
                  </a:cubicBezTo>
                  <a:cubicBezTo>
                    <a:pt x="0" y="146"/>
                    <a:pt x="0" y="239"/>
                    <a:pt x="81" y="239"/>
                  </a:cubicBezTo>
                  <a:cubicBezTo>
                    <a:pt x="162" y="239"/>
                    <a:pt x="162" y="146"/>
                    <a:pt x="162" y="121"/>
                  </a:cubicBezTo>
                  <a:close/>
                  <a:moveTo>
                    <a:pt x="81" y="229"/>
                  </a:moveTo>
                  <a:cubicBezTo>
                    <a:pt x="65" y="229"/>
                    <a:pt x="44" y="220"/>
                    <a:pt x="37" y="191"/>
                  </a:cubicBezTo>
                  <a:cubicBezTo>
                    <a:pt x="32" y="171"/>
                    <a:pt x="32" y="142"/>
                    <a:pt x="32" y="116"/>
                  </a:cubicBezTo>
                  <a:cubicBezTo>
                    <a:pt x="32" y="91"/>
                    <a:pt x="32" y="64"/>
                    <a:pt x="37" y="45"/>
                  </a:cubicBezTo>
                  <a:cubicBezTo>
                    <a:pt x="44" y="17"/>
                    <a:pt x="67" y="10"/>
                    <a:pt x="81" y="10"/>
                  </a:cubicBezTo>
                  <a:cubicBezTo>
                    <a:pt x="100" y="10"/>
                    <a:pt x="118" y="21"/>
                    <a:pt x="124" y="42"/>
                  </a:cubicBezTo>
                  <a:cubicBezTo>
                    <a:pt x="130" y="61"/>
                    <a:pt x="130" y="86"/>
                    <a:pt x="130" y="116"/>
                  </a:cubicBezTo>
                  <a:cubicBezTo>
                    <a:pt x="130" y="142"/>
                    <a:pt x="130" y="168"/>
                    <a:pt x="126" y="190"/>
                  </a:cubicBezTo>
                  <a:cubicBezTo>
                    <a:pt x="119" y="221"/>
                    <a:pt x="95" y="229"/>
                    <a:pt x="81" y="22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83" name="그룹 482" descr="\documentclass{article}&#10;\usepackage{amsmath}&#10;\pagestyle{empty}&#10;\begin{document}&#10;&#10;$n_1$&#10;&#10;&#10;\end{document}" title="IguanaTex Vector Display">
            <a:extLst>
              <a:ext uri="{FF2B5EF4-FFF2-40B4-BE49-F238E27FC236}">
                <a16:creationId xmlns:a16="http://schemas.microsoft.com/office/drawing/2014/main" id="{D519F0C7-2EA4-4A26-81D1-3F7995387CC9}"/>
              </a:ext>
            </a:extLst>
          </p:cNvPr>
          <p:cNvGrpSpPr>
            <a:grpSpLocks noChangeAspect="1"/>
          </p:cNvGrpSpPr>
          <p:nvPr>
            <p:custDataLst>
              <p:tags r:id="rId25"/>
            </p:custDataLst>
          </p:nvPr>
        </p:nvGrpSpPr>
        <p:grpSpPr>
          <a:xfrm>
            <a:off x="8023225" y="1116013"/>
            <a:ext cx="103570" cy="67218"/>
            <a:chOff x="8023225" y="1116013"/>
            <a:chExt cx="111125" cy="77787"/>
          </a:xfrm>
        </p:grpSpPr>
        <p:sp>
          <p:nvSpPr>
            <p:cNvPr id="480" name="Freeform 290">
              <a:extLst>
                <a:ext uri="{FF2B5EF4-FFF2-40B4-BE49-F238E27FC236}">
                  <a16:creationId xmlns:a16="http://schemas.microsoft.com/office/drawing/2014/main" id="{26EC01B8-5A81-4450-8775-CA67F25353CE}"/>
                </a:ext>
              </a:extLst>
            </p:cNvPr>
            <p:cNvSpPr>
              <a:spLocks/>
            </p:cNvSpPr>
            <p:nvPr>
              <p:custDataLst>
                <p:tags r:id="rId254"/>
              </p:custDataLst>
            </p:nvPr>
          </p:nvSpPr>
          <p:spPr bwMode="auto">
            <a:xfrm>
              <a:off x="8023225" y="1116013"/>
              <a:ext cx="66675" cy="58737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2 h 226"/>
                <a:gd name="T4" fmla="*/ 39 w 270"/>
                <a:gd name="T5" fmla="*/ 226 h 226"/>
                <a:gd name="T6" fmla="*/ 57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6 w 270"/>
                <a:gd name="T13" fmla="*/ 97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6 w 270"/>
                <a:gd name="T31" fmla="*/ 153 h 226"/>
                <a:gd name="T32" fmla="*/ 206 w 270"/>
                <a:gd name="T33" fmla="*/ 215 h 226"/>
                <a:gd name="T34" fmla="*/ 194 w 270"/>
                <a:gd name="T35" fmla="*/ 198 h 226"/>
                <a:gd name="T36" fmla="*/ 203 w 270"/>
                <a:gd name="T37" fmla="*/ 163 h 226"/>
                <a:gd name="T38" fmla="*/ 233 w 270"/>
                <a:gd name="T39" fmla="*/ 53 h 226"/>
                <a:gd name="T40" fmla="*/ 176 w 270"/>
                <a:gd name="T41" fmla="*/ 0 h 226"/>
                <a:gd name="T42" fmla="*/ 98 w 270"/>
                <a:gd name="T43" fmla="*/ 43 h 226"/>
                <a:gd name="T44" fmla="*/ 52 w 270"/>
                <a:gd name="T45" fmla="*/ 0 h 226"/>
                <a:gd name="T46" fmla="*/ 15 w 270"/>
                <a:gd name="T47" fmla="*/ 28 h 226"/>
                <a:gd name="T48" fmla="*/ 0 w 270"/>
                <a:gd name="T49" fmla="*/ 77 h 226"/>
                <a:gd name="T50" fmla="*/ 6 w 270"/>
                <a:gd name="T51" fmla="*/ 82 h 226"/>
                <a:gd name="T52" fmla="*/ 14 w 270"/>
                <a:gd name="T53" fmla="*/ 70 h 226"/>
                <a:gd name="T54" fmla="*/ 50 w 270"/>
                <a:gd name="T55" fmla="*/ 11 h 226"/>
                <a:gd name="T56" fmla="*/ 66 w 270"/>
                <a:gd name="T57" fmla="*/ 34 h 226"/>
                <a:gd name="T58" fmla="*/ 58 w 270"/>
                <a:gd name="T59" fmla="*/ 76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1" y="226"/>
                    <a:pt x="39" y="226"/>
                  </a:cubicBezTo>
                  <a:cubicBezTo>
                    <a:pt x="45" y="226"/>
                    <a:pt x="54" y="222"/>
                    <a:pt x="57" y="212"/>
                  </a:cubicBezTo>
                  <a:cubicBezTo>
                    <a:pt x="58" y="211"/>
                    <a:pt x="64" y="187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6" y="97"/>
                  </a:cubicBezTo>
                  <a:cubicBezTo>
                    <a:pt x="88" y="88"/>
                    <a:pt x="92" y="74"/>
                    <a:pt x="93" y="72"/>
                  </a:cubicBezTo>
                  <a:cubicBezTo>
                    <a:pt x="100" y="56"/>
                    <a:pt x="127" y="11"/>
                    <a:pt x="174" y="11"/>
                  </a:cubicBezTo>
                  <a:cubicBezTo>
                    <a:pt x="197" y="11"/>
                    <a:pt x="201" y="29"/>
                    <a:pt x="201" y="46"/>
                  </a:cubicBezTo>
                  <a:cubicBezTo>
                    <a:pt x="201" y="77"/>
                    <a:pt x="177" y="140"/>
                    <a:pt x="169" y="162"/>
                  </a:cubicBezTo>
                  <a:cubicBezTo>
                    <a:pt x="164" y="173"/>
                    <a:pt x="164" y="179"/>
                    <a:pt x="164" y="185"/>
                  </a:cubicBezTo>
                  <a:cubicBezTo>
                    <a:pt x="164" y="208"/>
                    <a:pt x="181" y="226"/>
                    <a:pt x="205" y="226"/>
                  </a:cubicBezTo>
                  <a:cubicBezTo>
                    <a:pt x="251" y="226"/>
                    <a:pt x="270" y="153"/>
                    <a:pt x="270" y="149"/>
                  </a:cubicBezTo>
                  <a:cubicBezTo>
                    <a:pt x="270" y="144"/>
                    <a:pt x="265" y="144"/>
                    <a:pt x="264" y="144"/>
                  </a:cubicBezTo>
                  <a:cubicBezTo>
                    <a:pt x="259" y="144"/>
                    <a:pt x="259" y="145"/>
                    <a:pt x="256" y="153"/>
                  </a:cubicBezTo>
                  <a:cubicBezTo>
                    <a:pt x="246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8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7"/>
                    <a:pt x="233" y="82"/>
                    <a:pt x="233" y="53"/>
                  </a:cubicBezTo>
                  <a:cubicBezTo>
                    <a:pt x="233" y="20"/>
                    <a:pt x="211" y="0"/>
                    <a:pt x="176" y="0"/>
                  </a:cubicBezTo>
                  <a:cubicBezTo>
                    <a:pt x="131" y="0"/>
                    <a:pt x="106" y="32"/>
                    <a:pt x="98" y="43"/>
                  </a:cubicBezTo>
                  <a:cubicBezTo>
                    <a:pt x="95" y="15"/>
                    <a:pt x="75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7" y="45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0"/>
                  </a:cubicBezTo>
                  <a:cubicBezTo>
                    <a:pt x="23" y="35"/>
                    <a:pt x="32" y="11"/>
                    <a:pt x="50" y="11"/>
                  </a:cubicBezTo>
                  <a:cubicBezTo>
                    <a:pt x="60" y="11"/>
                    <a:pt x="66" y="17"/>
                    <a:pt x="66" y="34"/>
                  </a:cubicBezTo>
                  <a:cubicBezTo>
                    <a:pt x="66" y="44"/>
                    <a:pt x="64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81" name="Freeform 291">
              <a:extLst>
                <a:ext uri="{FF2B5EF4-FFF2-40B4-BE49-F238E27FC236}">
                  <a16:creationId xmlns:a16="http://schemas.microsoft.com/office/drawing/2014/main" id="{FF35E7F8-4AA6-4567-A7A5-403A6AB9D0A1}"/>
                </a:ext>
              </a:extLst>
            </p:cNvPr>
            <p:cNvSpPr>
              <a:spLocks/>
            </p:cNvSpPr>
            <p:nvPr>
              <p:custDataLst>
                <p:tags r:id="rId255"/>
              </p:custDataLst>
            </p:nvPr>
          </p:nvSpPr>
          <p:spPr bwMode="auto">
            <a:xfrm>
              <a:off x="8102600" y="1131888"/>
              <a:ext cx="31750" cy="61912"/>
            </a:xfrm>
            <a:custGeom>
              <a:avLst/>
              <a:gdLst>
                <a:gd name="T0" fmla="*/ 79 w 127"/>
                <a:gd name="T1" fmla="*/ 10 h 232"/>
                <a:gd name="T2" fmla="*/ 68 w 127"/>
                <a:gd name="T3" fmla="*/ 0 h 232"/>
                <a:gd name="T4" fmla="*/ 0 w 127"/>
                <a:gd name="T5" fmla="*/ 23 h 232"/>
                <a:gd name="T6" fmla="*/ 0 w 127"/>
                <a:gd name="T7" fmla="*/ 35 h 232"/>
                <a:gd name="T8" fmla="*/ 51 w 127"/>
                <a:gd name="T9" fmla="*/ 25 h 232"/>
                <a:gd name="T10" fmla="*/ 51 w 127"/>
                <a:gd name="T11" fmla="*/ 204 h 232"/>
                <a:gd name="T12" fmla="*/ 16 w 127"/>
                <a:gd name="T13" fmla="*/ 220 h 232"/>
                <a:gd name="T14" fmla="*/ 3 w 127"/>
                <a:gd name="T15" fmla="*/ 220 h 232"/>
                <a:gd name="T16" fmla="*/ 3 w 127"/>
                <a:gd name="T17" fmla="*/ 232 h 232"/>
                <a:gd name="T18" fmla="*/ 65 w 127"/>
                <a:gd name="T19" fmla="*/ 231 h 232"/>
                <a:gd name="T20" fmla="*/ 127 w 127"/>
                <a:gd name="T21" fmla="*/ 232 h 232"/>
                <a:gd name="T22" fmla="*/ 127 w 127"/>
                <a:gd name="T23" fmla="*/ 220 h 232"/>
                <a:gd name="T24" fmla="*/ 114 w 127"/>
                <a:gd name="T25" fmla="*/ 220 h 232"/>
                <a:gd name="T26" fmla="*/ 79 w 127"/>
                <a:gd name="T27" fmla="*/ 204 h 232"/>
                <a:gd name="T28" fmla="*/ 79 w 127"/>
                <a:gd name="T29" fmla="*/ 1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32">
                  <a:moveTo>
                    <a:pt x="79" y="10"/>
                  </a:moveTo>
                  <a:cubicBezTo>
                    <a:pt x="79" y="1"/>
                    <a:pt x="78" y="0"/>
                    <a:pt x="68" y="0"/>
                  </a:cubicBezTo>
                  <a:cubicBezTo>
                    <a:pt x="46" y="22"/>
                    <a:pt x="14" y="23"/>
                    <a:pt x="0" y="23"/>
                  </a:cubicBezTo>
                  <a:lnTo>
                    <a:pt x="0" y="35"/>
                  </a:lnTo>
                  <a:cubicBezTo>
                    <a:pt x="8" y="35"/>
                    <a:pt x="31" y="35"/>
                    <a:pt x="51" y="25"/>
                  </a:cubicBezTo>
                  <a:lnTo>
                    <a:pt x="51" y="204"/>
                  </a:lnTo>
                  <a:cubicBezTo>
                    <a:pt x="51" y="215"/>
                    <a:pt x="51" y="220"/>
                    <a:pt x="16" y="220"/>
                  </a:cubicBezTo>
                  <a:lnTo>
                    <a:pt x="3" y="220"/>
                  </a:lnTo>
                  <a:lnTo>
                    <a:pt x="3" y="232"/>
                  </a:lnTo>
                  <a:cubicBezTo>
                    <a:pt x="9" y="232"/>
                    <a:pt x="52" y="231"/>
                    <a:pt x="65" y="231"/>
                  </a:cubicBezTo>
                  <a:cubicBezTo>
                    <a:pt x="75" y="231"/>
                    <a:pt x="119" y="232"/>
                    <a:pt x="127" y="232"/>
                  </a:cubicBezTo>
                  <a:lnTo>
                    <a:pt x="127" y="220"/>
                  </a:lnTo>
                  <a:lnTo>
                    <a:pt x="114" y="220"/>
                  </a:lnTo>
                  <a:cubicBezTo>
                    <a:pt x="79" y="220"/>
                    <a:pt x="79" y="215"/>
                    <a:pt x="79" y="204"/>
                  </a:cubicBezTo>
                  <a:lnTo>
                    <a:pt x="79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494" name="그룹 493" descr="\documentclass{article}&#10;\usepackage{amsmath}&#10;\pagestyle{empty}&#10;\begin{document}&#10;&#10;$n_3$&#10;&#10;&#10;\end{document}" title="IguanaTex Vector Display">
            <a:extLst>
              <a:ext uri="{FF2B5EF4-FFF2-40B4-BE49-F238E27FC236}">
                <a16:creationId xmlns:a16="http://schemas.microsoft.com/office/drawing/2014/main" id="{0128F3EB-AB84-4286-B2A3-91E0D7E07550}"/>
              </a:ext>
            </a:extLst>
          </p:cNvPr>
          <p:cNvGrpSpPr>
            <a:grpSpLocks noChangeAspect="1"/>
          </p:cNvGrpSpPr>
          <p:nvPr>
            <p:custDataLst>
              <p:tags r:id="rId26"/>
            </p:custDataLst>
          </p:nvPr>
        </p:nvGrpSpPr>
        <p:grpSpPr>
          <a:xfrm>
            <a:off x="8782087" y="1116013"/>
            <a:ext cx="106314" cy="68590"/>
            <a:chOff x="8782087" y="1116013"/>
            <a:chExt cx="117476" cy="80962"/>
          </a:xfrm>
        </p:grpSpPr>
        <p:sp>
          <p:nvSpPr>
            <p:cNvPr id="491" name="Freeform 298">
              <a:extLst>
                <a:ext uri="{FF2B5EF4-FFF2-40B4-BE49-F238E27FC236}">
                  <a16:creationId xmlns:a16="http://schemas.microsoft.com/office/drawing/2014/main" id="{6F2A61D6-20A8-4ED5-8FD3-8F45F29CDEE2}"/>
                </a:ext>
              </a:extLst>
            </p:cNvPr>
            <p:cNvSpPr>
              <a:spLocks/>
            </p:cNvSpPr>
            <p:nvPr>
              <p:custDataLst>
                <p:tags r:id="rId252"/>
              </p:custDataLst>
            </p:nvPr>
          </p:nvSpPr>
          <p:spPr bwMode="auto">
            <a:xfrm>
              <a:off x="8782087" y="1116013"/>
              <a:ext cx="68263" cy="60325"/>
            </a:xfrm>
            <a:custGeom>
              <a:avLst/>
              <a:gdLst>
                <a:gd name="T0" fmla="*/ 29 w 270"/>
                <a:gd name="T1" fmla="*/ 192 h 227"/>
                <a:gd name="T2" fmla="*/ 25 w 270"/>
                <a:gd name="T3" fmla="*/ 213 h 227"/>
                <a:gd name="T4" fmla="*/ 39 w 270"/>
                <a:gd name="T5" fmla="*/ 227 h 227"/>
                <a:gd name="T6" fmla="*/ 58 w 270"/>
                <a:gd name="T7" fmla="*/ 213 h 227"/>
                <a:gd name="T8" fmla="*/ 67 w 270"/>
                <a:gd name="T9" fmla="*/ 176 h 227"/>
                <a:gd name="T10" fmla="*/ 78 w 270"/>
                <a:gd name="T11" fmla="*/ 131 h 227"/>
                <a:gd name="T12" fmla="*/ 87 w 270"/>
                <a:gd name="T13" fmla="*/ 97 h 227"/>
                <a:gd name="T14" fmla="*/ 93 w 270"/>
                <a:gd name="T15" fmla="*/ 72 h 227"/>
                <a:gd name="T16" fmla="*/ 174 w 270"/>
                <a:gd name="T17" fmla="*/ 11 h 227"/>
                <a:gd name="T18" fmla="*/ 201 w 270"/>
                <a:gd name="T19" fmla="*/ 46 h 227"/>
                <a:gd name="T20" fmla="*/ 169 w 270"/>
                <a:gd name="T21" fmla="*/ 163 h 227"/>
                <a:gd name="T22" fmla="*/ 164 w 270"/>
                <a:gd name="T23" fmla="*/ 186 h 227"/>
                <a:gd name="T24" fmla="*/ 205 w 270"/>
                <a:gd name="T25" fmla="*/ 227 h 227"/>
                <a:gd name="T26" fmla="*/ 270 w 270"/>
                <a:gd name="T27" fmla="*/ 150 h 227"/>
                <a:gd name="T28" fmla="*/ 264 w 270"/>
                <a:gd name="T29" fmla="*/ 145 h 227"/>
                <a:gd name="T30" fmla="*/ 257 w 270"/>
                <a:gd name="T31" fmla="*/ 154 h 227"/>
                <a:gd name="T32" fmla="*/ 206 w 270"/>
                <a:gd name="T33" fmla="*/ 216 h 227"/>
                <a:gd name="T34" fmla="*/ 194 w 270"/>
                <a:gd name="T35" fmla="*/ 199 h 227"/>
                <a:gd name="T36" fmla="*/ 203 w 270"/>
                <a:gd name="T37" fmla="*/ 164 h 227"/>
                <a:gd name="T38" fmla="*/ 233 w 270"/>
                <a:gd name="T39" fmla="*/ 54 h 227"/>
                <a:gd name="T40" fmla="*/ 176 w 270"/>
                <a:gd name="T41" fmla="*/ 0 h 227"/>
                <a:gd name="T42" fmla="*/ 98 w 270"/>
                <a:gd name="T43" fmla="*/ 44 h 227"/>
                <a:gd name="T44" fmla="*/ 52 w 270"/>
                <a:gd name="T45" fmla="*/ 0 h 227"/>
                <a:gd name="T46" fmla="*/ 15 w 270"/>
                <a:gd name="T47" fmla="*/ 29 h 227"/>
                <a:gd name="T48" fmla="*/ 0 w 270"/>
                <a:gd name="T49" fmla="*/ 77 h 227"/>
                <a:gd name="T50" fmla="*/ 6 w 270"/>
                <a:gd name="T51" fmla="*/ 82 h 227"/>
                <a:gd name="T52" fmla="*/ 14 w 270"/>
                <a:gd name="T53" fmla="*/ 71 h 227"/>
                <a:gd name="T54" fmla="*/ 51 w 270"/>
                <a:gd name="T55" fmla="*/ 11 h 227"/>
                <a:gd name="T56" fmla="*/ 66 w 270"/>
                <a:gd name="T57" fmla="*/ 34 h 227"/>
                <a:gd name="T58" fmla="*/ 58 w 270"/>
                <a:gd name="T59" fmla="*/ 76 h 227"/>
                <a:gd name="T60" fmla="*/ 29 w 270"/>
                <a:gd name="T61" fmla="*/ 1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7">
                  <a:moveTo>
                    <a:pt x="29" y="192"/>
                  </a:moveTo>
                  <a:cubicBezTo>
                    <a:pt x="28" y="199"/>
                    <a:pt x="25" y="211"/>
                    <a:pt x="25" y="213"/>
                  </a:cubicBezTo>
                  <a:cubicBezTo>
                    <a:pt x="25" y="222"/>
                    <a:pt x="32" y="227"/>
                    <a:pt x="39" y="227"/>
                  </a:cubicBezTo>
                  <a:cubicBezTo>
                    <a:pt x="45" y="227"/>
                    <a:pt x="54" y="223"/>
                    <a:pt x="58" y="213"/>
                  </a:cubicBezTo>
                  <a:cubicBezTo>
                    <a:pt x="58" y="212"/>
                    <a:pt x="64" y="188"/>
                    <a:pt x="67" y="176"/>
                  </a:cubicBezTo>
                  <a:lnTo>
                    <a:pt x="78" y="131"/>
                  </a:lnTo>
                  <a:cubicBezTo>
                    <a:pt x="81" y="120"/>
                    <a:pt x="84" y="109"/>
                    <a:pt x="87" y="97"/>
                  </a:cubicBezTo>
                  <a:cubicBezTo>
                    <a:pt x="89" y="89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3"/>
                  </a:cubicBezTo>
                  <a:cubicBezTo>
                    <a:pt x="164" y="174"/>
                    <a:pt x="164" y="180"/>
                    <a:pt x="164" y="186"/>
                  </a:cubicBezTo>
                  <a:cubicBezTo>
                    <a:pt x="164" y="209"/>
                    <a:pt x="181" y="227"/>
                    <a:pt x="205" y="227"/>
                  </a:cubicBezTo>
                  <a:cubicBezTo>
                    <a:pt x="252" y="227"/>
                    <a:pt x="270" y="154"/>
                    <a:pt x="270" y="150"/>
                  </a:cubicBezTo>
                  <a:cubicBezTo>
                    <a:pt x="270" y="145"/>
                    <a:pt x="266" y="145"/>
                    <a:pt x="264" y="145"/>
                  </a:cubicBezTo>
                  <a:cubicBezTo>
                    <a:pt x="259" y="145"/>
                    <a:pt x="259" y="146"/>
                    <a:pt x="257" y="154"/>
                  </a:cubicBezTo>
                  <a:cubicBezTo>
                    <a:pt x="247" y="188"/>
                    <a:pt x="230" y="216"/>
                    <a:pt x="206" y="216"/>
                  </a:cubicBezTo>
                  <a:cubicBezTo>
                    <a:pt x="197" y="216"/>
                    <a:pt x="194" y="211"/>
                    <a:pt x="194" y="199"/>
                  </a:cubicBezTo>
                  <a:cubicBezTo>
                    <a:pt x="194" y="187"/>
                    <a:pt x="198" y="175"/>
                    <a:pt x="203" y="164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61" y="11"/>
                    <a:pt x="66" y="18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492" name="Freeform 299">
              <a:extLst>
                <a:ext uri="{FF2B5EF4-FFF2-40B4-BE49-F238E27FC236}">
                  <a16:creationId xmlns:a16="http://schemas.microsoft.com/office/drawing/2014/main" id="{5F9426D6-F229-4ABD-A2CE-238CF71F84C7}"/>
                </a:ext>
              </a:extLst>
            </p:cNvPr>
            <p:cNvSpPr>
              <a:spLocks/>
            </p:cNvSpPr>
            <p:nvPr>
              <p:custDataLst>
                <p:tags r:id="rId253"/>
              </p:custDataLst>
            </p:nvPr>
          </p:nvSpPr>
          <p:spPr bwMode="auto">
            <a:xfrm>
              <a:off x="8859875" y="1133475"/>
              <a:ext cx="39688" cy="63500"/>
            </a:xfrm>
            <a:custGeom>
              <a:avLst/>
              <a:gdLst>
                <a:gd name="T0" fmla="*/ 76 w 160"/>
                <a:gd name="T1" fmla="*/ 115 h 239"/>
                <a:gd name="T2" fmla="*/ 123 w 160"/>
                <a:gd name="T3" fmla="*/ 172 h 239"/>
                <a:gd name="T4" fmla="*/ 77 w 160"/>
                <a:gd name="T5" fmla="*/ 228 h 239"/>
                <a:gd name="T6" fmla="*/ 18 w 160"/>
                <a:gd name="T7" fmla="*/ 203 h 239"/>
                <a:gd name="T8" fmla="*/ 38 w 160"/>
                <a:gd name="T9" fmla="*/ 184 h 239"/>
                <a:gd name="T10" fmla="*/ 19 w 160"/>
                <a:gd name="T11" fmla="*/ 165 h 239"/>
                <a:gd name="T12" fmla="*/ 0 w 160"/>
                <a:gd name="T13" fmla="*/ 185 h 239"/>
                <a:gd name="T14" fmla="*/ 78 w 160"/>
                <a:gd name="T15" fmla="*/ 239 h 239"/>
                <a:gd name="T16" fmla="*/ 160 w 160"/>
                <a:gd name="T17" fmla="*/ 172 h 239"/>
                <a:gd name="T18" fmla="*/ 99 w 160"/>
                <a:gd name="T19" fmla="*/ 109 h 239"/>
                <a:gd name="T20" fmla="*/ 149 w 160"/>
                <a:gd name="T21" fmla="*/ 48 h 239"/>
                <a:gd name="T22" fmla="*/ 79 w 160"/>
                <a:gd name="T23" fmla="*/ 0 h 239"/>
                <a:gd name="T24" fmla="*/ 10 w 160"/>
                <a:gd name="T25" fmla="*/ 47 h 239"/>
                <a:gd name="T26" fmla="*/ 29 w 160"/>
                <a:gd name="T27" fmla="*/ 65 h 239"/>
                <a:gd name="T28" fmla="*/ 46 w 160"/>
                <a:gd name="T29" fmla="*/ 48 h 239"/>
                <a:gd name="T30" fmla="*/ 29 w 160"/>
                <a:gd name="T31" fmla="*/ 29 h 239"/>
                <a:gd name="T32" fmla="*/ 78 w 160"/>
                <a:gd name="T33" fmla="*/ 10 h 239"/>
                <a:gd name="T34" fmla="*/ 116 w 160"/>
                <a:gd name="T35" fmla="*/ 48 h 239"/>
                <a:gd name="T36" fmla="*/ 102 w 160"/>
                <a:gd name="T37" fmla="*/ 90 h 239"/>
                <a:gd name="T38" fmla="*/ 63 w 160"/>
                <a:gd name="T39" fmla="*/ 105 h 239"/>
                <a:gd name="T40" fmla="*/ 52 w 160"/>
                <a:gd name="T41" fmla="*/ 106 h 239"/>
                <a:gd name="T42" fmla="*/ 48 w 160"/>
                <a:gd name="T43" fmla="*/ 110 h 239"/>
                <a:gd name="T44" fmla="*/ 57 w 160"/>
                <a:gd name="T45" fmla="*/ 115 h 239"/>
                <a:gd name="T46" fmla="*/ 76 w 160"/>
                <a:gd name="T47" fmla="*/ 115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0" h="239">
                  <a:moveTo>
                    <a:pt x="76" y="115"/>
                  </a:moveTo>
                  <a:cubicBezTo>
                    <a:pt x="103" y="115"/>
                    <a:pt x="123" y="134"/>
                    <a:pt x="123" y="172"/>
                  </a:cubicBezTo>
                  <a:cubicBezTo>
                    <a:pt x="123" y="215"/>
                    <a:pt x="98" y="228"/>
                    <a:pt x="77" y="228"/>
                  </a:cubicBezTo>
                  <a:cubicBezTo>
                    <a:pt x="63" y="228"/>
                    <a:pt x="33" y="224"/>
                    <a:pt x="18" y="203"/>
                  </a:cubicBezTo>
                  <a:cubicBezTo>
                    <a:pt x="34" y="203"/>
                    <a:pt x="38" y="191"/>
                    <a:pt x="38" y="184"/>
                  </a:cubicBezTo>
                  <a:cubicBezTo>
                    <a:pt x="38" y="173"/>
                    <a:pt x="30" y="165"/>
                    <a:pt x="19" y="165"/>
                  </a:cubicBezTo>
                  <a:cubicBezTo>
                    <a:pt x="9" y="165"/>
                    <a:pt x="0" y="171"/>
                    <a:pt x="0" y="185"/>
                  </a:cubicBezTo>
                  <a:cubicBezTo>
                    <a:pt x="0" y="218"/>
                    <a:pt x="36" y="239"/>
                    <a:pt x="78" y="239"/>
                  </a:cubicBezTo>
                  <a:cubicBezTo>
                    <a:pt x="127" y="239"/>
                    <a:pt x="160" y="206"/>
                    <a:pt x="160" y="172"/>
                  </a:cubicBezTo>
                  <a:cubicBezTo>
                    <a:pt x="160" y="144"/>
                    <a:pt x="138" y="117"/>
                    <a:pt x="99" y="109"/>
                  </a:cubicBezTo>
                  <a:cubicBezTo>
                    <a:pt x="136" y="96"/>
                    <a:pt x="149" y="70"/>
                    <a:pt x="149" y="48"/>
                  </a:cubicBezTo>
                  <a:cubicBezTo>
                    <a:pt x="149" y="21"/>
                    <a:pt x="118" y="0"/>
                    <a:pt x="79" y="0"/>
                  </a:cubicBezTo>
                  <a:cubicBezTo>
                    <a:pt x="40" y="0"/>
                    <a:pt x="10" y="19"/>
                    <a:pt x="10" y="47"/>
                  </a:cubicBezTo>
                  <a:cubicBezTo>
                    <a:pt x="10" y="59"/>
                    <a:pt x="18" y="65"/>
                    <a:pt x="29" y="65"/>
                  </a:cubicBezTo>
                  <a:cubicBezTo>
                    <a:pt x="39" y="65"/>
                    <a:pt x="46" y="57"/>
                    <a:pt x="46" y="48"/>
                  </a:cubicBezTo>
                  <a:cubicBezTo>
                    <a:pt x="46" y="37"/>
                    <a:pt x="39" y="30"/>
                    <a:pt x="29" y="29"/>
                  </a:cubicBezTo>
                  <a:cubicBezTo>
                    <a:pt x="41" y="14"/>
                    <a:pt x="65" y="10"/>
                    <a:pt x="78" y="10"/>
                  </a:cubicBezTo>
                  <a:cubicBezTo>
                    <a:pt x="94" y="10"/>
                    <a:pt x="116" y="18"/>
                    <a:pt x="116" y="48"/>
                  </a:cubicBezTo>
                  <a:cubicBezTo>
                    <a:pt x="116" y="63"/>
                    <a:pt x="111" y="79"/>
                    <a:pt x="102" y="90"/>
                  </a:cubicBezTo>
                  <a:cubicBezTo>
                    <a:pt x="90" y="103"/>
                    <a:pt x="80" y="104"/>
                    <a:pt x="63" y="105"/>
                  </a:cubicBezTo>
                  <a:cubicBezTo>
                    <a:pt x="54" y="106"/>
                    <a:pt x="53" y="106"/>
                    <a:pt x="52" y="106"/>
                  </a:cubicBezTo>
                  <a:cubicBezTo>
                    <a:pt x="51" y="106"/>
                    <a:pt x="48" y="107"/>
                    <a:pt x="48" y="110"/>
                  </a:cubicBezTo>
                  <a:cubicBezTo>
                    <a:pt x="48" y="115"/>
                    <a:pt x="51" y="115"/>
                    <a:pt x="57" y="115"/>
                  </a:cubicBezTo>
                  <a:lnTo>
                    <a:pt x="76" y="11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505" name="그룹 504" descr="\documentclass{article}&#10;\usepackage{amsmath}&#10;\pagestyle{empty}&#10;\begin{document}&#10;&#10;$n_4$&#10;&#10;&#10;\end{document}" title="IguanaTex Vector Display">
            <a:extLst>
              <a:ext uri="{FF2B5EF4-FFF2-40B4-BE49-F238E27FC236}">
                <a16:creationId xmlns:a16="http://schemas.microsoft.com/office/drawing/2014/main" id="{E5017A8E-3D88-475E-9235-92177004A803}"/>
              </a:ext>
            </a:extLst>
          </p:cNvPr>
          <p:cNvGrpSpPr>
            <a:grpSpLocks noChangeAspect="1"/>
          </p:cNvGrpSpPr>
          <p:nvPr>
            <p:custDataLst>
              <p:tags r:id="rId27"/>
            </p:custDataLst>
          </p:nvPr>
        </p:nvGrpSpPr>
        <p:grpSpPr>
          <a:xfrm>
            <a:off x="8589927" y="1416050"/>
            <a:ext cx="107686" cy="67218"/>
            <a:chOff x="8589927" y="1416050"/>
            <a:chExt cx="120650" cy="77788"/>
          </a:xfrm>
        </p:grpSpPr>
        <p:sp>
          <p:nvSpPr>
            <p:cNvPr id="502" name="Freeform 306">
              <a:extLst>
                <a:ext uri="{FF2B5EF4-FFF2-40B4-BE49-F238E27FC236}">
                  <a16:creationId xmlns:a16="http://schemas.microsoft.com/office/drawing/2014/main" id="{573F9FAC-25DA-4744-8B11-2056D1F42592}"/>
                </a:ext>
              </a:extLst>
            </p:cNvPr>
            <p:cNvSpPr>
              <a:spLocks/>
            </p:cNvSpPr>
            <p:nvPr>
              <p:custDataLst>
                <p:tags r:id="rId250"/>
              </p:custDataLst>
            </p:nvPr>
          </p:nvSpPr>
          <p:spPr bwMode="auto">
            <a:xfrm>
              <a:off x="8589927" y="1416050"/>
              <a:ext cx="68263" cy="58738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2 h 226"/>
                <a:gd name="T4" fmla="*/ 39 w 270"/>
                <a:gd name="T5" fmla="*/ 226 h 226"/>
                <a:gd name="T6" fmla="*/ 57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6 w 270"/>
                <a:gd name="T13" fmla="*/ 97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7 w 270"/>
                <a:gd name="T31" fmla="*/ 153 h 226"/>
                <a:gd name="T32" fmla="*/ 206 w 270"/>
                <a:gd name="T33" fmla="*/ 215 h 226"/>
                <a:gd name="T34" fmla="*/ 194 w 270"/>
                <a:gd name="T35" fmla="*/ 198 h 226"/>
                <a:gd name="T36" fmla="*/ 203 w 270"/>
                <a:gd name="T37" fmla="*/ 163 h 226"/>
                <a:gd name="T38" fmla="*/ 233 w 270"/>
                <a:gd name="T39" fmla="*/ 53 h 226"/>
                <a:gd name="T40" fmla="*/ 176 w 270"/>
                <a:gd name="T41" fmla="*/ 0 h 226"/>
                <a:gd name="T42" fmla="*/ 98 w 270"/>
                <a:gd name="T43" fmla="*/ 43 h 226"/>
                <a:gd name="T44" fmla="*/ 52 w 270"/>
                <a:gd name="T45" fmla="*/ 0 h 226"/>
                <a:gd name="T46" fmla="*/ 15 w 270"/>
                <a:gd name="T47" fmla="*/ 28 h 226"/>
                <a:gd name="T48" fmla="*/ 0 w 270"/>
                <a:gd name="T49" fmla="*/ 77 h 226"/>
                <a:gd name="T50" fmla="*/ 6 w 270"/>
                <a:gd name="T51" fmla="*/ 82 h 226"/>
                <a:gd name="T52" fmla="*/ 14 w 270"/>
                <a:gd name="T53" fmla="*/ 70 h 226"/>
                <a:gd name="T54" fmla="*/ 50 w 270"/>
                <a:gd name="T55" fmla="*/ 11 h 226"/>
                <a:gd name="T56" fmla="*/ 66 w 270"/>
                <a:gd name="T57" fmla="*/ 34 h 226"/>
                <a:gd name="T58" fmla="*/ 58 w 270"/>
                <a:gd name="T59" fmla="*/ 76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2" y="226"/>
                    <a:pt x="39" y="226"/>
                  </a:cubicBezTo>
                  <a:cubicBezTo>
                    <a:pt x="45" y="226"/>
                    <a:pt x="54" y="222"/>
                    <a:pt x="57" y="212"/>
                  </a:cubicBezTo>
                  <a:cubicBezTo>
                    <a:pt x="58" y="211"/>
                    <a:pt x="64" y="187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6" y="97"/>
                  </a:cubicBezTo>
                  <a:cubicBezTo>
                    <a:pt x="88" y="88"/>
                    <a:pt x="92" y="74"/>
                    <a:pt x="93" y="72"/>
                  </a:cubicBezTo>
                  <a:cubicBezTo>
                    <a:pt x="100" y="56"/>
                    <a:pt x="127" y="11"/>
                    <a:pt x="174" y="11"/>
                  </a:cubicBezTo>
                  <a:cubicBezTo>
                    <a:pt x="197" y="11"/>
                    <a:pt x="201" y="29"/>
                    <a:pt x="201" y="46"/>
                  </a:cubicBezTo>
                  <a:cubicBezTo>
                    <a:pt x="201" y="77"/>
                    <a:pt x="177" y="140"/>
                    <a:pt x="169" y="162"/>
                  </a:cubicBezTo>
                  <a:cubicBezTo>
                    <a:pt x="164" y="173"/>
                    <a:pt x="164" y="179"/>
                    <a:pt x="164" y="185"/>
                  </a:cubicBezTo>
                  <a:cubicBezTo>
                    <a:pt x="164" y="208"/>
                    <a:pt x="181" y="226"/>
                    <a:pt x="205" y="226"/>
                  </a:cubicBezTo>
                  <a:cubicBezTo>
                    <a:pt x="252" y="226"/>
                    <a:pt x="270" y="153"/>
                    <a:pt x="270" y="149"/>
                  </a:cubicBezTo>
                  <a:cubicBezTo>
                    <a:pt x="270" y="144"/>
                    <a:pt x="266" y="144"/>
                    <a:pt x="264" y="144"/>
                  </a:cubicBezTo>
                  <a:cubicBezTo>
                    <a:pt x="259" y="144"/>
                    <a:pt x="259" y="145"/>
                    <a:pt x="257" y="153"/>
                  </a:cubicBezTo>
                  <a:cubicBezTo>
                    <a:pt x="247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8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7"/>
                    <a:pt x="233" y="82"/>
                    <a:pt x="233" y="53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6" y="32"/>
                    <a:pt x="98" y="43"/>
                  </a:cubicBezTo>
                  <a:cubicBezTo>
                    <a:pt x="95" y="15"/>
                    <a:pt x="75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7" y="45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0"/>
                  </a:cubicBezTo>
                  <a:cubicBezTo>
                    <a:pt x="23" y="35"/>
                    <a:pt x="33" y="11"/>
                    <a:pt x="50" y="11"/>
                  </a:cubicBezTo>
                  <a:cubicBezTo>
                    <a:pt x="60" y="11"/>
                    <a:pt x="66" y="17"/>
                    <a:pt x="66" y="34"/>
                  </a:cubicBezTo>
                  <a:cubicBezTo>
                    <a:pt x="66" y="44"/>
                    <a:pt x="64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03" name="Freeform 307">
              <a:extLst>
                <a:ext uri="{FF2B5EF4-FFF2-40B4-BE49-F238E27FC236}">
                  <a16:creationId xmlns:a16="http://schemas.microsoft.com/office/drawing/2014/main" id="{5B1D1A5C-02F8-4811-88BC-B75E72B736FE}"/>
                </a:ext>
              </a:extLst>
            </p:cNvPr>
            <p:cNvSpPr>
              <a:spLocks noEditPoints="1"/>
            </p:cNvSpPr>
            <p:nvPr>
              <p:custDataLst>
                <p:tags r:id="rId251"/>
              </p:custDataLst>
            </p:nvPr>
          </p:nvSpPr>
          <p:spPr bwMode="auto">
            <a:xfrm>
              <a:off x="8666127" y="1431925"/>
              <a:ext cx="44450" cy="61913"/>
            </a:xfrm>
            <a:custGeom>
              <a:avLst/>
              <a:gdLst>
                <a:gd name="T0" fmla="*/ 171 w 171"/>
                <a:gd name="T1" fmla="*/ 178 h 235"/>
                <a:gd name="T2" fmla="*/ 171 w 171"/>
                <a:gd name="T3" fmla="*/ 165 h 235"/>
                <a:gd name="T4" fmla="*/ 132 w 171"/>
                <a:gd name="T5" fmla="*/ 165 h 235"/>
                <a:gd name="T6" fmla="*/ 132 w 171"/>
                <a:gd name="T7" fmla="*/ 10 h 235"/>
                <a:gd name="T8" fmla="*/ 125 w 171"/>
                <a:gd name="T9" fmla="*/ 0 h 235"/>
                <a:gd name="T10" fmla="*/ 115 w 171"/>
                <a:gd name="T11" fmla="*/ 5 h 235"/>
                <a:gd name="T12" fmla="*/ 0 w 171"/>
                <a:gd name="T13" fmla="*/ 165 h 235"/>
                <a:gd name="T14" fmla="*/ 0 w 171"/>
                <a:gd name="T15" fmla="*/ 178 h 235"/>
                <a:gd name="T16" fmla="*/ 103 w 171"/>
                <a:gd name="T17" fmla="*/ 178 h 235"/>
                <a:gd name="T18" fmla="*/ 103 w 171"/>
                <a:gd name="T19" fmla="*/ 207 h 235"/>
                <a:gd name="T20" fmla="*/ 74 w 171"/>
                <a:gd name="T21" fmla="*/ 223 h 235"/>
                <a:gd name="T22" fmla="*/ 65 w 171"/>
                <a:gd name="T23" fmla="*/ 223 h 235"/>
                <a:gd name="T24" fmla="*/ 65 w 171"/>
                <a:gd name="T25" fmla="*/ 235 h 235"/>
                <a:gd name="T26" fmla="*/ 117 w 171"/>
                <a:gd name="T27" fmla="*/ 234 h 235"/>
                <a:gd name="T28" fmla="*/ 170 w 171"/>
                <a:gd name="T29" fmla="*/ 235 h 235"/>
                <a:gd name="T30" fmla="*/ 170 w 171"/>
                <a:gd name="T31" fmla="*/ 223 h 235"/>
                <a:gd name="T32" fmla="*/ 161 w 171"/>
                <a:gd name="T33" fmla="*/ 223 h 235"/>
                <a:gd name="T34" fmla="*/ 132 w 171"/>
                <a:gd name="T35" fmla="*/ 207 h 235"/>
                <a:gd name="T36" fmla="*/ 132 w 171"/>
                <a:gd name="T37" fmla="*/ 178 h 235"/>
                <a:gd name="T38" fmla="*/ 171 w 171"/>
                <a:gd name="T39" fmla="*/ 178 h 235"/>
                <a:gd name="T40" fmla="*/ 105 w 171"/>
                <a:gd name="T41" fmla="*/ 38 h 235"/>
                <a:gd name="T42" fmla="*/ 105 w 171"/>
                <a:gd name="T43" fmla="*/ 165 h 235"/>
                <a:gd name="T44" fmla="*/ 13 w 171"/>
                <a:gd name="T45" fmla="*/ 165 h 235"/>
                <a:gd name="T46" fmla="*/ 105 w 171"/>
                <a:gd name="T47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1" h="235">
                  <a:moveTo>
                    <a:pt x="171" y="178"/>
                  </a:moveTo>
                  <a:lnTo>
                    <a:pt x="171" y="165"/>
                  </a:lnTo>
                  <a:lnTo>
                    <a:pt x="132" y="165"/>
                  </a:lnTo>
                  <a:lnTo>
                    <a:pt x="132" y="10"/>
                  </a:lnTo>
                  <a:cubicBezTo>
                    <a:pt x="132" y="2"/>
                    <a:pt x="132" y="0"/>
                    <a:pt x="125" y="0"/>
                  </a:cubicBezTo>
                  <a:cubicBezTo>
                    <a:pt x="120" y="0"/>
                    <a:pt x="119" y="0"/>
                    <a:pt x="115" y="5"/>
                  </a:cubicBezTo>
                  <a:lnTo>
                    <a:pt x="0" y="165"/>
                  </a:lnTo>
                  <a:lnTo>
                    <a:pt x="0" y="178"/>
                  </a:lnTo>
                  <a:lnTo>
                    <a:pt x="103" y="178"/>
                  </a:lnTo>
                  <a:lnTo>
                    <a:pt x="103" y="207"/>
                  </a:lnTo>
                  <a:cubicBezTo>
                    <a:pt x="103" y="218"/>
                    <a:pt x="103" y="223"/>
                    <a:pt x="74" y="223"/>
                  </a:cubicBezTo>
                  <a:lnTo>
                    <a:pt x="65" y="223"/>
                  </a:lnTo>
                  <a:lnTo>
                    <a:pt x="65" y="235"/>
                  </a:lnTo>
                  <a:cubicBezTo>
                    <a:pt x="82" y="234"/>
                    <a:pt x="105" y="234"/>
                    <a:pt x="117" y="234"/>
                  </a:cubicBezTo>
                  <a:cubicBezTo>
                    <a:pt x="130" y="234"/>
                    <a:pt x="152" y="234"/>
                    <a:pt x="170" y="235"/>
                  </a:cubicBezTo>
                  <a:lnTo>
                    <a:pt x="170" y="223"/>
                  </a:lnTo>
                  <a:lnTo>
                    <a:pt x="161" y="223"/>
                  </a:lnTo>
                  <a:cubicBezTo>
                    <a:pt x="132" y="223"/>
                    <a:pt x="132" y="218"/>
                    <a:pt x="132" y="207"/>
                  </a:cubicBezTo>
                  <a:lnTo>
                    <a:pt x="132" y="178"/>
                  </a:lnTo>
                  <a:lnTo>
                    <a:pt x="171" y="178"/>
                  </a:lnTo>
                  <a:close/>
                  <a:moveTo>
                    <a:pt x="105" y="38"/>
                  </a:moveTo>
                  <a:lnTo>
                    <a:pt x="105" y="165"/>
                  </a:lnTo>
                  <a:lnTo>
                    <a:pt x="13" y="165"/>
                  </a:lnTo>
                  <a:lnTo>
                    <a:pt x="10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516" name="그룹 515" descr="\documentclass{article}&#10;\usepackage{amsmath}&#10;\pagestyle{empty}&#10;\begin{document}&#10;&#10;$n_5$&#10;&#10;&#10;\end{document}" title="IguanaTex Vector Display">
            <a:extLst>
              <a:ext uri="{FF2B5EF4-FFF2-40B4-BE49-F238E27FC236}">
                <a16:creationId xmlns:a16="http://schemas.microsoft.com/office/drawing/2014/main" id="{7C1FACA3-F0F0-43CB-B275-EF26A7148A0D}"/>
              </a:ext>
            </a:extLst>
          </p:cNvPr>
          <p:cNvGrpSpPr>
            <a:grpSpLocks noChangeAspect="1"/>
          </p:cNvGrpSpPr>
          <p:nvPr>
            <p:custDataLst>
              <p:tags r:id="rId28"/>
            </p:custDataLst>
          </p:nvPr>
        </p:nvGrpSpPr>
        <p:grpSpPr>
          <a:xfrm>
            <a:off x="8970924" y="1414463"/>
            <a:ext cx="105628" cy="68590"/>
            <a:chOff x="8970924" y="1414463"/>
            <a:chExt cx="114300" cy="82551"/>
          </a:xfrm>
        </p:grpSpPr>
        <p:sp>
          <p:nvSpPr>
            <p:cNvPr id="513" name="Freeform 314">
              <a:extLst>
                <a:ext uri="{FF2B5EF4-FFF2-40B4-BE49-F238E27FC236}">
                  <a16:creationId xmlns:a16="http://schemas.microsoft.com/office/drawing/2014/main" id="{09654279-7AB0-4462-9221-B216DC409F7C}"/>
                </a:ext>
              </a:extLst>
            </p:cNvPr>
            <p:cNvSpPr>
              <a:spLocks/>
            </p:cNvSpPr>
            <p:nvPr>
              <p:custDataLst>
                <p:tags r:id="rId248"/>
              </p:custDataLst>
            </p:nvPr>
          </p:nvSpPr>
          <p:spPr bwMode="auto">
            <a:xfrm>
              <a:off x="8970924" y="1414463"/>
              <a:ext cx="66675" cy="61913"/>
            </a:xfrm>
            <a:custGeom>
              <a:avLst/>
              <a:gdLst>
                <a:gd name="T0" fmla="*/ 29 w 270"/>
                <a:gd name="T1" fmla="*/ 192 h 227"/>
                <a:gd name="T2" fmla="*/ 25 w 270"/>
                <a:gd name="T3" fmla="*/ 213 h 227"/>
                <a:gd name="T4" fmla="*/ 39 w 270"/>
                <a:gd name="T5" fmla="*/ 227 h 227"/>
                <a:gd name="T6" fmla="*/ 57 w 270"/>
                <a:gd name="T7" fmla="*/ 213 h 227"/>
                <a:gd name="T8" fmla="*/ 67 w 270"/>
                <a:gd name="T9" fmla="*/ 176 h 227"/>
                <a:gd name="T10" fmla="*/ 78 w 270"/>
                <a:gd name="T11" fmla="*/ 131 h 227"/>
                <a:gd name="T12" fmla="*/ 86 w 270"/>
                <a:gd name="T13" fmla="*/ 97 h 227"/>
                <a:gd name="T14" fmla="*/ 93 w 270"/>
                <a:gd name="T15" fmla="*/ 72 h 227"/>
                <a:gd name="T16" fmla="*/ 174 w 270"/>
                <a:gd name="T17" fmla="*/ 11 h 227"/>
                <a:gd name="T18" fmla="*/ 201 w 270"/>
                <a:gd name="T19" fmla="*/ 46 h 227"/>
                <a:gd name="T20" fmla="*/ 169 w 270"/>
                <a:gd name="T21" fmla="*/ 163 h 227"/>
                <a:gd name="T22" fmla="*/ 164 w 270"/>
                <a:gd name="T23" fmla="*/ 186 h 227"/>
                <a:gd name="T24" fmla="*/ 205 w 270"/>
                <a:gd name="T25" fmla="*/ 227 h 227"/>
                <a:gd name="T26" fmla="*/ 270 w 270"/>
                <a:gd name="T27" fmla="*/ 150 h 227"/>
                <a:gd name="T28" fmla="*/ 264 w 270"/>
                <a:gd name="T29" fmla="*/ 145 h 227"/>
                <a:gd name="T30" fmla="*/ 257 w 270"/>
                <a:gd name="T31" fmla="*/ 154 h 227"/>
                <a:gd name="T32" fmla="*/ 206 w 270"/>
                <a:gd name="T33" fmla="*/ 216 h 227"/>
                <a:gd name="T34" fmla="*/ 194 w 270"/>
                <a:gd name="T35" fmla="*/ 199 h 227"/>
                <a:gd name="T36" fmla="*/ 203 w 270"/>
                <a:gd name="T37" fmla="*/ 164 h 227"/>
                <a:gd name="T38" fmla="*/ 233 w 270"/>
                <a:gd name="T39" fmla="*/ 54 h 227"/>
                <a:gd name="T40" fmla="*/ 176 w 270"/>
                <a:gd name="T41" fmla="*/ 0 h 227"/>
                <a:gd name="T42" fmla="*/ 98 w 270"/>
                <a:gd name="T43" fmla="*/ 44 h 227"/>
                <a:gd name="T44" fmla="*/ 52 w 270"/>
                <a:gd name="T45" fmla="*/ 0 h 227"/>
                <a:gd name="T46" fmla="*/ 15 w 270"/>
                <a:gd name="T47" fmla="*/ 29 h 227"/>
                <a:gd name="T48" fmla="*/ 0 w 270"/>
                <a:gd name="T49" fmla="*/ 77 h 227"/>
                <a:gd name="T50" fmla="*/ 6 w 270"/>
                <a:gd name="T51" fmla="*/ 82 h 227"/>
                <a:gd name="T52" fmla="*/ 14 w 270"/>
                <a:gd name="T53" fmla="*/ 71 h 227"/>
                <a:gd name="T54" fmla="*/ 50 w 270"/>
                <a:gd name="T55" fmla="*/ 11 h 227"/>
                <a:gd name="T56" fmla="*/ 66 w 270"/>
                <a:gd name="T57" fmla="*/ 34 h 227"/>
                <a:gd name="T58" fmla="*/ 58 w 270"/>
                <a:gd name="T59" fmla="*/ 76 h 227"/>
                <a:gd name="T60" fmla="*/ 29 w 270"/>
                <a:gd name="T61" fmla="*/ 1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7">
                  <a:moveTo>
                    <a:pt x="29" y="192"/>
                  </a:moveTo>
                  <a:cubicBezTo>
                    <a:pt x="28" y="199"/>
                    <a:pt x="25" y="211"/>
                    <a:pt x="25" y="213"/>
                  </a:cubicBezTo>
                  <a:cubicBezTo>
                    <a:pt x="25" y="222"/>
                    <a:pt x="32" y="227"/>
                    <a:pt x="39" y="227"/>
                  </a:cubicBezTo>
                  <a:cubicBezTo>
                    <a:pt x="45" y="227"/>
                    <a:pt x="54" y="223"/>
                    <a:pt x="57" y="213"/>
                  </a:cubicBezTo>
                  <a:cubicBezTo>
                    <a:pt x="58" y="212"/>
                    <a:pt x="64" y="188"/>
                    <a:pt x="67" y="176"/>
                  </a:cubicBezTo>
                  <a:lnTo>
                    <a:pt x="78" y="131"/>
                  </a:lnTo>
                  <a:cubicBezTo>
                    <a:pt x="81" y="120"/>
                    <a:pt x="84" y="109"/>
                    <a:pt x="86" y="97"/>
                  </a:cubicBezTo>
                  <a:cubicBezTo>
                    <a:pt x="88" y="89"/>
                    <a:pt x="92" y="74"/>
                    <a:pt x="93" y="72"/>
                  </a:cubicBezTo>
                  <a:cubicBezTo>
                    <a:pt x="100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3"/>
                  </a:cubicBezTo>
                  <a:cubicBezTo>
                    <a:pt x="164" y="174"/>
                    <a:pt x="164" y="180"/>
                    <a:pt x="164" y="186"/>
                  </a:cubicBezTo>
                  <a:cubicBezTo>
                    <a:pt x="164" y="209"/>
                    <a:pt x="181" y="227"/>
                    <a:pt x="205" y="227"/>
                  </a:cubicBezTo>
                  <a:cubicBezTo>
                    <a:pt x="252" y="227"/>
                    <a:pt x="270" y="154"/>
                    <a:pt x="270" y="150"/>
                  </a:cubicBezTo>
                  <a:cubicBezTo>
                    <a:pt x="270" y="145"/>
                    <a:pt x="266" y="145"/>
                    <a:pt x="264" y="145"/>
                  </a:cubicBezTo>
                  <a:cubicBezTo>
                    <a:pt x="259" y="145"/>
                    <a:pt x="259" y="146"/>
                    <a:pt x="257" y="154"/>
                  </a:cubicBezTo>
                  <a:cubicBezTo>
                    <a:pt x="247" y="188"/>
                    <a:pt x="230" y="216"/>
                    <a:pt x="206" y="216"/>
                  </a:cubicBezTo>
                  <a:cubicBezTo>
                    <a:pt x="197" y="216"/>
                    <a:pt x="194" y="211"/>
                    <a:pt x="194" y="199"/>
                  </a:cubicBezTo>
                  <a:cubicBezTo>
                    <a:pt x="194" y="187"/>
                    <a:pt x="198" y="175"/>
                    <a:pt x="203" y="164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6" y="32"/>
                    <a:pt x="98" y="44"/>
                  </a:cubicBezTo>
                  <a:cubicBezTo>
                    <a:pt x="95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0" y="11"/>
                  </a:cubicBezTo>
                  <a:cubicBezTo>
                    <a:pt x="60" y="11"/>
                    <a:pt x="66" y="18"/>
                    <a:pt x="66" y="34"/>
                  </a:cubicBezTo>
                  <a:cubicBezTo>
                    <a:pt x="66" y="45"/>
                    <a:pt x="64" y="50"/>
                    <a:pt x="58" y="76"/>
                  </a:cubicBezTo>
                  <a:lnTo>
                    <a:pt x="29" y="19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14" name="Freeform 315">
              <a:extLst>
                <a:ext uri="{FF2B5EF4-FFF2-40B4-BE49-F238E27FC236}">
                  <a16:creationId xmlns:a16="http://schemas.microsoft.com/office/drawing/2014/main" id="{52404C81-9AF9-4134-B304-B3B8290132EF}"/>
                </a:ext>
              </a:extLst>
            </p:cNvPr>
            <p:cNvSpPr>
              <a:spLocks/>
            </p:cNvSpPr>
            <p:nvPr>
              <p:custDataLst>
                <p:tags r:id="rId249"/>
              </p:custDataLst>
            </p:nvPr>
          </p:nvSpPr>
          <p:spPr bwMode="auto">
            <a:xfrm>
              <a:off x="9047124" y="1431926"/>
              <a:ext cx="38100" cy="65088"/>
            </a:xfrm>
            <a:custGeom>
              <a:avLst/>
              <a:gdLst>
                <a:gd name="T0" fmla="*/ 32 w 155"/>
                <a:gd name="T1" fmla="*/ 37 h 239"/>
                <a:gd name="T2" fmla="*/ 66 w 155"/>
                <a:gd name="T3" fmla="*/ 42 h 239"/>
                <a:gd name="T4" fmla="*/ 140 w 155"/>
                <a:gd name="T5" fmla="*/ 5 h 239"/>
                <a:gd name="T6" fmla="*/ 135 w 155"/>
                <a:gd name="T7" fmla="*/ 0 h 239"/>
                <a:gd name="T8" fmla="*/ 133 w 155"/>
                <a:gd name="T9" fmla="*/ 1 h 239"/>
                <a:gd name="T10" fmla="*/ 80 w 155"/>
                <a:gd name="T11" fmla="*/ 11 h 239"/>
                <a:gd name="T12" fmla="*/ 29 w 155"/>
                <a:gd name="T13" fmla="*/ 2 h 239"/>
                <a:gd name="T14" fmla="*/ 24 w 155"/>
                <a:gd name="T15" fmla="*/ 0 h 239"/>
                <a:gd name="T16" fmla="*/ 20 w 155"/>
                <a:gd name="T17" fmla="*/ 10 h 239"/>
                <a:gd name="T18" fmla="*/ 20 w 155"/>
                <a:gd name="T19" fmla="*/ 113 h 239"/>
                <a:gd name="T20" fmla="*/ 25 w 155"/>
                <a:gd name="T21" fmla="*/ 123 h 239"/>
                <a:gd name="T22" fmla="*/ 32 w 155"/>
                <a:gd name="T23" fmla="*/ 118 h 239"/>
                <a:gd name="T24" fmla="*/ 81 w 155"/>
                <a:gd name="T25" fmla="*/ 96 h 239"/>
                <a:gd name="T26" fmla="*/ 113 w 155"/>
                <a:gd name="T27" fmla="*/ 115 h 239"/>
                <a:gd name="T28" fmla="*/ 121 w 155"/>
                <a:gd name="T29" fmla="*/ 160 h 239"/>
                <a:gd name="T30" fmla="*/ 111 w 155"/>
                <a:gd name="T31" fmla="*/ 207 h 239"/>
                <a:gd name="T32" fmla="*/ 70 w 155"/>
                <a:gd name="T33" fmla="*/ 228 h 239"/>
                <a:gd name="T34" fmla="*/ 15 w 155"/>
                <a:gd name="T35" fmla="*/ 192 h 239"/>
                <a:gd name="T36" fmla="*/ 35 w 155"/>
                <a:gd name="T37" fmla="*/ 175 h 239"/>
                <a:gd name="T38" fmla="*/ 18 w 155"/>
                <a:gd name="T39" fmla="*/ 157 h 239"/>
                <a:gd name="T40" fmla="*/ 0 w 155"/>
                <a:gd name="T41" fmla="*/ 176 h 239"/>
                <a:gd name="T42" fmla="*/ 71 w 155"/>
                <a:gd name="T43" fmla="*/ 239 h 239"/>
                <a:gd name="T44" fmla="*/ 155 w 155"/>
                <a:gd name="T45" fmla="*/ 162 h 239"/>
                <a:gd name="T46" fmla="*/ 81 w 155"/>
                <a:gd name="T47" fmla="*/ 86 h 239"/>
                <a:gd name="T48" fmla="*/ 32 w 155"/>
                <a:gd name="T49" fmla="*/ 103 h 239"/>
                <a:gd name="T50" fmla="*/ 32 w 155"/>
                <a:gd name="T51" fmla="*/ 37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5" h="239">
                  <a:moveTo>
                    <a:pt x="32" y="37"/>
                  </a:moveTo>
                  <a:cubicBezTo>
                    <a:pt x="50" y="42"/>
                    <a:pt x="61" y="42"/>
                    <a:pt x="66" y="42"/>
                  </a:cubicBezTo>
                  <a:cubicBezTo>
                    <a:pt x="112" y="42"/>
                    <a:pt x="140" y="10"/>
                    <a:pt x="140" y="5"/>
                  </a:cubicBezTo>
                  <a:cubicBezTo>
                    <a:pt x="140" y="1"/>
                    <a:pt x="137" y="0"/>
                    <a:pt x="135" y="0"/>
                  </a:cubicBezTo>
                  <a:cubicBezTo>
                    <a:pt x="135" y="0"/>
                    <a:pt x="134" y="0"/>
                    <a:pt x="133" y="1"/>
                  </a:cubicBezTo>
                  <a:cubicBezTo>
                    <a:pt x="124" y="4"/>
                    <a:pt x="106" y="11"/>
                    <a:pt x="80" y="11"/>
                  </a:cubicBezTo>
                  <a:cubicBezTo>
                    <a:pt x="70" y="11"/>
                    <a:pt x="52" y="11"/>
                    <a:pt x="29" y="2"/>
                  </a:cubicBezTo>
                  <a:cubicBezTo>
                    <a:pt x="25" y="0"/>
                    <a:pt x="25" y="0"/>
                    <a:pt x="24" y="0"/>
                  </a:cubicBezTo>
                  <a:cubicBezTo>
                    <a:pt x="20" y="0"/>
                    <a:pt x="20" y="4"/>
                    <a:pt x="20" y="10"/>
                  </a:cubicBezTo>
                  <a:lnTo>
                    <a:pt x="20" y="113"/>
                  </a:lnTo>
                  <a:cubicBezTo>
                    <a:pt x="20" y="118"/>
                    <a:pt x="20" y="123"/>
                    <a:pt x="25" y="123"/>
                  </a:cubicBezTo>
                  <a:cubicBezTo>
                    <a:pt x="29" y="123"/>
                    <a:pt x="29" y="122"/>
                    <a:pt x="32" y="118"/>
                  </a:cubicBezTo>
                  <a:cubicBezTo>
                    <a:pt x="47" y="99"/>
                    <a:pt x="69" y="96"/>
                    <a:pt x="81" y="96"/>
                  </a:cubicBezTo>
                  <a:cubicBezTo>
                    <a:pt x="102" y="96"/>
                    <a:pt x="111" y="113"/>
                    <a:pt x="113" y="115"/>
                  </a:cubicBezTo>
                  <a:cubicBezTo>
                    <a:pt x="119" y="127"/>
                    <a:pt x="121" y="140"/>
                    <a:pt x="121" y="160"/>
                  </a:cubicBezTo>
                  <a:cubicBezTo>
                    <a:pt x="121" y="171"/>
                    <a:pt x="121" y="191"/>
                    <a:pt x="111" y="207"/>
                  </a:cubicBezTo>
                  <a:cubicBezTo>
                    <a:pt x="102" y="219"/>
                    <a:pt x="87" y="228"/>
                    <a:pt x="70" y="228"/>
                  </a:cubicBezTo>
                  <a:cubicBezTo>
                    <a:pt x="47" y="228"/>
                    <a:pt x="24" y="215"/>
                    <a:pt x="15" y="192"/>
                  </a:cubicBezTo>
                  <a:cubicBezTo>
                    <a:pt x="29" y="193"/>
                    <a:pt x="35" y="184"/>
                    <a:pt x="35" y="175"/>
                  </a:cubicBezTo>
                  <a:cubicBezTo>
                    <a:pt x="35" y="160"/>
                    <a:pt x="22" y="157"/>
                    <a:pt x="18" y="157"/>
                  </a:cubicBezTo>
                  <a:cubicBezTo>
                    <a:pt x="17" y="157"/>
                    <a:pt x="0" y="157"/>
                    <a:pt x="0" y="176"/>
                  </a:cubicBezTo>
                  <a:cubicBezTo>
                    <a:pt x="0" y="208"/>
                    <a:pt x="29" y="239"/>
                    <a:pt x="71" y="239"/>
                  </a:cubicBezTo>
                  <a:cubicBezTo>
                    <a:pt x="116" y="239"/>
                    <a:pt x="155" y="206"/>
                    <a:pt x="155" y="162"/>
                  </a:cubicBezTo>
                  <a:cubicBezTo>
                    <a:pt x="155" y="122"/>
                    <a:pt x="125" y="86"/>
                    <a:pt x="81" y="86"/>
                  </a:cubicBezTo>
                  <a:cubicBezTo>
                    <a:pt x="66" y="86"/>
                    <a:pt x="48" y="90"/>
                    <a:pt x="32" y="103"/>
                  </a:cubicBezTo>
                  <a:lnTo>
                    <a:pt x="32" y="3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A9E8BA1-DC98-4BD6-A506-904FB7D81AA0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8107364" y="878591"/>
            <a:ext cx="262800" cy="164228"/>
          </a:xfrm>
          <a:prstGeom prst="line">
            <a:avLst/>
          </a:prstGeom>
          <a:ln w="12700">
            <a:solidFill>
              <a:schemeClr val="accent2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타원 79">
            <a:extLst>
              <a:ext uri="{FF2B5EF4-FFF2-40B4-BE49-F238E27FC236}">
                <a16:creationId xmlns:a16="http://schemas.microsoft.com/office/drawing/2014/main" id="{534950DF-DF43-4806-883A-B156A8271857}"/>
              </a:ext>
            </a:extLst>
          </p:cNvPr>
          <p:cNvSpPr/>
          <p:nvPr/>
        </p:nvSpPr>
        <p:spPr>
          <a:xfrm>
            <a:off x="7968276" y="1036699"/>
            <a:ext cx="213394" cy="213394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66322C36-40B4-412F-A7ED-F1C150AD1DDB}"/>
              </a:ext>
            </a:extLst>
          </p:cNvPr>
          <p:cNvCxnSpPr>
            <a:cxnSpLocks/>
            <a:stCxn id="90" idx="3"/>
            <a:endCxn id="60" idx="7"/>
          </p:cNvCxnSpPr>
          <p:nvPr/>
        </p:nvCxnSpPr>
        <p:spPr>
          <a:xfrm flipH="1">
            <a:off x="8139207" y="925310"/>
            <a:ext cx="252518" cy="155224"/>
          </a:xfrm>
          <a:prstGeom prst="line">
            <a:avLst/>
          </a:prstGeom>
          <a:ln w="12700">
            <a:solidFill>
              <a:schemeClr val="accent1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0D4E0EF8-9192-4ECE-8595-3B8023ED80B3}"/>
              </a:ext>
            </a:extLst>
          </p:cNvPr>
          <p:cNvCxnSpPr>
            <a:cxnSpLocks/>
            <a:stCxn id="60" idx="3"/>
            <a:endCxn id="66" idx="0"/>
          </p:cNvCxnSpPr>
          <p:nvPr/>
        </p:nvCxnSpPr>
        <p:spPr>
          <a:xfrm flipH="1">
            <a:off x="7887224" y="1206258"/>
            <a:ext cx="126259" cy="147922"/>
          </a:xfrm>
          <a:prstGeom prst="line">
            <a:avLst/>
          </a:prstGeom>
          <a:ln w="12700">
            <a:solidFill>
              <a:schemeClr val="accent1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482E0C4-40FB-4771-8B31-CF92D2E181F0}"/>
              </a:ext>
            </a:extLst>
          </p:cNvPr>
          <p:cNvCxnSpPr>
            <a:cxnSpLocks noChangeAspect="1"/>
          </p:cNvCxnSpPr>
          <p:nvPr/>
        </p:nvCxnSpPr>
        <p:spPr>
          <a:xfrm>
            <a:off x="8542321" y="882046"/>
            <a:ext cx="262800" cy="164228"/>
          </a:xfrm>
          <a:prstGeom prst="line">
            <a:avLst/>
          </a:prstGeom>
          <a:ln w="12700">
            <a:solidFill>
              <a:schemeClr val="accent6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02956884-31BC-4606-9239-43AB2DB21F81}"/>
              </a:ext>
            </a:extLst>
          </p:cNvPr>
          <p:cNvSpPr/>
          <p:nvPr/>
        </p:nvSpPr>
        <p:spPr>
          <a:xfrm>
            <a:off x="8726639" y="1036699"/>
            <a:ext cx="213394" cy="213394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F6984C6A-436C-4128-804B-063A87A70BD1}"/>
              </a:ext>
            </a:extLst>
          </p:cNvPr>
          <p:cNvSpPr/>
          <p:nvPr/>
        </p:nvSpPr>
        <p:spPr>
          <a:xfrm>
            <a:off x="8538631" y="1336383"/>
            <a:ext cx="213394" cy="213394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FEFE7DB1-1579-4017-A904-DABCE8992609}"/>
              </a:ext>
            </a:extLst>
          </p:cNvPr>
          <p:cNvCxnSpPr>
            <a:cxnSpLocks/>
          </p:cNvCxnSpPr>
          <p:nvPr/>
        </p:nvCxnSpPr>
        <p:spPr>
          <a:xfrm flipH="1">
            <a:off x="8637409" y="1205413"/>
            <a:ext cx="126259" cy="149741"/>
          </a:xfrm>
          <a:prstGeom prst="line">
            <a:avLst/>
          </a:prstGeom>
          <a:ln w="12700">
            <a:solidFill>
              <a:srgbClr val="7030A0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D63F1254-B717-4ECF-AB94-98074633E7F4}"/>
              </a:ext>
            </a:extLst>
          </p:cNvPr>
          <p:cNvCxnSpPr>
            <a:cxnSpLocks/>
          </p:cNvCxnSpPr>
          <p:nvPr/>
        </p:nvCxnSpPr>
        <p:spPr>
          <a:xfrm flipH="1">
            <a:off x="8699965" y="1238903"/>
            <a:ext cx="95200" cy="112907"/>
          </a:xfrm>
          <a:prstGeom prst="line">
            <a:avLst/>
          </a:prstGeom>
          <a:ln w="12700">
            <a:solidFill>
              <a:schemeClr val="accent6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F4C7B5C0-EB97-46BF-90B4-1FE64F377CB0}"/>
              </a:ext>
            </a:extLst>
          </p:cNvPr>
          <p:cNvCxnSpPr>
            <a:cxnSpLocks/>
            <a:stCxn id="62" idx="3"/>
            <a:endCxn id="93" idx="0"/>
          </p:cNvCxnSpPr>
          <p:nvPr/>
        </p:nvCxnSpPr>
        <p:spPr>
          <a:xfrm flipH="1">
            <a:off x="8500204" y="1505942"/>
            <a:ext cx="80642" cy="189416"/>
          </a:xfrm>
          <a:prstGeom prst="line">
            <a:avLst/>
          </a:prstGeom>
          <a:ln w="12700">
            <a:solidFill>
              <a:srgbClr val="7030A0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63AC87E-060F-4BE2-B293-2EF963D200E3}"/>
              </a:ext>
            </a:extLst>
          </p:cNvPr>
          <p:cNvCxnSpPr>
            <a:cxnSpLocks/>
            <a:stCxn id="90" idx="5"/>
            <a:endCxn id="61" idx="1"/>
          </p:cNvCxnSpPr>
          <p:nvPr/>
        </p:nvCxnSpPr>
        <p:spPr>
          <a:xfrm>
            <a:off x="8517449" y="925310"/>
            <a:ext cx="252518" cy="155224"/>
          </a:xfrm>
          <a:prstGeom prst="line">
            <a:avLst/>
          </a:prstGeom>
          <a:ln w="12700">
            <a:solidFill>
              <a:srgbClr val="7030A0"/>
            </a:solidFill>
            <a:headEnd type="triangle" w="sm" len="med"/>
            <a:tailEnd type="non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타원 89">
            <a:extLst>
              <a:ext uri="{FF2B5EF4-FFF2-40B4-BE49-F238E27FC236}">
                <a16:creationId xmlns:a16="http://schemas.microsoft.com/office/drawing/2014/main" id="{20D03D2D-0644-4182-B789-8C18D7663BD3}"/>
              </a:ext>
            </a:extLst>
          </p:cNvPr>
          <p:cNvSpPr/>
          <p:nvPr/>
        </p:nvSpPr>
        <p:spPr>
          <a:xfrm>
            <a:off x="8365687" y="773548"/>
            <a:ext cx="177800" cy="1778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40" name="그룹 539" descr="\documentclass{article}&#10;\usepackage{amsmath}&#10;\pagestyle{empty}&#10;\begin{document}&#10;&#10;Backpropagation&#10;\end{document}" title="IguanaTex Vector Display">
            <a:extLst>
              <a:ext uri="{FF2B5EF4-FFF2-40B4-BE49-F238E27FC236}">
                <a16:creationId xmlns:a16="http://schemas.microsoft.com/office/drawing/2014/main" id="{2E447081-FC9F-435F-A2C8-8BD6BAE09319}"/>
              </a:ext>
            </a:extLst>
          </p:cNvPr>
          <p:cNvGrpSpPr>
            <a:grpSpLocks noChangeAspect="1"/>
          </p:cNvGrpSpPr>
          <p:nvPr>
            <p:custDataLst>
              <p:tags r:id="rId29"/>
            </p:custDataLst>
          </p:nvPr>
        </p:nvGrpSpPr>
        <p:grpSpPr>
          <a:xfrm>
            <a:off x="8034337" y="547689"/>
            <a:ext cx="834050" cy="102199"/>
            <a:chOff x="8034338" y="547688"/>
            <a:chExt cx="752475" cy="109538"/>
          </a:xfrm>
        </p:grpSpPr>
        <p:sp>
          <p:nvSpPr>
            <p:cNvPr id="524" name="Freeform 322">
              <a:extLst>
                <a:ext uri="{FF2B5EF4-FFF2-40B4-BE49-F238E27FC236}">
                  <a16:creationId xmlns:a16="http://schemas.microsoft.com/office/drawing/2014/main" id="{C425D414-986F-41D8-903C-E943CC6D77EF}"/>
                </a:ext>
              </a:extLst>
            </p:cNvPr>
            <p:cNvSpPr>
              <a:spLocks noEditPoints="1"/>
            </p:cNvSpPr>
            <p:nvPr>
              <p:custDataLst>
                <p:tags r:id="rId233"/>
              </p:custDataLst>
            </p:nvPr>
          </p:nvSpPr>
          <p:spPr bwMode="auto">
            <a:xfrm>
              <a:off x="8034338" y="549276"/>
              <a:ext cx="63500" cy="82550"/>
            </a:xfrm>
            <a:custGeom>
              <a:avLst/>
              <a:gdLst>
                <a:gd name="T0" fmla="*/ 93 w 307"/>
                <a:gd name="T1" fmla="*/ 158 h 341"/>
                <a:gd name="T2" fmla="*/ 93 w 307"/>
                <a:gd name="T3" fmla="*/ 35 h 341"/>
                <a:gd name="T4" fmla="*/ 118 w 307"/>
                <a:gd name="T5" fmla="*/ 15 h 341"/>
                <a:gd name="T6" fmla="*/ 179 w 307"/>
                <a:gd name="T7" fmla="*/ 15 h 341"/>
                <a:gd name="T8" fmla="*/ 245 w 307"/>
                <a:gd name="T9" fmla="*/ 84 h 341"/>
                <a:gd name="T10" fmla="*/ 165 w 307"/>
                <a:gd name="T11" fmla="*/ 158 h 341"/>
                <a:gd name="T12" fmla="*/ 93 w 307"/>
                <a:gd name="T13" fmla="*/ 158 h 341"/>
                <a:gd name="T14" fmla="*/ 211 w 307"/>
                <a:gd name="T15" fmla="*/ 162 h 341"/>
                <a:gd name="T16" fmla="*/ 294 w 307"/>
                <a:gd name="T17" fmla="*/ 84 h 341"/>
                <a:gd name="T18" fmla="*/ 183 w 307"/>
                <a:gd name="T19" fmla="*/ 0 h 341"/>
                <a:gd name="T20" fmla="*/ 0 w 307"/>
                <a:gd name="T21" fmla="*/ 0 h 341"/>
                <a:gd name="T22" fmla="*/ 0 w 307"/>
                <a:gd name="T23" fmla="*/ 15 h 341"/>
                <a:gd name="T24" fmla="*/ 12 w 307"/>
                <a:gd name="T25" fmla="*/ 15 h 341"/>
                <a:gd name="T26" fmla="*/ 52 w 307"/>
                <a:gd name="T27" fmla="*/ 39 h 341"/>
                <a:gd name="T28" fmla="*/ 52 w 307"/>
                <a:gd name="T29" fmla="*/ 302 h 341"/>
                <a:gd name="T30" fmla="*/ 12 w 307"/>
                <a:gd name="T31" fmla="*/ 325 h 341"/>
                <a:gd name="T32" fmla="*/ 0 w 307"/>
                <a:gd name="T33" fmla="*/ 325 h 341"/>
                <a:gd name="T34" fmla="*/ 0 w 307"/>
                <a:gd name="T35" fmla="*/ 341 h 341"/>
                <a:gd name="T36" fmla="*/ 196 w 307"/>
                <a:gd name="T37" fmla="*/ 341 h 341"/>
                <a:gd name="T38" fmla="*/ 307 w 307"/>
                <a:gd name="T39" fmla="*/ 249 h 341"/>
                <a:gd name="T40" fmla="*/ 211 w 307"/>
                <a:gd name="T41" fmla="*/ 162 h 341"/>
                <a:gd name="T42" fmla="*/ 180 w 307"/>
                <a:gd name="T43" fmla="*/ 325 h 341"/>
                <a:gd name="T44" fmla="*/ 118 w 307"/>
                <a:gd name="T45" fmla="*/ 325 h 341"/>
                <a:gd name="T46" fmla="*/ 93 w 307"/>
                <a:gd name="T47" fmla="*/ 305 h 341"/>
                <a:gd name="T48" fmla="*/ 93 w 307"/>
                <a:gd name="T49" fmla="*/ 169 h 341"/>
                <a:gd name="T50" fmla="*/ 187 w 307"/>
                <a:gd name="T51" fmla="*/ 169 h 341"/>
                <a:gd name="T52" fmla="*/ 257 w 307"/>
                <a:gd name="T53" fmla="*/ 249 h 341"/>
                <a:gd name="T54" fmla="*/ 180 w 307"/>
                <a:gd name="T55" fmla="*/ 325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07" h="341">
                  <a:moveTo>
                    <a:pt x="93" y="158"/>
                  </a:moveTo>
                  <a:lnTo>
                    <a:pt x="93" y="35"/>
                  </a:lnTo>
                  <a:cubicBezTo>
                    <a:pt x="93" y="19"/>
                    <a:pt x="94" y="15"/>
                    <a:pt x="118" y="15"/>
                  </a:cubicBezTo>
                  <a:lnTo>
                    <a:pt x="179" y="15"/>
                  </a:lnTo>
                  <a:cubicBezTo>
                    <a:pt x="228" y="15"/>
                    <a:pt x="245" y="58"/>
                    <a:pt x="245" y="84"/>
                  </a:cubicBezTo>
                  <a:cubicBezTo>
                    <a:pt x="245" y="116"/>
                    <a:pt x="221" y="158"/>
                    <a:pt x="165" y="158"/>
                  </a:cubicBezTo>
                  <a:lnTo>
                    <a:pt x="93" y="158"/>
                  </a:lnTo>
                  <a:close/>
                  <a:moveTo>
                    <a:pt x="211" y="162"/>
                  </a:moveTo>
                  <a:cubicBezTo>
                    <a:pt x="259" y="153"/>
                    <a:pt x="294" y="121"/>
                    <a:pt x="294" y="84"/>
                  </a:cubicBezTo>
                  <a:cubicBezTo>
                    <a:pt x="294" y="41"/>
                    <a:pt x="248" y="0"/>
                    <a:pt x="183" y="0"/>
                  </a:cubicBezTo>
                  <a:lnTo>
                    <a:pt x="0" y="0"/>
                  </a:lnTo>
                  <a:lnTo>
                    <a:pt x="0" y="15"/>
                  </a:lnTo>
                  <a:lnTo>
                    <a:pt x="12" y="15"/>
                  </a:lnTo>
                  <a:cubicBezTo>
                    <a:pt x="51" y="15"/>
                    <a:pt x="52" y="21"/>
                    <a:pt x="52" y="39"/>
                  </a:cubicBezTo>
                  <a:lnTo>
                    <a:pt x="52" y="302"/>
                  </a:lnTo>
                  <a:cubicBezTo>
                    <a:pt x="52" y="320"/>
                    <a:pt x="51" y="325"/>
                    <a:pt x="12" y="325"/>
                  </a:cubicBezTo>
                  <a:lnTo>
                    <a:pt x="0" y="325"/>
                  </a:lnTo>
                  <a:lnTo>
                    <a:pt x="0" y="341"/>
                  </a:lnTo>
                  <a:lnTo>
                    <a:pt x="196" y="341"/>
                  </a:lnTo>
                  <a:cubicBezTo>
                    <a:pt x="262" y="341"/>
                    <a:pt x="307" y="296"/>
                    <a:pt x="307" y="249"/>
                  </a:cubicBezTo>
                  <a:cubicBezTo>
                    <a:pt x="307" y="206"/>
                    <a:pt x="266" y="168"/>
                    <a:pt x="211" y="162"/>
                  </a:cubicBezTo>
                  <a:close/>
                  <a:moveTo>
                    <a:pt x="180" y="325"/>
                  </a:moveTo>
                  <a:lnTo>
                    <a:pt x="118" y="325"/>
                  </a:lnTo>
                  <a:cubicBezTo>
                    <a:pt x="94" y="325"/>
                    <a:pt x="93" y="322"/>
                    <a:pt x="93" y="305"/>
                  </a:cubicBezTo>
                  <a:lnTo>
                    <a:pt x="93" y="169"/>
                  </a:lnTo>
                  <a:lnTo>
                    <a:pt x="187" y="169"/>
                  </a:lnTo>
                  <a:cubicBezTo>
                    <a:pt x="236" y="169"/>
                    <a:pt x="257" y="215"/>
                    <a:pt x="257" y="249"/>
                  </a:cubicBezTo>
                  <a:cubicBezTo>
                    <a:pt x="257" y="284"/>
                    <a:pt x="231" y="325"/>
                    <a:pt x="180" y="32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25" name="Freeform 323">
              <a:extLst>
                <a:ext uri="{FF2B5EF4-FFF2-40B4-BE49-F238E27FC236}">
                  <a16:creationId xmlns:a16="http://schemas.microsoft.com/office/drawing/2014/main" id="{C54D4821-B3DC-4B1C-9E47-DD049DE11539}"/>
                </a:ext>
              </a:extLst>
            </p:cNvPr>
            <p:cNvSpPr>
              <a:spLocks noEditPoints="1"/>
            </p:cNvSpPr>
            <p:nvPr>
              <p:custDataLst>
                <p:tags r:id="rId234"/>
              </p:custDataLst>
            </p:nvPr>
          </p:nvSpPr>
          <p:spPr bwMode="auto">
            <a:xfrm>
              <a:off x="8108951" y="577851"/>
              <a:ext cx="46038" cy="55563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79 h 229"/>
                <a:gd name="T6" fmla="*/ 225 w 225"/>
                <a:gd name="T7" fmla="*/ 151 h 229"/>
                <a:gd name="T8" fmla="*/ 213 w 225"/>
                <a:gd name="T9" fmla="*/ 151 h 229"/>
                <a:gd name="T10" fmla="*/ 213 w 225"/>
                <a:gd name="T11" fmla="*/ 179 h 229"/>
                <a:gd name="T12" fmla="*/ 195 w 225"/>
                <a:gd name="T13" fmla="*/ 211 h 229"/>
                <a:gd name="T14" fmla="*/ 176 w 225"/>
                <a:gd name="T15" fmla="*/ 186 h 229"/>
                <a:gd name="T16" fmla="*/ 176 w 225"/>
                <a:gd name="T17" fmla="*/ 86 h 229"/>
                <a:gd name="T18" fmla="*/ 158 w 225"/>
                <a:gd name="T19" fmla="*/ 27 h 229"/>
                <a:gd name="T20" fmla="*/ 90 w 225"/>
                <a:gd name="T21" fmla="*/ 0 h 229"/>
                <a:gd name="T22" fmla="*/ 15 w 225"/>
                <a:gd name="T23" fmla="*/ 56 h 229"/>
                <a:gd name="T24" fmla="*/ 38 w 225"/>
                <a:gd name="T25" fmla="*/ 80 h 229"/>
                <a:gd name="T26" fmla="*/ 61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2 w 225"/>
                <a:gd name="T33" fmla="*/ 75 h 229"/>
                <a:gd name="T34" fmla="*/ 142 w 225"/>
                <a:gd name="T35" fmla="*/ 93 h 229"/>
                <a:gd name="T36" fmla="*/ 50 w 225"/>
                <a:gd name="T37" fmla="*/ 111 h 229"/>
                <a:gd name="T38" fmla="*/ 0 w 225"/>
                <a:gd name="T39" fmla="*/ 176 h 229"/>
                <a:gd name="T40" fmla="*/ 80 w 225"/>
                <a:gd name="T41" fmla="*/ 229 h 229"/>
                <a:gd name="T42" fmla="*/ 145 w 225"/>
                <a:gd name="T43" fmla="*/ 186 h 229"/>
                <a:gd name="T44" fmla="*/ 142 w 225"/>
                <a:gd name="T45" fmla="*/ 104 h 229"/>
                <a:gd name="T46" fmla="*/ 142 w 225"/>
                <a:gd name="T47" fmla="*/ 154 h 229"/>
                <a:gd name="T48" fmla="*/ 84 w 225"/>
                <a:gd name="T49" fmla="*/ 218 h 229"/>
                <a:gd name="T50" fmla="*/ 39 w 225"/>
                <a:gd name="T51" fmla="*/ 176 h 229"/>
                <a:gd name="T52" fmla="*/ 142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1" y="227"/>
                    <a:pt x="184" y="227"/>
                  </a:cubicBezTo>
                  <a:cubicBezTo>
                    <a:pt x="195" y="227"/>
                    <a:pt x="225" y="220"/>
                    <a:pt x="225" y="179"/>
                  </a:cubicBezTo>
                  <a:lnTo>
                    <a:pt x="225" y="151"/>
                  </a:lnTo>
                  <a:lnTo>
                    <a:pt x="213" y="151"/>
                  </a:lnTo>
                  <a:lnTo>
                    <a:pt x="213" y="179"/>
                  </a:lnTo>
                  <a:cubicBezTo>
                    <a:pt x="213" y="208"/>
                    <a:pt x="200" y="211"/>
                    <a:pt x="195" y="211"/>
                  </a:cubicBezTo>
                  <a:cubicBezTo>
                    <a:pt x="178" y="211"/>
                    <a:pt x="176" y="189"/>
                    <a:pt x="176" y="186"/>
                  </a:cubicBezTo>
                  <a:lnTo>
                    <a:pt x="176" y="86"/>
                  </a:lnTo>
                  <a:cubicBezTo>
                    <a:pt x="176" y="65"/>
                    <a:pt x="176" y="46"/>
                    <a:pt x="158" y="27"/>
                  </a:cubicBezTo>
                  <a:cubicBezTo>
                    <a:pt x="139" y="8"/>
                    <a:pt x="114" y="0"/>
                    <a:pt x="90" y="0"/>
                  </a:cubicBezTo>
                  <a:cubicBezTo>
                    <a:pt x="49" y="0"/>
                    <a:pt x="15" y="23"/>
                    <a:pt x="15" y="56"/>
                  </a:cubicBezTo>
                  <a:cubicBezTo>
                    <a:pt x="15" y="71"/>
                    <a:pt x="25" y="80"/>
                    <a:pt x="38" y="80"/>
                  </a:cubicBezTo>
                  <a:cubicBezTo>
                    <a:pt x="52" y="80"/>
                    <a:pt x="61" y="70"/>
                    <a:pt x="61" y="57"/>
                  </a:cubicBezTo>
                  <a:cubicBezTo>
                    <a:pt x="61" y="51"/>
                    <a:pt x="58" y="34"/>
                    <a:pt x="35" y="34"/>
                  </a:cubicBezTo>
                  <a:cubicBezTo>
                    <a:pt x="49" y="16"/>
                    <a:pt x="73" y="11"/>
                    <a:pt x="89" y="11"/>
                  </a:cubicBezTo>
                  <a:cubicBezTo>
                    <a:pt x="114" y="11"/>
                    <a:pt x="142" y="30"/>
                    <a:pt x="142" y="75"/>
                  </a:cubicBezTo>
                  <a:lnTo>
                    <a:pt x="142" y="93"/>
                  </a:lnTo>
                  <a:cubicBezTo>
                    <a:pt x="116" y="95"/>
                    <a:pt x="82" y="96"/>
                    <a:pt x="50" y="111"/>
                  </a:cubicBezTo>
                  <a:cubicBezTo>
                    <a:pt x="13" y="128"/>
                    <a:pt x="0" y="154"/>
                    <a:pt x="0" y="176"/>
                  </a:cubicBezTo>
                  <a:cubicBezTo>
                    <a:pt x="0" y="217"/>
                    <a:pt x="49" y="229"/>
                    <a:pt x="80" y="229"/>
                  </a:cubicBezTo>
                  <a:cubicBezTo>
                    <a:pt x="113" y="229"/>
                    <a:pt x="136" y="209"/>
                    <a:pt x="145" y="186"/>
                  </a:cubicBezTo>
                  <a:close/>
                  <a:moveTo>
                    <a:pt x="142" y="104"/>
                  </a:moveTo>
                  <a:lnTo>
                    <a:pt x="142" y="154"/>
                  </a:lnTo>
                  <a:cubicBezTo>
                    <a:pt x="142" y="201"/>
                    <a:pt x="106" y="218"/>
                    <a:pt x="84" y="218"/>
                  </a:cubicBezTo>
                  <a:cubicBezTo>
                    <a:pt x="59" y="218"/>
                    <a:pt x="39" y="201"/>
                    <a:pt x="39" y="176"/>
                  </a:cubicBezTo>
                  <a:cubicBezTo>
                    <a:pt x="39" y="148"/>
                    <a:pt x="60" y="107"/>
                    <a:pt x="142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26" name="Freeform 324">
              <a:extLst>
                <a:ext uri="{FF2B5EF4-FFF2-40B4-BE49-F238E27FC236}">
                  <a16:creationId xmlns:a16="http://schemas.microsoft.com/office/drawing/2014/main" id="{7DA2149C-2218-4081-BBD5-61EB0CB92FB4}"/>
                </a:ext>
              </a:extLst>
            </p:cNvPr>
            <p:cNvSpPr>
              <a:spLocks/>
            </p:cNvSpPr>
            <p:nvPr>
              <p:custDataLst>
                <p:tags r:id="rId235"/>
              </p:custDataLst>
            </p:nvPr>
          </p:nvSpPr>
          <p:spPr bwMode="auto">
            <a:xfrm>
              <a:off x="8159751" y="577851"/>
              <a:ext cx="38100" cy="55563"/>
            </a:xfrm>
            <a:custGeom>
              <a:avLst/>
              <a:gdLst>
                <a:gd name="T0" fmla="*/ 42 w 190"/>
                <a:gd name="T1" fmla="*/ 115 h 229"/>
                <a:gd name="T2" fmla="*/ 109 w 190"/>
                <a:gd name="T3" fmla="*/ 12 h 229"/>
                <a:gd name="T4" fmla="*/ 162 w 190"/>
                <a:gd name="T5" fmla="*/ 31 h 229"/>
                <a:gd name="T6" fmla="*/ 139 w 190"/>
                <a:gd name="T7" fmla="*/ 54 h 229"/>
                <a:gd name="T8" fmla="*/ 162 w 190"/>
                <a:gd name="T9" fmla="*/ 77 h 229"/>
                <a:gd name="T10" fmla="*/ 185 w 190"/>
                <a:gd name="T11" fmla="*/ 53 h 229"/>
                <a:gd name="T12" fmla="*/ 108 w 190"/>
                <a:gd name="T13" fmla="*/ 0 h 229"/>
                <a:gd name="T14" fmla="*/ 0 w 190"/>
                <a:gd name="T15" fmla="*/ 116 h 229"/>
                <a:gd name="T16" fmla="*/ 107 w 190"/>
                <a:gd name="T17" fmla="*/ 229 h 229"/>
                <a:gd name="T18" fmla="*/ 190 w 190"/>
                <a:gd name="T19" fmla="*/ 164 h 229"/>
                <a:gd name="T20" fmla="*/ 184 w 190"/>
                <a:gd name="T21" fmla="*/ 159 h 229"/>
                <a:gd name="T22" fmla="*/ 177 w 190"/>
                <a:gd name="T23" fmla="*/ 164 h 229"/>
                <a:gd name="T24" fmla="*/ 112 w 190"/>
                <a:gd name="T25" fmla="*/ 217 h 229"/>
                <a:gd name="T26" fmla="*/ 42 w 190"/>
                <a:gd name="T27" fmla="*/ 11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229">
                  <a:moveTo>
                    <a:pt x="42" y="115"/>
                  </a:moveTo>
                  <a:cubicBezTo>
                    <a:pt x="42" y="33"/>
                    <a:pt x="83" y="12"/>
                    <a:pt x="109" y="12"/>
                  </a:cubicBezTo>
                  <a:cubicBezTo>
                    <a:pt x="113" y="12"/>
                    <a:pt x="145" y="13"/>
                    <a:pt x="162" y="31"/>
                  </a:cubicBezTo>
                  <a:cubicBezTo>
                    <a:pt x="142" y="32"/>
                    <a:pt x="139" y="47"/>
                    <a:pt x="139" y="54"/>
                  </a:cubicBezTo>
                  <a:cubicBezTo>
                    <a:pt x="139" y="67"/>
                    <a:pt x="148" y="77"/>
                    <a:pt x="162" y="77"/>
                  </a:cubicBezTo>
                  <a:cubicBezTo>
                    <a:pt x="175" y="77"/>
                    <a:pt x="185" y="68"/>
                    <a:pt x="185" y="53"/>
                  </a:cubicBezTo>
                  <a:cubicBezTo>
                    <a:pt x="185" y="19"/>
                    <a:pt x="147" y="0"/>
                    <a:pt x="108" y="0"/>
                  </a:cubicBezTo>
                  <a:cubicBezTo>
                    <a:pt x="46" y="0"/>
                    <a:pt x="0" y="54"/>
                    <a:pt x="0" y="116"/>
                  </a:cubicBezTo>
                  <a:cubicBezTo>
                    <a:pt x="0" y="180"/>
                    <a:pt x="50" y="229"/>
                    <a:pt x="107" y="229"/>
                  </a:cubicBezTo>
                  <a:cubicBezTo>
                    <a:pt x="174" y="229"/>
                    <a:pt x="190" y="169"/>
                    <a:pt x="190" y="164"/>
                  </a:cubicBezTo>
                  <a:cubicBezTo>
                    <a:pt x="190" y="159"/>
                    <a:pt x="185" y="159"/>
                    <a:pt x="184" y="159"/>
                  </a:cubicBezTo>
                  <a:cubicBezTo>
                    <a:pt x="179" y="159"/>
                    <a:pt x="178" y="161"/>
                    <a:pt x="177" y="164"/>
                  </a:cubicBezTo>
                  <a:cubicBezTo>
                    <a:pt x="163" y="211"/>
                    <a:pt x="130" y="217"/>
                    <a:pt x="112" y="217"/>
                  </a:cubicBezTo>
                  <a:cubicBezTo>
                    <a:pt x="86" y="217"/>
                    <a:pt x="42" y="195"/>
                    <a:pt x="42" y="1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27" name="Freeform 325">
              <a:extLst>
                <a:ext uri="{FF2B5EF4-FFF2-40B4-BE49-F238E27FC236}">
                  <a16:creationId xmlns:a16="http://schemas.microsoft.com/office/drawing/2014/main" id="{208CFC84-051C-4D0A-9A70-0A180CEFC10C}"/>
                </a:ext>
              </a:extLst>
            </p:cNvPr>
            <p:cNvSpPr>
              <a:spLocks/>
            </p:cNvSpPr>
            <p:nvPr>
              <p:custDataLst>
                <p:tags r:id="rId236"/>
              </p:custDataLst>
            </p:nvPr>
          </p:nvSpPr>
          <p:spPr bwMode="auto">
            <a:xfrm>
              <a:off x="8201026" y="547688"/>
              <a:ext cx="49213" cy="84138"/>
            </a:xfrm>
            <a:custGeom>
              <a:avLst/>
              <a:gdLst>
                <a:gd name="T0" fmla="*/ 39 w 241"/>
                <a:gd name="T1" fmla="*/ 309 h 347"/>
                <a:gd name="T2" fmla="*/ 0 w 241"/>
                <a:gd name="T3" fmla="*/ 331 h 347"/>
                <a:gd name="T4" fmla="*/ 0 w 241"/>
                <a:gd name="T5" fmla="*/ 347 h 347"/>
                <a:gd name="T6" fmla="*/ 54 w 241"/>
                <a:gd name="T7" fmla="*/ 345 h 347"/>
                <a:gd name="T8" fmla="*/ 109 w 241"/>
                <a:gd name="T9" fmla="*/ 347 h 347"/>
                <a:gd name="T10" fmla="*/ 109 w 241"/>
                <a:gd name="T11" fmla="*/ 331 h 347"/>
                <a:gd name="T12" fmla="*/ 70 w 241"/>
                <a:gd name="T13" fmla="*/ 309 h 347"/>
                <a:gd name="T14" fmla="*/ 70 w 241"/>
                <a:gd name="T15" fmla="*/ 257 h 347"/>
                <a:gd name="T16" fmla="*/ 102 w 241"/>
                <a:gd name="T17" fmla="*/ 230 h 347"/>
                <a:gd name="T18" fmla="*/ 161 w 241"/>
                <a:gd name="T19" fmla="*/ 320 h 347"/>
                <a:gd name="T20" fmla="*/ 143 w 241"/>
                <a:gd name="T21" fmla="*/ 331 h 347"/>
                <a:gd name="T22" fmla="*/ 143 w 241"/>
                <a:gd name="T23" fmla="*/ 347 h 347"/>
                <a:gd name="T24" fmla="*/ 197 w 241"/>
                <a:gd name="T25" fmla="*/ 345 h 347"/>
                <a:gd name="T26" fmla="*/ 241 w 241"/>
                <a:gd name="T27" fmla="*/ 347 h 347"/>
                <a:gd name="T28" fmla="*/ 241 w 241"/>
                <a:gd name="T29" fmla="*/ 331 h 347"/>
                <a:gd name="T30" fmla="*/ 192 w 241"/>
                <a:gd name="T31" fmla="*/ 305 h 347"/>
                <a:gd name="T32" fmla="*/ 129 w 241"/>
                <a:gd name="T33" fmla="*/ 215 h 347"/>
                <a:gd name="T34" fmla="*/ 126 w 241"/>
                <a:gd name="T35" fmla="*/ 210 h 347"/>
                <a:gd name="T36" fmla="*/ 166 w 241"/>
                <a:gd name="T37" fmla="*/ 174 h 347"/>
                <a:gd name="T38" fmla="*/ 229 w 241"/>
                <a:gd name="T39" fmla="*/ 147 h 347"/>
                <a:gd name="T40" fmla="*/ 229 w 241"/>
                <a:gd name="T41" fmla="*/ 131 h 347"/>
                <a:gd name="T42" fmla="*/ 194 w 241"/>
                <a:gd name="T43" fmla="*/ 133 h 347"/>
                <a:gd name="T44" fmla="*/ 138 w 241"/>
                <a:gd name="T45" fmla="*/ 131 h 347"/>
                <a:gd name="T46" fmla="*/ 138 w 241"/>
                <a:gd name="T47" fmla="*/ 147 h 347"/>
                <a:gd name="T48" fmla="*/ 153 w 241"/>
                <a:gd name="T49" fmla="*/ 159 h 347"/>
                <a:gd name="T50" fmla="*/ 142 w 241"/>
                <a:gd name="T51" fmla="*/ 179 h 347"/>
                <a:gd name="T52" fmla="*/ 72 w 241"/>
                <a:gd name="T53" fmla="*/ 240 h 347"/>
                <a:gd name="T54" fmla="*/ 72 w 241"/>
                <a:gd name="T55" fmla="*/ 0 h 347"/>
                <a:gd name="T56" fmla="*/ 0 w 241"/>
                <a:gd name="T57" fmla="*/ 6 h 347"/>
                <a:gd name="T58" fmla="*/ 0 w 241"/>
                <a:gd name="T59" fmla="*/ 21 h 347"/>
                <a:gd name="T60" fmla="*/ 39 w 241"/>
                <a:gd name="T61" fmla="*/ 49 h 347"/>
                <a:gd name="T62" fmla="*/ 39 w 241"/>
                <a:gd name="T63" fmla="*/ 309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1" h="347">
                  <a:moveTo>
                    <a:pt x="39" y="309"/>
                  </a:moveTo>
                  <a:cubicBezTo>
                    <a:pt x="39" y="331"/>
                    <a:pt x="33" y="331"/>
                    <a:pt x="0" y="331"/>
                  </a:cubicBezTo>
                  <a:lnTo>
                    <a:pt x="0" y="347"/>
                  </a:lnTo>
                  <a:cubicBezTo>
                    <a:pt x="16" y="346"/>
                    <a:pt x="40" y="345"/>
                    <a:pt x="54" y="345"/>
                  </a:cubicBezTo>
                  <a:cubicBezTo>
                    <a:pt x="69" y="345"/>
                    <a:pt x="89" y="346"/>
                    <a:pt x="109" y="347"/>
                  </a:cubicBezTo>
                  <a:lnTo>
                    <a:pt x="109" y="331"/>
                  </a:lnTo>
                  <a:cubicBezTo>
                    <a:pt x="76" y="331"/>
                    <a:pt x="70" y="331"/>
                    <a:pt x="70" y="309"/>
                  </a:cubicBezTo>
                  <a:lnTo>
                    <a:pt x="70" y="257"/>
                  </a:lnTo>
                  <a:lnTo>
                    <a:pt x="102" y="230"/>
                  </a:lnTo>
                  <a:cubicBezTo>
                    <a:pt x="140" y="283"/>
                    <a:pt x="161" y="311"/>
                    <a:pt x="161" y="320"/>
                  </a:cubicBezTo>
                  <a:cubicBezTo>
                    <a:pt x="161" y="329"/>
                    <a:pt x="153" y="331"/>
                    <a:pt x="143" y="331"/>
                  </a:cubicBezTo>
                  <a:lnTo>
                    <a:pt x="143" y="347"/>
                  </a:lnTo>
                  <a:cubicBezTo>
                    <a:pt x="157" y="346"/>
                    <a:pt x="187" y="345"/>
                    <a:pt x="197" y="345"/>
                  </a:cubicBezTo>
                  <a:cubicBezTo>
                    <a:pt x="212" y="345"/>
                    <a:pt x="226" y="346"/>
                    <a:pt x="241" y="347"/>
                  </a:cubicBezTo>
                  <a:lnTo>
                    <a:pt x="241" y="331"/>
                  </a:lnTo>
                  <a:cubicBezTo>
                    <a:pt x="222" y="331"/>
                    <a:pt x="211" y="331"/>
                    <a:pt x="192" y="305"/>
                  </a:cubicBezTo>
                  <a:lnTo>
                    <a:pt x="129" y="215"/>
                  </a:lnTo>
                  <a:cubicBezTo>
                    <a:pt x="129" y="214"/>
                    <a:pt x="126" y="211"/>
                    <a:pt x="126" y="210"/>
                  </a:cubicBezTo>
                  <a:cubicBezTo>
                    <a:pt x="126" y="208"/>
                    <a:pt x="161" y="178"/>
                    <a:pt x="166" y="174"/>
                  </a:cubicBezTo>
                  <a:cubicBezTo>
                    <a:pt x="198" y="148"/>
                    <a:pt x="219" y="147"/>
                    <a:pt x="229" y="147"/>
                  </a:cubicBezTo>
                  <a:lnTo>
                    <a:pt x="229" y="131"/>
                  </a:lnTo>
                  <a:cubicBezTo>
                    <a:pt x="215" y="133"/>
                    <a:pt x="208" y="133"/>
                    <a:pt x="194" y="133"/>
                  </a:cubicBezTo>
                  <a:cubicBezTo>
                    <a:pt x="176" y="133"/>
                    <a:pt x="145" y="132"/>
                    <a:pt x="138" y="131"/>
                  </a:cubicBezTo>
                  <a:lnTo>
                    <a:pt x="138" y="147"/>
                  </a:lnTo>
                  <a:cubicBezTo>
                    <a:pt x="148" y="147"/>
                    <a:pt x="153" y="153"/>
                    <a:pt x="153" y="159"/>
                  </a:cubicBezTo>
                  <a:cubicBezTo>
                    <a:pt x="153" y="169"/>
                    <a:pt x="146" y="175"/>
                    <a:pt x="142" y="179"/>
                  </a:cubicBezTo>
                  <a:lnTo>
                    <a:pt x="72" y="240"/>
                  </a:lnTo>
                  <a:lnTo>
                    <a:pt x="72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30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28" name="Freeform 326">
              <a:extLst>
                <a:ext uri="{FF2B5EF4-FFF2-40B4-BE49-F238E27FC236}">
                  <a16:creationId xmlns:a16="http://schemas.microsoft.com/office/drawing/2014/main" id="{D187FB02-2A76-4D18-B54C-E17F6CD49C7E}"/>
                </a:ext>
              </a:extLst>
            </p:cNvPr>
            <p:cNvSpPr>
              <a:spLocks noEditPoints="1"/>
            </p:cNvSpPr>
            <p:nvPr>
              <p:custDataLst>
                <p:tags r:id="rId237"/>
              </p:custDataLst>
            </p:nvPr>
          </p:nvSpPr>
          <p:spPr bwMode="auto">
            <a:xfrm>
              <a:off x="8255001" y="577851"/>
              <a:ext cx="50800" cy="77788"/>
            </a:xfrm>
            <a:custGeom>
              <a:avLst/>
              <a:gdLst>
                <a:gd name="T0" fmla="*/ 71 w 246"/>
                <a:gd name="T1" fmla="*/ 33 h 317"/>
                <a:gd name="T2" fmla="*/ 71 w 246"/>
                <a:gd name="T3" fmla="*/ 0 h 317"/>
                <a:gd name="T4" fmla="*/ 0 w 246"/>
                <a:gd name="T5" fmla="*/ 5 h 317"/>
                <a:gd name="T6" fmla="*/ 0 w 246"/>
                <a:gd name="T7" fmla="*/ 21 h 317"/>
                <a:gd name="T8" fmla="*/ 39 w 246"/>
                <a:gd name="T9" fmla="*/ 46 h 317"/>
                <a:gd name="T10" fmla="*/ 39 w 246"/>
                <a:gd name="T11" fmla="*/ 279 h 317"/>
                <a:gd name="T12" fmla="*/ 0 w 246"/>
                <a:gd name="T13" fmla="*/ 302 h 317"/>
                <a:gd name="T14" fmla="*/ 0 w 246"/>
                <a:gd name="T15" fmla="*/ 317 h 317"/>
                <a:gd name="T16" fmla="*/ 56 w 246"/>
                <a:gd name="T17" fmla="*/ 316 h 317"/>
                <a:gd name="T18" fmla="*/ 112 w 246"/>
                <a:gd name="T19" fmla="*/ 317 h 317"/>
                <a:gd name="T20" fmla="*/ 112 w 246"/>
                <a:gd name="T21" fmla="*/ 302 h 317"/>
                <a:gd name="T22" fmla="*/ 73 w 246"/>
                <a:gd name="T23" fmla="*/ 279 h 317"/>
                <a:gd name="T24" fmla="*/ 73 w 246"/>
                <a:gd name="T25" fmla="*/ 196 h 317"/>
                <a:gd name="T26" fmla="*/ 73 w 246"/>
                <a:gd name="T27" fmla="*/ 191 h 317"/>
                <a:gd name="T28" fmla="*/ 134 w 246"/>
                <a:gd name="T29" fmla="*/ 226 h 317"/>
                <a:gd name="T30" fmla="*/ 246 w 246"/>
                <a:gd name="T31" fmla="*/ 113 h 317"/>
                <a:gd name="T32" fmla="*/ 141 w 246"/>
                <a:gd name="T33" fmla="*/ 0 h 317"/>
                <a:gd name="T34" fmla="*/ 71 w 246"/>
                <a:gd name="T35" fmla="*/ 33 h 317"/>
                <a:gd name="T36" fmla="*/ 73 w 246"/>
                <a:gd name="T37" fmla="*/ 164 h 317"/>
                <a:gd name="T38" fmla="*/ 73 w 246"/>
                <a:gd name="T39" fmla="*/ 52 h 317"/>
                <a:gd name="T40" fmla="*/ 137 w 246"/>
                <a:gd name="T41" fmla="*/ 12 h 317"/>
                <a:gd name="T42" fmla="*/ 204 w 246"/>
                <a:gd name="T43" fmla="*/ 113 h 317"/>
                <a:gd name="T44" fmla="*/ 132 w 246"/>
                <a:gd name="T45" fmla="*/ 215 h 317"/>
                <a:gd name="T46" fmla="*/ 80 w 246"/>
                <a:gd name="T47" fmla="*/ 185 h 317"/>
                <a:gd name="T48" fmla="*/ 73 w 246"/>
                <a:gd name="T49" fmla="*/ 16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6" h="317">
                  <a:moveTo>
                    <a:pt x="71" y="33"/>
                  </a:moveTo>
                  <a:lnTo>
                    <a:pt x="71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6"/>
                  </a:cubicBezTo>
                  <a:lnTo>
                    <a:pt x="39" y="279"/>
                  </a:lnTo>
                  <a:cubicBezTo>
                    <a:pt x="39" y="302"/>
                    <a:pt x="33" y="302"/>
                    <a:pt x="0" y="302"/>
                  </a:cubicBezTo>
                  <a:lnTo>
                    <a:pt x="0" y="317"/>
                  </a:lnTo>
                  <a:cubicBezTo>
                    <a:pt x="17" y="317"/>
                    <a:pt x="43" y="316"/>
                    <a:pt x="56" y="316"/>
                  </a:cubicBezTo>
                  <a:cubicBezTo>
                    <a:pt x="69" y="316"/>
                    <a:pt x="94" y="317"/>
                    <a:pt x="112" y="317"/>
                  </a:cubicBezTo>
                  <a:lnTo>
                    <a:pt x="112" y="302"/>
                  </a:lnTo>
                  <a:cubicBezTo>
                    <a:pt x="78" y="302"/>
                    <a:pt x="73" y="302"/>
                    <a:pt x="73" y="279"/>
                  </a:cubicBezTo>
                  <a:lnTo>
                    <a:pt x="73" y="196"/>
                  </a:lnTo>
                  <a:lnTo>
                    <a:pt x="73" y="191"/>
                  </a:lnTo>
                  <a:cubicBezTo>
                    <a:pt x="75" y="199"/>
                    <a:pt x="96" y="226"/>
                    <a:pt x="134" y="226"/>
                  </a:cubicBezTo>
                  <a:cubicBezTo>
                    <a:pt x="194" y="226"/>
                    <a:pt x="246" y="177"/>
                    <a:pt x="246" y="113"/>
                  </a:cubicBezTo>
                  <a:cubicBezTo>
                    <a:pt x="246" y="49"/>
                    <a:pt x="197" y="0"/>
                    <a:pt x="141" y="0"/>
                  </a:cubicBezTo>
                  <a:cubicBezTo>
                    <a:pt x="102" y="0"/>
                    <a:pt x="81" y="22"/>
                    <a:pt x="71" y="33"/>
                  </a:cubicBezTo>
                  <a:close/>
                  <a:moveTo>
                    <a:pt x="73" y="164"/>
                  </a:moveTo>
                  <a:lnTo>
                    <a:pt x="73" y="52"/>
                  </a:lnTo>
                  <a:cubicBezTo>
                    <a:pt x="87" y="27"/>
                    <a:pt x="112" y="12"/>
                    <a:pt x="137" y="12"/>
                  </a:cubicBezTo>
                  <a:cubicBezTo>
                    <a:pt x="174" y="12"/>
                    <a:pt x="204" y="56"/>
                    <a:pt x="204" y="113"/>
                  </a:cubicBezTo>
                  <a:cubicBezTo>
                    <a:pt x="204" y="173"/>
                    <a:pt x="169" y="215"/>
                    <a:pt x="132" y="215"/>
                  </a:cubicBezTo>
                  <a:cubicBezTo>
                    <a:pt x="112" y="215"/>
                    <a:pt x="93" y="205"/>
                    <a:pt x="80" y="185"/>
                  </a:cubicBezTo>
                  <a:cubicBezTo>
                    <a:pt x="73" y="174"/>
                    <a:pt x="73" y="174"/>
                    <a:pt x="73" y="16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29" name="Freeform 327">
              <a:extLst>
                <a:ext uri="{FF2B5EF4-FFF2-40B4-BE49-F238E27FC236}">
                  <a16:creationId xmlns:a16="http://schemas.microsoft.com/office/drawing/2014/main" id="{6ABD6E39-F387-4AAC-A3A9-1CDB915D6D8F}"/>
                </a:ext>
              </a:extLst>
            </p:cNvPr>
            <p:cNvSpPr>
              <a:spLocks/>
            </p:cNvSpPr>
            <p:nvPr>
              <p:custDataLst>
                <p:tags r:id="rId238"/>
              </p:custDataLst>
            </p:nvPr>
          </p:nvSpPr>
          <p:spPr bwMode="auto">
            <a:xfrm>
              <a:off x="8312151" y="577851"/>
              <a:ext cx="34925" cy="53975"/>
            </a:xfrm>
            <a:custGeom>
              <a:avLst/>
              <a:gdLst>
                <a:gd name="T0" fmla="*/ 69 w 167"/>
                <a:gd name="T1" fmla="*/ 55 h 221"/>
                <a:gd name="T2" fmla="*/ 69 w 167"/>
                <a:gd name="T3" fmla="*/ 0 h 221"/>
                <a:gd name="T4" fmla="*/ 0 w 167"/>
                <a:gd name="T5" fmla="*/ 5 h 221"/>
                <a:gd name="T6" fmla="*/ 0 w 167"/>
                <a:gd name="T7" fmla="*/ 21 h 221"/>
                <a:gd name="T8" fmla="*/ 38 w 167"/>
                <a:gd name="T9" fmla="*/ 49 h 221"/>
                <a:gd name="T10" fmla="*/ 38 w 167"/>
                <a:gd name="T11" fmla="*/ 183 h 221"/>
                <a:gd name="T12" fmla="*/ 0 w 167"/>
                <a:gd name="T13" fmla="*/ 205 h 221"/>
                <a:gd name="T14" fmla="*/ 0 w 167"/>
                <a:gd name="T15" fmla="*/ 221 h 221"/>
                <a:gd name="T16" fmla="*/ 56 w 167"/>
                <a:gd name="T17" fmla="*/ 219 h 221"/>
                <a:gd name="T18" fmla="*/ 120 w 167"/>
                <a:gd name="T19" fmla="*/ 221 h 221"/>
                <a:gd name="T20" fmla="*/ 120 w 167"/>
                <a:gd name="T21" fmla="*/ 205 h 221"/>
                <a:gd name="T22" fmla="*/ 109 w 167"/>
                <a:gd name="T23" fmla="*/ 205 h 221"/>
                <a:gd name="T24" fmla="*/ 71 w 167"/>
                <a:gd name="T25" fmla="*/ 182 h 221"/>
                <a:gd name="T26" fmla="*/ 71 w 167"/>
                <a:gd name="T27" fmla="*/ 105 h 221"/>
                <a:gd name="T28" fmla="*/ 130 w 167"/>
                <a:gd name="T29" fmla="*/ 11 h 221"/>
                <a:gd name="T30" fmla="*/ 136 w 167"/>
                <a:gd name="T31" fmla="*/ 11 h 221"/>
                <a:gd name="T32" fmla="*/ 124 w 167"/>
                <a:gd name="T33" fmla="*/ 31 h 221"/>
                <a:gd name="T34" fmla="*/ 146 w 167"/>
                <a:gd name="T35" fmla="*/ 52 h 221"/>
                <a:gd name="T36" fmla="*/ 167 w 167"/>
                <a:gd name="T37" fmla="*/ 30 h 221"/>
                <a:gd name="T38" fmla="*/ 130 w 167"/>
                <a:gd name="T39" fmla="*/ 0 h 221"/>
                <a:gd name="T40" fmla="*/ 69 w 167"/>
                <a:gd name="T41" fmla="*/ 5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7" h="221">
                  <a:moveTo>
                    <a:pt x="69" y="55"/>
                  </a:moveTo>
                  <a:lnTo>
                    <a:pt x="69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4" y="21"/>
                    <a:pt x="38" y="24"/>
                    <a:pt x="38" y="49"/>
                  </a:cubicBezTo>
                  <a:lnTo>
                    <a:pt x="38" y="183"/>
                  </a:lnTo>
                  <a:cubicBezTo>
                    <a:pt x="38" y="205"/>
                    <a:pt x="33" y="205"/>
                    <a:pt x="0" y="205"/>
                  </a:cubicBezTo>
                  <a:lnTo>
                    <a:pt x="0" y="221"/>
                  </a:lnTo>
                  <a:cubicBezTo>
                    <a:pt x="19" y="220"/>
                    <a:pt x="42" y="219"/>
                    <a:pt x="56" y="219"/>
                  </a:cubicBezTo>
                  <a:cubicBezTo>
                    <a:pt x="76" y="219"/>
                    <a:pt x="100" y="219"/>
                    <a:pt x="120" y="221"/>
                  </a:cubicBezTo>
                  <a:lnTo>
                    <a:pt x="120" y="205"/>
                  </a:lnTo>
                  <a:lnTo>
                    <a:pt x="109" y="205"/>
                  </a:lnTo>
                  <a:cubicBezTo>
                    <a:pt x="72" y="205"/>
                    <a:pt x="71" y="200"/>
                    <a:pt x="71" y="182"/>
                  </a:cubicBezTo>
                  <a:lnTo>
                    <a:pt x="71" y="105"/>
                  </a:lnTo>
                  <a:cubicBezTo>
                    <a:pt x="71" y="55"/>
                    <a:pt x="92" y="11"/>
                    <a:pt x="130" y="11"/>
                  </a:cubicBezTo>
                  <a:cubicBezTo>
                    <a:pt x="134" y="11"/>
                    <a:pt x="135" y="11"/>
                    <a:pt x="136" y="11"/>
                  </a:cubicBezTo>
                  <a:cubicBezTo>
                    <a:pt x="134" y="12"/>
                    <a:pt x="124" y="18"/>
                    <a:pt x="124" y="31"/>
                  </a:cubicBezTo>
                  <a:cubicBezTo>
                    <a:pt x="124" y="45"/>
                    <a:pt x="135" y="52"/>
                    <a:pt x="146" y="52"/>
                  </a:cubicBezTo>
                  <a:cubicBezTo>
                    <a:pt x="155" y="52"/>
                    <a:pt x="167" y="46"/>
                    <a:pt x="167" y="30"/>
                  </a:cubicBezTo>
                  <a:cubicBezTo>
                    <a:pt x="167" y="14"/>
                    <a:pt x="152" y="0"/>
                    <a:pt x="130" y="0"/>
                  </a:cubicBezTo>
                  <a:cubicBezTo>
                    <a:pt x="94" y="0"/>
                    <a:pt x="76" y="33"/>
                    <a:pt x="69" y="5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0" name="Freeform 328">
              <a:extLst>
                <a:ext uri="{FF2B5EF4-FFF2-40B4-BE49-F238E27FC236}">
                  <a16:creationId xmlns:a16="http://schemas.microsoft.com/office/drawing/2014/main" id="{AF41985F-6D01-4AE8-8A72-558C7A7ABE3D}"/>
                </a:ext>
              </a:extLst>
            </p:cNvPr>
            <p:cNvSpPr>
              <a:spLocks noEditPoints="1"/>
            </p:cNvSpPr>
            <p:nvPr>
              <p:custDataLst>
                <p:tags r:id="rId239"/>
              </p:custDataLst>
            </p:nvPr>
          </p:nvSpPr>
          <p:spPr bwMode="auto">
            <a:xfrm>
              <a:off x="8353426" y="577851"/>
              <a:ext cx="44450" cy="55563"/>
            </a:xfrm>
            <a:custGeom>
              <a:avLst/>
              <a:gdLst>
                <a:gd name="T0" fmla="*/ 221 w 221"/>
                <a:gd name="T1" fmla="*/ 117 h 229"/>
                <a:gd name="T2" fmla="*/ 110 w 221"/>
                <a:gd name="T3" fmla="*/ 0 h 229"/>
                <a:gd name="T4" fmla="*/ 0 w 221"/>
                <a:gd name="T5" fmla="*/ 117 h 229"/>
                <a:gd name="T6" fmla="*/ 110 w 221"/>
                <a:gd name="T7" fmla="*/ 229 h 229"/>
                <a:gd name="T8" fmla="*/ 221 w 221"/>
                <a:gd name="T9" fmla="*/ 117 h 229"/>
                <a:gd name="T10" fmla="*/ 110 w 221"/>
                <a:gd name="T11" fmla="*/ 217 h 229"/>
                <a:gd name="T12" fmla="*/ 54 w 221"/>
                <a:gd name="T13" fmla="*/ 183 h 229"/>
                <a:gd name="T14" fmla="*/ 41 w 221"/>
                <a:gd name="T15" fmla="*/ 113 h 229"/>
                <a:gd name="T16" fmla="*/ 53 w 221"/>
                <a:gd name="T17" fmla="*/ 44 h 229"/>
                <a:gd name="T18" fmla="*/ 110 w 221"/>
                <a:gd name="T19" fmla="*/ 11 h 229"/>
                <a:gd name="T20" fmla="*/ 166 w 221"/>
                <a:gd name="T21" fmla="*/ 43 h 229"/>
                <a:gd name="T22" fmla="*/ 179 w 221"/>
                <a:gd name="T23" fmla="*/ 113 h 229"/>
                <a:gd name="T24" fmla="*/ 168 w 221"/>
                <a:gd name="T25" fmla="*/ 180 h 229"/>
                <a:gd name="T26" fmla="*/ 110 w 221"/>
                <a:gd name="T27" fmla="*/ 21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29">
                  <a:moveTo>
                    <a:pt x="221" y="117"/>
                  </a:moveTo>
                  <a:cubicBezTo>
                    <a:pt x="221" y="53"/>
                    <a:pt x="171" y="0"/>
                    <a:pt x="110" y="0"/>
                  </a:cubicBezTo>
                  <a:cubicBezTo>
                    <a:pt x="48" y="0"/>
                    <a:pt x="0" y="54"/>
                    <a:pt x="0" y="117"/>
                  </a:cubicBezTo>
                  <a:cubicBezTo>
                    <a:pt x="0" y="181"/>
                    <a:pt x="52" y="229"/>
                    <a:pt x="110" y="229"/>
                  </a:cubicBezTo>
                  <a:cubicBezTo>
                    <a:pt x="170" y="229"/>
                    <a:pt x="221" y="180"/>
                    <a:pt x="221" y="117"/>
                  </a:cubicBezTo>
                  <a:close/>
                  <a:moveTo>
                    <a:pt x="110" y="217"/>
                  </a:moveTo>
                  <a:cubicBezTo>
                    <a:pt x="89" y="217"/>
                    <a:pt x="67" y="206"/>
                    <a:pt x="54" y="183"/>
                  </a:cubicBezTo>
                  <a:cubicBezTo>
                    <a:pt x="41" y="161"/>
                    <a:pt x="41" y="131"/>
                    <a:pt x="41" y="113"/>
                  </a:cubicBezTo>
                  <a:cubicBezTo>
                    <a:pt x="41" y="93"/>
                    <a:pt x="41" y="66"/>
                    <a:pt x="53" y="44"/>
                  </a:cubicBezTo>
                  <a:cubicBezTo>
                    <a:pt x="66" y="21"/>
                    <a:pt x="90" y="11"/>
                    <a:pt x="110" y="11"/>
                  </a:cubicBezTo>
                  <a:cubicBezTo>
                    <a:pt x="132" y="11"/>
                    <a:pt x="153" y="22"/>
                    <a:pt x="166" y="43"/>
                  </a:cubicBezTo>
                  <a:cubicBezTo>
                    <a:pt x="179" y="65"/>
                    <a:pt x="179" y="94"/>
                    <a:pt x="179" y="113"/>
                  </a:cubicBezTo>
                  <a:cubicBezTo>
                    <a:pt x="179" y="131"/>
                    <a:pt x="179" y="158"/>
                    <a:pt x="168" y="180"/>
                  </a:cubicBezTo>
                  <a:cubicBezTo>
                    <a:pt x="157" y="202"/>
                    <a:pt x="135" y="217"/>
                    <a:pt x="110" y="21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1" name="Freeform 329">
              <a:extLst>
                <a:ext uri="{FF2B5EF4-FFF2-40B4-BE49-F238E27FC236}">
                  <a16:creationId xmlns:a16="http://schemas.microsoft.com/office/drawing/2014/main" id="{9A979738-D0FA-4AC3-A3B1-15BDE08B119F}"/>
                </a:ext>
              </a:extLst>
            </p:cNvPr>
            <p:cNvSpPr>
              <a:spLocks noEditPoints="1"/>
            </p:cNvSpPr>
            <p:nvPr>
              <p:custDataLst>
                <p:tags r:id="rId240"/>
              </p:custDataLst>
            </p:nvPr>
          </p:nvSpPr>
          <p:spPr bwMode="auto">
            <a:xfrm>
              <a:off x="8404226" y="577851"/>
              <a:ext cx="50800" cy="77788"/>
            </a:xfrm>
            <a:custGeom>
              <a:avLst/>
              <a:gdLst>
                <a:gd name="T0" fmla="*/ 72 w 246"/>
                <a:gd name="T1" fmla="*/ 33 h 317"/>
                <a:gd name="T2" fmla="*/ 72 w 246"/>
                <a:gd name="T3" fmla="*/ 0 h 317"/>
                <a:gd name="T4" fmla="*/ 0 w 246"/>
                <a:gd name="T5" fmla="*/ 5 h 317"/>
                <a:gd name="T6" fmla="*/ 0 w 246"/>
                <a:gd name="T7" fmla="*/ 21 h 317"/>
                <a:gd name="T8" fmla="*/ 39 w 246"/>
                <a:gd name="T9" fmla="*/ 46 h 317"/>
                <a:gd name="T10" fmla="*/ 39 w 246"/>
                <a:gd name="T11" fmla="*/ 279 h 317"/>
                <a:gd name="T12" fmla="*/ 0 w 246"/>
                <a:gd name="T13" fmla="*/ 302 h 317"/>
                <a:gd name="T14" fmla="*/ 0 w 246"/>
                <a:gd name="T15" fmla="*/ 317 h 317"/>
                <a:gd name="T16" fmla="*/ 56 w 246"/>
                <a:gd name="T17" fmla="*/ 316 h 317"/>
                <a:gd name="T18" fmla="*/ 112 w 246"/>
                <a:gd name="T19" fmla="*/ 317 h 317"/>
                <a:gd name="T20" fmla="*/ 112 w 246"/>
                <a:gd name="T21" fmla="*/ 302 h 317"/>
                <a:gd name="T22" fmla="*/ 73 w 246"/>
                <a:gd name="T23" fmla="*/ 279 h 317"/>
                <a:gd name="T24" fmla="*/ 73 w 246"/>
                <a:gd name="T25" fmla="*/ 196 h 317"/>
                <a:gd name="T26" fmla="*/ 73 w 246"/>
                <a:gd name="T27" fmla="*/ 191 h 317"/>
                <a:gd name="T28" fmla="*/ 134 w 246"/>
                <a:gd name="T29" fmla="*/ 226 h 317"/>
                <a:gd name="T30" fmla="*/ 246 w 246"/>
                <a:gd name="T31" fmla="*/ 113 h 317"/>
                <a:gd name="T32" fmla="*/ 141 w 246"/>
                <a:gd name="T33" fmla="*/ 0 h 317"/>
                <a:gd name="T34" fmla="*/ 72 w 246"/>
                <a:gd name="T35" fmla="*/ 33 h 317"/>
                <a:gd name="T36" fmla="*/ 73 w 246"/>
                <a:gd name="T37" fmla="*/ 164 h 317"/>
                <a:gd name="T38" fmla="*/ 73 w 246"/>
                <a:gd name="T39" fmla="*/ 52 h 317"/>
                <a:gd name="T40" fmla="*/ 137 w 246"/>
                <a:gd name="T41" fmla="*/ 12 h 317"/>
                <a:gd name="T42" fmla="*/ 204 w 246"/>
                <a:gd name="T43" fmla="*/ 113 h 317"/>
                <a:gd name="T44" fmla="*/ 132 w 246"/>
                <a:gd name="T45" fmla="*/ 215 h 317"/>
                <a:gd name="T46" fmla="*/ 80 w 246"/>
                <a:gd name="T47" fmla="*/ 185 h 317"/>
                <a:gd name="T48" fmla="*/ 73 w 246"/>
                <a:gd name="T49" fmla="*/ 16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6" h="317">
                  <a:moveTo>
                    <a:pt x="72" y="33"/>
                  </a:moveTo>
                  <a:lnTo>
                    <a:pt x="72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6"/>
                  </a:cubicBezTo>
                  <a:lnTo>
                    <a:pt x="39" y="279"/>
                  </a:lnTo>
                  <a:cubicBezTo>
                    <a:pt x="39" y="302"/>
                    <a:pt x="33" y="302"/>
                    <a:pt x="0" y="302"/>
                  </a:cubicBezTo>
                  <a:lnTo>
                    <a:pt x="0" y="317"/>
                  </a:lnTo>
                  <a:cubicBezTo>
                    <a:pt x="17" y="317"/>
                    <a:pt x="43" y="316"/>
                    <a:pt x="56" y="316"/>
                  </a:cubicBezTo>
                  <a:cubicBezTo>
                    <a:pt x="69" y="316"/>
                    <a:pt x="95" y="317"/>
                    <a:pt x="112" y="317"/>
                  </a:cubicBezTo>
                  <a:lnTo>
                    <a:pt x="112" y="302"/>
                  </a:lnTo>
                  <a:cubicBezTo>
                    <a:pt x="79" y="302"/>
                    <a:pt x="73" y="302"/>
                    <a:pt x="73" y="279"/>
                  </a:cubicBezTo>
                  <a:lnTo>
                    <a:pt x="73" y="196"/>
                  </a:lnTo>
                  <a:lnTo>
                    <a:pt x="73" y="191"/>
                  </a:lnTo>
                  <a:cubicBezTo>
                    <a:pt x="76" y="199"/>
                    <a:pt x="97" y="226"/>
                    <a:pt x="134" y="226"/>
                  </a:cubicBezTo>
                  <a:cubicBezTo>
                    <a:pt x="194" y="226"/>
                    <a:pt x="246" y="177"/>
                    <a:pt x="246" y="113"/>
                  </a:cubicBezTo>
                  <a:cubicBezTo>
                    <a:pt x="246" y="49"/>
                    <a:pt x="197" y="0"/>
                    <a:pt x="141" y="0"/>
                  </a:cubicBezTo>
                  <a:cubicBezTo>
                    <a:pt x="103" y="0"/>
                    <a:pt x="82" y="22"/>
                    <a:pt x="72" y="33"/>
                  </a:cubicBezTo>
                  <a:close/>
                  <a:moveTo>
                    <a:pt x="73" y="164"/>
                  </a:moveTo>
                  <a:lnTo>
                    <a:pt x="73" y="52"/>
                  </a:lnTo>
                  <a:cubicBezTo>
                    <a:pt x="88" y="27"/>
                    <a:pt x="112" y="12"/>
                    <a:pt x="137" y="12"/>
                  </a:cubicBezTo>
                  <a:cubicBezTo>
                    <a:pt x="174" y="12"/>
                    <a:pt x="204" y="56"/>
                    <a:pt x="204" y="113"/>
                  </a:cubicBezTo>
                  <a:cubicBezTo>
                    <a:pt x="204" y="173"/>
                    <a:pt x="169" y="215"/>
                    <a:pt x="132" y="215"/>
                  </a:cubicBezTo>
                  <a:cubicBezTo>
                    <a:pt x="112" y="215"/>
                    <a:pt x="94" y="205"/>
                    <a:pt x="80" y="185"/>
                  </a:cubicBezTo>
                  <a:cubicBezTo>
                    <a:pt x="73" y="174"/>
                    <a:pt x="73" y="174"/>
                    <a:pt x="73" y="16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2" name="Freeform 330">
              <a:extLst>
                <a:ext uri="{FF2B5EF4-FFF2-40B4-BE49-F238E27FC236}">
                  <a16:creationId xmlns:a16="http://schemas.microsoft.com/office/drawing/2014/main" id="{1A4C7624-24A7-48A7-8901-EC8A2AF99F21}"/>
                </a:ext>
              </a:extLst>
            </p:cNvPr>
            <p:cNvSpPr>
              <a:spLocks noEditPoints="1"/>
            </p:cNvSpPr>
            <p:nvPr>
              <p:custDataLst>
                <p:tags r:id="rId241"/>
              </p:custDataLst>
            </p:nvPr>
          </p:nvSpPr>
          <p:spPr bwMode="auto">
            <a:xfrm>
              <a:off x="8462963" y="577851"/>
              <a:ext cx="46038" cy="55563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79 h 229"/>
                <a:gd name="T6" fmla="*/ 225 w 225"/>
                <a:gd name="T7" fmla="*/ 151 h 229"/>
                <a:gd name="T8" fmla="*/ 212 w 225"/>
                <a:gd name="T9" fmla="*/ 151 h 229"/>
                <a:gd name="T10" fmla="*/ 212 w 225"/>
                <a:gd name="T11" fmla="*/ 179 h 229"/>
                <a:gd name="T12" fmla="*/ 194 w 225"/>
                <a:gd name="T13" fmla="*/ 211 h 229"/>
                <a:gd name="T14" fmla="*/ 176 w 225"/>
                <a:gd name="T15" fmla="*/ 186 h 229"/>
                <a:gd name="T16" fmla="*/ 176 w 225"/>
                <a:gd name="T17" fmla="*/ 86 h 229"/>
                <a:gd name="T18" fmla="*/ 158 w 225"/>
                <a:gd name="T19" fmla="*/ 27 h 229"/>
                <a:gd name="T20" fmla="*/ 89 w 225"/>
                <a:gd name="T21" fmla="*/ 0 h 229"/>
                <a:gd name="T22" fmla="*/ 14 w 225"/>
                <a:gd name="T23" fmla="*/ 56 h 229"/>
                <a:gd name="T24" fmla="*/ 37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8 w 225"/>
                <a:gd name="T31" fmla="*/ 11 h 229"/>
                <a:gd name="T32" fmla="*/ 141 w 225"/>
                <a:gd name="T33" fmla="*/ 75 h 229"/>
                <a:gd name="T34" fmla="*/ 141 w 225"/>
                <a:gd name="T35" fmla="*/ 93 h 229"/>
                <a:gd name="T36" fmla="*/ 50 w 225"/>
                <a:gd name="T37" fmla="*/ 111 h 229"/>
                <a:gd name="T38" fmla="*/ 0 w 225"/>
                <a:gd name="T39" fmla="*/ 176 h 229"/>
                <a:gd name="T40" fmla="*/ 79 w 225"/>
                <a:gd name="T41" fmla="*/ 229 h 229"/>
                <a:gd name="T42" fmla="*/ 145 w 225"/>
                <a:gd name="T43" fmla="*/ 186 h 229"/>
                <a:gd name="T44" fmla="*/ 141 w 225"/>
                <a:gd name="T45" fmla="*/ 104 h 229"/>
                <a:gd name="T46" fmla="*/ 141 w 225"/>
                <a:gd name="T47" fmla="*/ 154 h 229"/>
                <a:gd name="T48" fmla="*/ 83 w 225"/>
                <a:gd name="T49" fmla="*/ 218 h 229"/>
                <a:gd name="T50" fmla="*/ 38 w 225"/>
                <a:gd name="T51" fmla="*/ 176 h 229"/>
                <a:gd name="T52" fmla="*/ 141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0" y="227"/>
                    <a:pt x="184" y="227"/>
                  </a:cubicBezTo>
                  <a:cubicBezTo>
                    <a:pt x="194" y="227"/>
                    <a:pt x="225" y="220"/>
                    <a:pt x="225" y="179"/>
                  </a:cubicBezTo>
                  <a:lnTo>
                    <a:pt x="225" y="151"/>
                  </a:lnTo>
                  <a:lnTo>
                    <a:pt x="212" y="151"/>
                  </a:lnTo>
                  <a:lnTo>
                    <a:pt x="212" y="179"/>
                  </a:lnTo>
                  <a:cubicBezTo>
                    <a:pt x="212" y="208"/>
                    <a:pt x="200" y="211"/>
                    <a:pt x="194" y="211"/>
                  </a:cubicBezTo>
                  <a:cubicBezTo>
                    <a:pt x="178" y="211"/>
                    <a:pt x="176" y="189"/>
                    <a:pt x="176" y="186"/>
                  </a:cubicBezTo>
                  <a:lnTo>
                    <a:pt x="176" y="86"/>
                  </a:lnTo>
                  <a:cubicBezTo>
                    <a:pt x="176" y="65"/>
                    <a:pt x="176" y="46"/>
                    <a:pt x="158" y="27"/>
                  </a:cubicBezTo>
                  <a:cubicBezTo>
                    <a:pt x="138" y="8"/>
                    <a:pt x="113" y="0"/>
                    <a:pt x="89" y="0"/>
                  </a:cubicBezTo>
                  <a:cubicBezTo>
                    <a:pt x="48" y="0"/>
                    <a:pt x="14" y="23"/>
                    <a:pt x="14" y="56"/>
                  </a:cubicBezTo>
                  <a:cubicBezTo>
                    <a:pt x="14" y="71"/>
                    <a:pt x="24" y="80"/>
                    <a:pt x="37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7" y="34"/>
                    <a:pt x="35" y="34"/>
                  </a:cubicBezTo>
                  <a:cubicBezTo>
                    <a:pt x="48" y="16"/>
                    <a:pt x="72" y="11"/>
                    <a:pt x="88" y="11"/>
                  </a:cubicBezTo>
                  <a:cubicBezTo>
                    <a:pt x="113" y="11"/>
                    <a:pt x="141" y="30"/>
                    <a:pt x="141" y="75"/>
                  </a:cubicBezTo>
                  <a:lnTo>
                    <a:pt x="141" y="93"/>
                  </a:lnTo>
                  <a:cubicBezTo>
                    <a:pt x="116" y="95"/>
                    <a:pt x="81" y="96"/>
                    <a:pt x="50" y="111"/>
                  </a:cubicBezTo>
                  <a:cubicBezTo>
                    <a:pt x="12" y="128"/>
                    <a:pt x="0" y="154"/>
                    <a:pt x="0" y="176"/>
                  </a:cubicBezTo>
                  <a:cubicBezTo>
                    <a:pt x="0" y="217"/>
                    <a:pt x="48" y="229"/>
                    <a:pt x="79" y="229"/>
                  </a:cubicBezTo>
                  <a:cubicBezTo>
                    <a:pt x="112" y="229"/>
                    <a:pt x="135" y="209"/>
                    <a:pt x="145" y="186"/>
                  </a:cubicBezTo>
                  <a:close/>
                  <a:moveTo>
                    <a:pt x="141" y="104"/>
                  </a:moveTo>
                  <a:lnTo>
                    <a:pt x="141" y="154"/>
                  </a:lnTo>
                  <a:cubicBezTo>
                    <a:pt x="141" y="201"/>
                    <a:pt x="105" y="218"/>
                    <a:pt x="83" y="218"/>
                  </a:cubicBezTo>
                  <a:cubicBezTo>
                    <a:pt x="58" y="218"/>
                    <a:pt x="38" y="201"/>
                    <a:pt x="38" y="176"/>
                  </a:cubicBezTo>
                  <a:cubicBezTo>
                    <a:pt x="38" y="148"/>
                    <a:pt x="59" y="107"/>
                    <a:pt x="141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3" name="Freeform 331">
              <a:extLst>
                <a:ext uri="{FF2B5EF4-FFF2-40B4-BE49-F238E27FC236}">
                  <a16:creationId xmlns:a16="http://schemas.microsoft.com/office/drawing/2014/main" id="{53A5DEA3-DC7C-47FE-96E4-B2E1A9EC5B36}"/>
                </a:ext>
              </a:extLst>
            </p:cNvPr>
            <p:cNvSpPr>
              <a:spLocks noEditPoints="1"/>
            </p:cNvSpPr>
            <p:nvPr>
              <p:custDataLst>
                <p:tags r:id="rId242"/>
              </p:custDataLst>
            </p:nvPr>
          </p:nvSpPr>
          <p:spPr bwMode="auto">
            <a:xfrm>
              <a:off x="8512176" y="576263"/>
              <a:ext cx="47625" cy="80963"/>
            </a:xfrm>
            <a:custGeom>
              <a:avLst/>
              <a:gdLst>
                <a:gd name="T0" fmla="*/ 96 w 227"/>
                <a:gd name="T1" fmla="*/ 141 h 329"/>
                <a:gd name="T2" fmla="*/ 53 w 227"/>
                <a:gd name="T3" fmla="*/ 79 h 329"/>
                <a:gd name="T4" fmla="*/ 61 w 227"/>
                <a:gd name="T5" fmla="*/ 37 h 329"/>
                <a:gd name="T6" fmla="*/ 96 w 227"/>
                <a:gd name="T7" fmla="*/ 17 h 329"/>
                <a:gd name="T8" fmla="*/ 140 w 227"/>
                <a:gd name="T9" fmla="*/ 79 h 329"/>
                <a:gd name="T10" fmla="*/ 132 w 227"/>
                <a:gd name="T11" fmla="*/ 121 h 329"/>
                <a:gd name="T12" fmla="*/ 96 w 227"/>
                <a:gd name="T13" fmla="*/ 141 h 329"/>
                <a:gd name="T14" fmla="*/ 38 w 227"/>
                <a:gd name="T15" fmla="*/ 160 h 329"/>
                <a:gd name="T16" fmla="*/ 47 w 227"/>
                <a:gd name="T17" fmla="*/ 137 h 329"/>
                <a:gd name="T18" fmla="*/ 96 w 227"/>
                <a:gd name="T19" fmla="*/ 152 h 329"/>
                <a:gd name="T20" fmla="*/ 177 w 227"/>
                <a:gd name="T21" fmla="*/ 79 h 329"/>
                <a:gd name="T22" fmla="*/ 157 w 227"/>
                <a:gd name="T23" fmla="*/ 31 h 329"/>
                <a:gd name="T24" fmla="*/ 202 w 227"/>
                <a:gd name="T25" fmla="*/ 11 h 329"/>
                <a:gd name="T26" fmla="*/ 207 w 227"/>
                <a:gd name="T27" fmla="*/ 12 h 329"/>
                <a:gd name="T28" fmla="*/ 199 w 227"/>
                <a:gd name="T29" fmla="*/ 25 h 329"/>
                <a:gd name="T30" fmla="*/ 213 w 227"/>
                <a:gd name="T31" fmla="*/ 40 h 329"/>
                <a:gd name="T32" fmla="*/ 227 w 227"/>
                <a:gd name="T33" fmla="*/ 25 h 329"/>
                <a:gd name="T34" fmla="*/ 202 w 227"/>
                <a:gd name="T35" fmla="*/ 0 h 329"/>
                <a:gd name="T36" fmla="*/ 149 w 227"/>
                <a:gd name="T37" fmla="*/ 24 h 329"/>
                <a:gd name="T38" fmla="*/ 96 w 227"/>
                <a:gd name="T39" fmla="*/ 6 h 329"/>
                <a:gd name="T40" fmla="*/ 16 w 227"/>
                <a:gd name="T41" fmla="*/ 79 h 329"/>
                <a:gd name="T42" fmla="*/ 39 w 227"/>
                <a:gd name="T43" fmla="*/ 130 h 329"/>
                <a:gd name="T44" fmla="*/ 24 w 227"/>
                <a:gd name="T45" fmla="*/ 172 h 329"/>
                <a:gd name="T46" fmla="*/ 45 w 227"/>
                <a:gd name="T47" fmla="*/ 216 h 329"/>
                <a:gd name="T48" fmla="*/ 0 w 227"/>
                <a:gd name="T49" fmla="*/ 266 h 329"/>
                <a:gd name="T50" fmla="*/ 110 w 227"/>
                <a:gd name="T51" fmla="*/ 329 h 329"/>
                <a:gd name="T52" fmla="*/ 221 w 227"/>
                <a:gd name="T53" fmla="*/ 265 h 329"/>
                <a:gd name="T54" fmla="*/ 188 w 227"/>
                <a:gd name="T55" fmla="*/ 208 h 329"/>
                <a:gd name="T56" fmla="*/ 102 w 227"/>
                <a:gd name="T57" fmla="*/ 194 h 329"/>
                <a:gd name="T58" fmla="*/ 65 w 227"/>
                <a:gd name="T59" fmla="*/ 194 h 329"/>
                <a:gd name="T60" fmla="*/ 38 w 227"/>
                <a:gd name="T61" fmla="*/ 160 h 329"/>
                <a:gd name="T62" fmla="*/ 110 w 227"/>
                <a:gd name="T63" fmla="*/ 318 h 329"/>
                <a:gd name="T64" fmla="*/ 26 w 227"/>
                <a:gd name="T65" fmla="*/ 266 h 329"/>
                <a:gd name="T66" fmla="*/ 66 w 227"/>
                <a:gd name="T67" fmla="*/ 223 h 329"/>
                <a:gd name="T68" fmla="*/ 96 w 227"/>
                <a:gd name="T69" fmla="*/ 223 h 329"/>
                <a:gd name="T70" fmla="*/ 195 w 227"/>
                <a:gd name="T71" fmla="*/ 266 h 329"/>
                <a:gd name="T72" fmla="*/ 110 w 227"/>
                <a:gd name="T73" fmla="*/ 318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7" h="329">
                  <a:moveTo>
                    <a:pt x="96" y="141"/>
                  </a:moveTo>
                  <a:cubicBezTo>
                    <a:pt x="53" y="141"/>
                    <a:pt x="53" y="91"/>
                    <a:pt x="53" y="79"/>
                  </a:cubicBezTo>
                  <a:cubicBezTo>
                    <a:pt x="53" y="66"/>
                    <a:pt x="53" y="50"/>
                    <a:pt x="61" y="37"/>
                  </a:cubicBezTo>
                  <a:cubicBezTo>
                    <a:pt x="65" y="31"/>
                    <a:pt x="76" y="17"/>
                    <a:pt x="96" y="17"/>
                  </a:cubicBezTo>
                  <a:cubicBezTo>
                    <a:pt x="140" y="17"/>
                    <a:pt x="140" y="67"/>
                    <a:pt x="140" y="79"/>
                  </a:cubicBezTo>
                  <a:cubicBezTo>
                    <a:pt x="140" y="92"/>
                    <a:pt x="139" y="108"/>
                    <a:pt x="132" y="121"/>
                  </a:cubicBezTo>
                  <a:cubicBezTo>
                    <a:pt x="128" y="127"/>
                    <a:pt x="116" y="141"/>
                    <a:pt x="96" y="141"/>
                  </a:cubicBezTo>
                  <a:close/>
                  <a:moveTo>
                    <a:pt x="38" y="160"/>
                  </a:moveTo>
                  <a:cubicBezTo>
                    <a:pt x="38" y="158"/>
                    <a:pt x="38" y="147"/>
                    <a:pt x="47" y="137"/>
                  </a:cubicBezTo>
                  <a:cubicBezTo>
                    <a:pt x="66" y="151"/>
                    <a:pt x="87" y="152"/>
                    <a:pt x="96" y="152"/>
                  </a:cubicBezTo>
                  <a:cubicBezTo>
                    <a:pt x="143" y="152"/>
                    <a:pt x="177" y="118"/>
                    <a:pt x="177" y="79"/>
                  </a:cubicBezTo>
                  <a:cubicBezTo>
                    <a:pt x="177" y="61"/>
                    <a:pt x="169" y="42"/>
                    <a:pt x="157" y="31"/>
                  </a:cubicBezTo>
                  <a:cubicBezTo>
                    <a:pt x="175" y="14"/>
                    <a:pt x="193" y="11"/>
                    <a:pt x="202" y="11"/>
                  </a:cubicBezTo>
                  <a:cubicBezTo>
                    <a:pt x="203" y="11"/>
                    <a:pt x="205" y="11"/>
                    <a:pt x="207" y="12"/>
                  </a:cubicBezTo>
                  <a:cubicBezTo>
                    <a:pt x="201" y="14"/>
                    <a:pt x="199" y="19"/>
                    <a:pt x="199" y="25"/>
                  </a:cubicBezTo>
                  <a:cubicBezTo>
                    <a:pt x="199" y="34"/>
                    <a:pt x="205" y="40"/>
                    <a:pt x="213" y="40"/>
                  </a:cubicBezTo>
                  <a:cubicBezTo>
                    <a:pt x="218" y="40"/>
                    <a:pt x="227" y="36"/>
                    <a:pt x="227" y="25"/>
                  </a:cubicBezTo>
                  <a:cubicBezTo>
                    <a:pt x="227" y="16"/>
                    <a:pt x="222" y="0"/>
                    <a:pt x="202" y="0"/>
                  </a:cubicBezTo>
                  <a:cubicBezTo>
                    <a:pt x="192" y="0"/>
                    <a:pt x="170" y="3"/>
                    <a:pt x="149" y="24"/>
                  </a:cubicBezTo>
                  <a:cubicBezTo>
                    <a:pt x="128" y="7"/>
                    <a:pt x="107" y="6"/>
                    <a:pt x="96" y="6"/>
                  </a:cubicBezTo>
                  <a:cubicBezTo>
                    <a:pt x="50" y="6"/>
                    <a:pt x="16" y="40"/>
                    <a:pt x="16" y="79"/>
                  </a:cubicBezTo>
                  <a:cubicBezTo>
                    <a:pt x="16" y="101"/>
                    <a:pt x="27" y="120"/>
                    <a:pt x="39" y="130"/>
                  </a:cubicBezTo>
                  <a:cubicBezTo>
                    <a:pt x="33" y="138"/>
                    <a:pt x="24" y="154"/>
                    <a:pt x="24" y="172"/>
                  </a:cubicBezTo>
                  <a:cubicBezTo>
                    <a:pt x="24" y="187"/>
                    <a:pt x="30" y="206"/>
                    <a:pt x="45" y="216"/>
                  </a:cubicBezTo>
                  <a:cubicBezTo>
                    <a:pt x="16" y="225"/>
                    <a:pt x="0" y="246"/>
                    <a:pt x="0" y="266"/>
                  </a:cubicBezTo>
                  <a:cubicBezTo>
                    <a:pt x="0" y="302"/>
                    <a:pt x="49" y="329"/>
                    <a:pt x="110" y="329"/>
                  </a:cubicBezTo>
                  <a:cubicBezTo>
                    <a:pt x="169" y="329"/>
                    <a:pt x="221" y="304"/>
                    <a:pt x="221" y="265"/>
                  </a:cubicBezTo>
                  <a:cubicBezTo>
                    <a:pt x="221" y="248"/>
                    <a:pt x="214" y="222"/>
                    <a:pt x="188" y="208"/>
                  </a:cubicBezTo>
                  <a:cubicBezTo>
                    <a:pt x="162" y="194"/>
                    <a:pt x="133" y="194"/>
                    <a:pt x="102" y="194"/>
                  </a:cubicBezTo>
                  <a:cubicBezTo>
                    <a:pt x="90" y="194"/>
                    <a:pt x="68" y="194"/>
                    <a:pt x="65" y="194"/>
                  </a:cubicBezTo>
                  <a:cubicBezTo>
                    <a:pt x="49" y="192"/>
                    <a:pt x="38" y="176"/>
                    <a:pt x="38" y="160"/>
                  </a:cubicBezTo>
                  <a:close/>
                  <a:moveTo>
                    <a:pt x="110" y="318"/>
                  </a:moveTo>
                  <a:cubicBezTo>
                    <a:pt x="60" y="318"/>
                    <a:pt x="26" y="292"/>
                    <a:pt x="26" y="266"/>
                  </a:cubicBezTo>
                  <a:cubicBezTo>
                    <a:pt x="26" y="243"/>
                    <a:pt x="44" y="225"/>
                    <a:pt x="66" y="223"/>
                  </a:cubicBezTo>
                  <a:lnTo>
                    <a:pt x="96" y="223"/>
                  </a:lnTo>
                  <a:cubicBezTo>
                    <a:pt x="139" y="223"/>
                    <a:pt x="195" y="223"/>
                    <a:pt x="195" y="266"/>
                  </a:cubicBezTo>
                  <a:cubicBezTo>
                    <a:pt x="195" y="293"/>
                    <a:pt x="159" y="318"/>
                    <a:pt x="110" y="31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4" name="Freeform 332">
              <a:extLst>
                <a:ext uri="{FF2B5EF4-FFF2-40B4-BE49-F238E27FC236}">
                  <a16:creationId xmlns:a16="http://schemas.microsoft.com/office/drawing/2014/main" id="{8DE1C9DA-D824-4FA0-8560-E08495AB2CB7}"/>
                </a:ext>
              </a:extLst>
            </p:cNvPr>
            <p:cNvSpPr>
              <a:spLocks noEditPoints="1"/>
            </p:cNvSpPr>
            <p:nvPr>
              <p:custDataLst>
                <p:tags r:id="rId243"/>
              </p:custDataLst>
            </p:nvPr>
          </p:nvSpPr>
          <p:spPr bwMode="auto">
            <a:xfrm>
              <a:off x="8566151" y="577851"/>
              <a:ext cx="46038" cy="55563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79 h 229"/>
                <a:gd name="T6" fmla="*/ 225 w 225"/>
                <a:gd name="T7" fmla="*/ 151 h 229"/>
                <a:gd name="T8" fmla="*/ 212 w 225"/>
                <a:gd name="T9" fmla="*/ 151 h 229"/>
                <a:gd name="T10" fmla="*/ 212 w 225"/>
                <a:gd name="T11" fmla="*/ 179 h 229"/>
                <a:gd name="T12" fmla="*/ 194 w 225"/>
                <a:gd name="T13" fmla="*/ 211 h 229"/>
                <a:gd name="T14" fmla="*/ 176 w 225"/>
                <a:gd name="T15" fmla="*/ 186 h 229"/>
                <a:gd name="T16" fmla="*/ 176 w 225"/>
                <a:gd name="T17" fmla="*/ 86 h 229"/>
                <a:gd name="T18" fmla="*/ 158 w 225"/>
                <a:gd name="T19" fmla="*/ 27 h 229"/>
                <a:gd name="T20" fmla="*/ 89 w 225"/>
                <a:gd name="T21" fmla="*/ 0 h 229"/>
                <a:gd name="T22" fmla="*/ 14 w 225"/>
                <a:gd name="T23" fmla="*/ 56 h 229"/>
                <a:gd name="T24" fmla="*/ 37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8 w 225"/>
                <a:gd name="T31" fmla="*/ 11 h 229"/>
                <a:gd name="T32" fmla="*/ 141 w 225"/>
                <a:gd name="T33" fmla="*/ 75 h 229"/>
                <a:gd name="T34" fmla="*/ 141 w 225"/>
                <a:gd name="T35" fmla="*/ 93 h 229"/>
                <a:gd name="T36" fmla="*/ 50 w 225"/>
                <a:gd name="T37" fmla="*/ 111 h 229"/>
                <a:gd name="T38" fmla="*/ 0 w 225"/>
                <a:gd name="T39" fmla="*/ 176 h 229"/>
                <a:gd name="T40" fmla="*/ 80 w 225"/>
                <a:gd name="T41" fmla="*/ 229 h 229"/>
                <a:gd name="T42" fmla="*/ 145 w 225"/>
                <a:gd name="T43" fmla="*/ 186 h 229"/>
                <a:gd name="T44" fmla="*/ 141 w 225"/>
                <a:gd name="T45" fmla="*/ 104 h 229"/>
                <a:gd name="T46" fmla="*/ 141 w 225"/>
                <a:gd name="T47" fmla="*/ 154 h 229"/>
                <a:gd name="T48" fmla="*/ 83 w 225"/>
                <a:gd name="T49" fmla="*/ 218 h 229"/>
                <a:gd name="T50" fmla="*/ 38 w 225"/>
                <a:gd name="T51" fmla="*/ 176 h 229"/>
                <a:gd name="T52" fmla="*/ 141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0" y="227"/>
                    <a:pt x="184" y="227"/>
                  </a:cubicBezTo>
                  <a:cubicBezTo>
                    <a:pt x="194" y="227"/>
                    <a:pt x="225" y="220"/>
                    <a:pt x="225" y="179"/>
                  </a:cubicBezTo>
                  <a:lnTo>
                    <a:pt x="225" y="151"/>
                  </a:lnTo>
                  <a:lnTo>
                    <a:pt x="212" y="151"/>
                  </a:lnTo>
                  <a:lnTo>
                    <a:pt x="212" y="179"/>
                  </a:lnTo>
                  <a:cubicBezTo>
                    <a:pt x="212" y="208"/>
                    <a:pt x="200" y="211"/>
                    <a:pt x="194" y="211"/>
                  </a:cubicBezTo>
                  <a:cubicBezTo>
                    <a:pt x="178" y="211"/>
                    <a:pt x="176" y="189"/>
                    <a:pt x="176" y="186"/>
                  </a:cubicBezTo>
                  <a:lnTo>
                    <a:pt x="176" y="86"/>
                  </a:lnTo>
                  <a:cubicBezTo>
                    <a:pt x="176" y="65"/>
                    <a:pt x="176" y="46"/>
                    <a:pt x="158" y="27"/>
                  </a:cubicBezTo>
                  <a:cubicBezTo>
                    <a:pt x="138" y="8"/>
                    <a:pt x="113" y="0"/>
                    <a:pt x="89" y="0"/>
                  </a:cubicBezTo>
                  <a:cubicBezTo>
                    <a:pt x="49" y="0"/>
                    <a:pt x="14" y="23"/>
                    <a:pt x="14" y="56"/>
                  </a:cubicBezTo>
                  <a:cubicBezTo>
                    <a:pt x="14" y="71"/>
                    <a:pt x="24" y="80"/>
                    <a:pt x="37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8" y="34"/>
                    <a:pt x="35" y="34"/>
                  </a:cubicBezTo>
                  <a:cubicBezTo>
                    <a:pt x="48" y="16"/>
                    <a:pt x="73" y="11"/>
                    <a:pt x="88" y="11"/>
                  </a:cubicBezTo>
                  <a:cubicBezTo>
                    <a:pt x="113" y="11"/>
                    <a:pt x="141" y="30"/>
                    <a:pt x="141" y="75"/>
                  </a:cubicBezTo>
                  <a:lnTo>
                    <a:pt x="141" y="93"/>
                  </a:lnTo>
                  <a:cubicBezTo>
                    <a:pt x="116" y="95"/>
                    <a:pt x="81" y="96"/>
                    <a:pt x="50" y="111"/>
                  </a:cubicBezTo>
                  <a:cubicBezTo>
                    <a:pt x="12" y="128"/>
                    <a:pt x="0" y="154"/>
                    <a:pt x="0" y="176"/>
                  </a:cubicBezTo>
                  <a:cubicBezTo>
                    <a:pt x="0" y="217"/>
                    <a:pt x="48" y="229"/>
                    <a:pt x="80" y="229"/>
                  </a:cubicBezTo>
                  <a:cubicBezTo>
                    <a:pt x="112" y="229"/>
                    <a:pt x="135" y="209"/>
                    <a:pt x="145" y="186"/>
                  </a:cubicBezTo>
                  <a:close/>
                  <a:moveTo>
                    <a:pt x="141" y="104"/>
                  </a:moveTo>
                  <a:lnTo>
                    <a:pt x="141" y="154"/>
                  </a:lnTo>
                  <a:cubicBezTo>
                    <a:pt x="141" y="201"/>
                    <a:pt x="105" y="218"/>
                    <a:pt x="83" y="218"/>
                  </a:cubicBezTo>
                  <a:cubicBezTo>
                    <a:pt x="59" y="218"/>
                    <a:pt x="38" y="201"/>
                    <a:pt x="38" y="176"/>
                  </a:cubicBezTo>
                  <a:cubicBezTo>
                    <a:pt x="38" y="148"/>
                    <a:pt x="59" y="107"/>
                    <a:pt x="141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5" name="Freeform 333">
              <a:extLst>
                <a:ext uri="{FF2B5EF4-FFF2-40B4-BE49-F238E27FC236}">
                  <a16:creationId xmlns:a16="http://schemas.microsoft.com/office/drawing/2014/main" id="{225AF04C-555C-4A9A-AA15-891CBF377FD3}"/>
                </a:ext>
              </a:extLst>
            </p:cNvPr>
            <p:cNvSpPr>
              <a:spLocks/>
            </p:cNvSpPr>
            <p:nvPr>
              <p:custDataLst>
                <p:tags r:id="rId244"/>
              </p:custDataLst>
            </p:nvPr>
          </p:nvSpPr>
          <p:spPr bwMode="auto">
            <a:xfrm>
              <a:off x="8613776" y="557213"/>
              <a:ext cx="33338" cy="76200"/>
            </a:xfrm>
            <a:custGeom>
              <a:avLst/>
              <a:gdLst>
                <a:gd name="T0" fmla="*/ 77 w 156"/>
                <a:gd name="T1" fmla="*/ 107 h 312"/>
                <a:gd name="T2" fmla="*/ 148 w 156"/>
                <a:gd name="T3" fmla="*/ 107 h 312"/>
                <a:gd name="T4" fmla="*/ 148 w 156"/>
                <a:gd name="T5" fmla="*/ 91 h 312"/>
                <a:gd name="T6" fmla="*/ 77 w 156"/>
                <a:gd name="T7" fmla="*/ 91 h 312"/>
                <a:gd name="T8" fmla="*/ 77 w 156"/>
                <a:gd name="T9" fmla="*/ 0 h 312"/>
                <a:gd name="T10" fmla="*/ 65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3 w 156"/>
                <a:gd name="T17" fmla="*/ 107 h 312"/>
                <a:gd name="T18" fmla="*/ 43 w 156"/>
                <a:gd name="T19" fmla="*/ 245 h 312"/>
                <a:gd name="T20" fmla="*/ 107 w 156"/>
                <a:gd name="T21" fmla="*/ 312 h 312"/>
                <a:gd name="T22" fmla="*/ 156 w 156"/>
                <a:gd name="T23" fmla="*/ 245 h 312"/>
                <a:gd name="T24" fmla="*/ 156 w 156"/>
                <a:gd name="T25" fmla="*/ 216 h 312"/>
                <a:gd name="T26" fmla="*/ 144 w 156"/>
                <a:gd name="T27" fmla="*/ 216 h 312"/>
                <a:gd name="T28" fmla="*/ 144 w 156"/>
                <a:gd name="T29" fmla="*/ 244 h 312"/>
                <a:gd name="T30" fmla="*/ 111 w 156"/>
                <a:gd name="T31" fmla="*/ 300 h 312"/>
                <a:gd name="T32" fmla="*/ 77 w 156"/>
                <a:gd name="T33" fmla="*/ 246 h 312"/>
                <a:gd name="T34" fmla="*/ 77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7" y="107"/>
                  </a:moveTo>
                  <a:lnTo>
                    <a:pt x="148" y="107"/>
                  </a:lnTo>
                  <a:lnTo>
                    <a:pt x="148" y="91"/>
                  </a:lnTo>
                  <a:lnTo>
                    <a:pt x="77" y="91"/>
                  </a:lnTo>
                  <a:lnTo>
                    <a:pt x="77" y="0"/>
                  </a:lnTo>
                  <a:lnTo>
                    <a:pt x="65" y="0"/>
                  </a:lnTo>
                  <a:cubicBezTo>
                    <a:pt x="64" y="41"/>
                    <a:pt x="49" y="94"/>
                    <a:pt x="0" y="96"/>
                  </a:cubicBezTo>
                  <a:lnTo>
                    <a:pt x="0" y="107"/>
                  </a:lnTo>
                  <a:lnTo>
                    <a:pt x="43" y="107"/>
                  </a:lnTo>
                  <a:lnTo>
                    <a:pt x="43" y="245"/>
                  </a:lnTo>
                  <a:cubicBezTo>
                    <a:pt x="43" y="306"/>
                    <a:pt x="89" y="312"/>
                    <a:pt x="107" y="312"/>
                  </a:cubicBezTo>
                  <a:cubicBezTo>
                    <a:pt x="143" y="312"/>
                    <a:pt x="156" y="277"/>
                    <a:pt x="156" y="245"/>
                  </a:cubicBezTo>
                  <a:lnTo>
                    <a:pt x="156" y="216"/>
                  </a:lnTo>
                  <a:lnTo>
                    <a:pt x="144" y="216"/>
                  </a:lnTo>
                  <a:lnTo>
                    <a:pt x="144" y="244"/>
                  </a:lnTo>
                  <a:cubicBezTo>
                    <a:pt x="144" y="281"/>
                    <a:pt x="129" y="300"/>
                    <a:pt x="111" y="300"/>
                  </a:cubicBezTo>
                  <a:cubicBezTo>
                    <a:pt x="77" y="300"/>
                    <a:pt x="77" y="254"/>
                    <a:pt x="77" y="246"/>
                  </a:cubicBezTo>
                  <a:lnTo>
                    <a:pt x="77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6" name="Freeform 334">
              <a:extLst>
                <a:ext uri="{FF2B5EF4-FFF2-40B4-BE49-F238E27FC236}">
                  <a16:creationId xmlns:a16="http://schemas.microsoft.com/office/drawing/2014/main" id="{DD80B2A1-24AC-4753-AD13-4B3301A61C0A}"/>
                </a:ext>
              </a:extLst>
            </p:cNvPr>
            <p:cNvSpPr>
              <a:spLocks noEditPoints="1"/>
            </p:cNvSpPr>
            <p:nvPr>
              <p:custDataLst>
                <p:tags r:id="rId245"/>
              </p:custDataLst>
            </p:nvPr>
          </p:nvSpPr>
          <p:spPr bwMode="auto">
            <a:xfrm>
              <a:off x="8656638" y="550863"/>
              <a:ext cx="20638" cy="80963"/>
            </a:xfrm>
            <a:custGeom>
              <a:avLst/>
              <a:gdLst>
                <a:gd name="T0" fmla="*/ 72 w 107"/>
                <a:gd name="T1" fmla="*/ 113 h 334"/>
                <a:gd name="T2" fmla="*/ 2 w 107"/>
                <a:gd name="T3" fmla="*/ 118 h 334"/>
                <a:gd name="T4" fmla="*/ 2 w 107"/>
                <a:gd name="T5" fmla="*/ 134 h 334"/>
                <a:gd name="T6" fmla="*/ 39 w 107"/>
                <a:gd name="T7" fmla="*/ 161 h 334"/>
                <a:gd name="T8" fmla="*/ 39 w 107"/>
                <a:gd name="T9" fmla="*/ 296 h 334"/>
                <a:gd name="T10" fmla="*/ 0 w 107"/>
                <a:gd name="T11" fmla="*/ 318 h 334"/>
                <a:gd name="T12" fmla="*/ 0 w 107"/>
                <a:gd name="T13" fmla="*/ 334 h 334"/>
                <a:gd name="T14" fmla="*/ 55 w 107"/>
                <a:gd name="T15" fmla="*/ 332 h 334"/>
                <a:gd name="T16" fmla="*/ 107 w 107"/>
                <a:gd name="T17" fmla="*/ 334 h 334"/>
                <a:gd name="T18" fmla="*/ 107 w 107"/>
                <a:gd name="T19" fmla="*/ 318 h 334"/>
                <a:gd name="T20" fmla="*/ 72 w 107"/>
                <a:gd name="T21" fmla="*/ 296 h 334"/>
                <a:gd name="T22" fmla="*/ 72 w 107"/>
                <a:gd name="T23" fmla="*/ 113 h 334"/>
                <a:gd name="T24" fmla="*/ 74 w 107"/>
                <a:gd name="T25" fmla="*/ 26 h 334"/>
                <a:gd name="T26" fmla="*/ 47 w 107"/>
                <a:gd name="T27" fmla="*/ 0 h 334"/>
                <a:gd name="T28" fmla="*/ 21 w 107"/>
                <a:gd name="T29" fmla="*/ 26 h 334"/>
                <a:gd name="T30" fmla="*/ 47 w 107"/>
                <a:gd name="T31" fmla="*/ 53 h 334"/>
                <a:gd name="T32" fmla="*/ 74 w 107"/>
                <a:gd name="T33" fmla="*/ 26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" h="334">
                  <a:moveTo>
                    <a:pt x="72" y="113"/>
                  </a:moveTo>
                  <a:lnTo>
                    <a:pt x="2" y="118"/>
                  </a:lnTo>
                  <a:lnTo>
                    <a:pt x="2" y="134"/>
                  </a:lnTo>
                  <a:cubicBezTo>
                    <a:pt x="35" y="134"/>
                    <a:pt x="39" y="137"/>
                    <a:pt x="39" y="161"/>
                  </a:cubicBezTo>
                  <a:lnTo>
                    <a:pt x="39" y="296"/>
                  </a:lnTo>
                  <a:cubicBezTo>
                    <a:pt x="39" y="318"/>
                    <a:pt x="33" y="318"/>
                    <a:pt x="0" y="318"/>
                  </a:cubicBezTo>
                  <a:lnTo>
                    <a:pt x="0" y="334"/>
                  </a:lnTo>
                  <a:cubicBezTo>
                    <a:pt x="16" y="333"/>
                    <a:pt x="43" y="332"/>
                    <a:pt x="55" y="332"/>
                  </a:cubicBezTo>
                  <a:cubicBezTo>
                    <a:pt x="72" y="332"/>
                    <a:pt x="90" y="333"/>
                    <a:pt x="107" y="334"/>
                  </a:cubicBezTo>
                  <a:lnTo>
                    <a:pt x="107" y="318"/>
                  </a:lnTo>
                  <a:cubicBezTo>
                    <a:pt x="74" y="318"/>
                    <a:pt x="72" y="316"/>
                    <a:pt x="72" y="296"/>
                  </a:cubicBezTo>
                  <a:lnTo>
                    <a:pt x="72" y="113"/>
                  </a:lnTo>
                  <a:close/>
                  <a:moveTo>
                    <a:pt x="74" y="26"/>
                  </a:moveTo>
                  <a:cubicBezTo>
                    <a:pt x="74" y="10"/>
                    <a:pt x="61" y="0"/>
                    <a:pt x="47" y="0"/>
                  </a:cubicBezTo>
                  <a:cubicBezTo>
                    <a:pt x="32" y="0"/>
                    <a:pt x="21" y="13"/>
                    <a:pt x="21" y="26"/>
                  </a:cubicBezTo>
                  <a:cubicBezTo>
                    <a:pt x="21" y="40"/>
                    <a:pt x="32" y="53"/>
                    <a:pt x="47" y="53"/>
                  </a:cubicBezTo>
                  <a:cubicBezTo>
                    <a:pt x="61" y="53"/>
                    <a:pt x="74" y="42"/>
                    <a:pt x="74" y="26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7" name="Freeform 335">
              <a:extLst>
                <a:ext uri="{FF2B5EF4-FFF2-40B4-BE49-F238E27FC236}">
                  <a16:creationId xmlns:a16="http://schemas.microsoft.com/office/drawing/2014/main" id="{4F5532CB-614A-46DA-AA70-0452C6F742D7}"/>
                </a:ext>
              </a:extLst>
            </p:cNvPr>
            <p:cNvSpPr>
              <a:spLocks noEditPoints="1"/>
            </p:cNvSpPr>
            <p:nvPr>
              <p:custDataLst>
                <p:tags r:id="rId246"/>
              </p:custDataLst>
            </p:nvPr>
          </p:nvSpPr>
          <p:spPr bwMode="auto">
            <a:xfrm>
              <a:off x="8683626" y="577851"/>
              <a:ext cx="46038" cy="55563"/>
            </a:xfrm>
            <a:custGeom>
              <a:avLst/>
              <a:gdLst>
                <a:gd name="T0" fmla="*/ 221 w 221"/>
                <a:gd name="T1" fmla="*/ 117 h 229"/>
                <a:gd name="T2" fmla="*/ 111 w 221"/>
                <a:gd name="T3" fmla="*/ 0 h 229"/>
                <a:gd name="T4" fmla="*/ 0 w 221"/>
                <a:gd name="T5" fmla="*/ 117 h 229"/>
                <a:gd name="T6" fmla="*/ 110 w 221"/>
                <a:gd name="T7" fmla="*/ 229 h 229"/>
                <a:gd name="T8" fmla="*/ 221 w 221"/>
                <a:gd name="T9" fmla="*/ 117 h 229"/>
                <a:gd name="T10" fmla="*/ 111 w 221"/>
                <a:gd name="T11" fmla="*/ 217 h 229"/>
                <a:gd name="T12" fmla="*/ 54 w 221"/>
                <a:gd name="T13" fmla="*/ 183 h 229"/>
                <a:gd name="T14" fmla="*/ 41 w 221"/>
                <a:gd name="T15" fmla="*/ 113 h 229"/>
                <a:gd name="T16" fmla="*/ 53 w 221"/>
                <a:gd name="T17" fmla="*/ 44 h 229"/>
                <a:gd name="T18" fmla="*/ 110 w 221"/>
                <a:gd name="T19" fmla="*/ 11 h 229"/>
                <a:gd name="T20" fmla="*/ 167 w 221"/>
                <a:gd name="T21" fmla="*/ 43 h 229"/>
                <a:gd name="T22" fmla="*/ 180 w 221"/>
                <a:gd name="T23" fmla="*/ 113 h 229"/>
                <a:gd name="T24" fmla="*/ 169 w 221"/>
                <a:gd name="T25" fmla="*/ 180 h 229"/>
                <a:gd name="T26" fmla="*/ 111 w 221"/>
                <a:gd name="T27" fmla="*/ 21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29">
                  <a:moveTo>
                    <a:pt x="221" y="117"/>
                  </a:moveTo>
                  <a:cubicBezTo>
                    <a:pt x="221" y="53"/>
                    <a:pt x="171" y="0"/>
                    <a:pt x="111" y="0"/>
                  </a:cubicBezTo>
                  <a:cubicBezTo>
                    <a:pt x="48" y="0"/>
                    <a:pt x="0" y="54"/>
                    <a:pt x="0" y="117"/>
                  </a:cubicBezTo>
                  <a:cubicBezTo>
                    <a:pt x="0" y="181"/>
                    <a:pt x="52" y="229"/>
                    <a:pt x="110" y="229"/>
                  </a:cubicBezTo>
                  <a:cubicBezTo>
                    <a:pt x="171" y="229"/>
                    <a:pt x="221" y="180"/>
                    <a:pt x="221" y="117"/>
                  </a:cubicBezTo>
                  <a:close/>
                  <a:moveTo>
                    <a:pt x="111" y="217"/>
                  </a:moveTo>
                  <a:cubicBezTo>
                    <a:pt x="89" y="217"/>
                    <a:pt x="67" y="206"/>
                    <a:pt x="54" y="183"/>
                  </a:cubicBezTo>
                  <a:cubicBezTo>
                    <a:pt x="41" y="161"/>
                    <a:pt x="41" y="131"/>
                    <a:pt x="41" y="113"/>
                  </a:cubicBezTo>
                  <a:cubicBezTo>
                    <a:pt x="41" y="93"/>
                    <a:pt x="41" y="66"/>
                    <a:pt x="53" y="44"/>
                  </a:cubicBezTo>
                  <a:cubicBezTo>
                    <a:pt x="67" y="21"/>
                    <a:pt x="90" y="11"/>
                    <a:pt x="110" y="11"/>
                  </a:cubicBezTo>
                  <a:cubicBezTo>
                    <a:pt x="132" y="11"/>
                    <a:pt x="154" y="22"/>
                    <a:pt x="167" y="43"/>
                  </a:cubicBezTo>
                  <a:cubicBezTo>
                    <a:pt x="180" y="65"/>
                    <a:pt x="180" y="94"/>
                    <a:pt x="180" y="113"/>
                  </a:cubicBezTo>
                  <a:cubicBezTo>
                    <a:pt x="180" y="131"/>
                    <a:pt x="180" y="158"/>
                    <a:pt x="169" y="180"/>
                  </a:cubicBezTo>
                  <a:cubicBezTo>
                    <a:pt x="158" y="202"/>
                    <a:pt x="136" y="217"/>
                    <a:pt x="111" y="21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38" name="Freeform 336">
              <a:extLst>
                <a:ext uri="{FF2B5EF4-FFF2-40B4-BE49-F238E27FC236}">
                  <a16:creationId xmlns:a16="http://schemas.microsoft.com/office/drawing/2014/main" id="{9BF99BBC-2103-426C-B362-5FF8E5C2338A}"/>
                </a:ext>
              </a:extLst>
            </p:cNvPr>
            <p:cNvSpPr>
              <a:spLocks/>
            </p:cNvSpPr>
            <p:nvPr>
              <p:custDataLst>
                <p:tags r:id="rId247"/>
              </p:custDataLst>
            </p:nvPr>
          </p:nvSpPr>
          <p:spPr bwMode="auto">
            <a:xfrm>
              <a:off x="8736013" y="577851"/>
              <a:ext cx="50800" cy="53975"/>
            </a:xfrm>
            <a:custGeom>
              <a:avLst/>
              <a:gdLst>
                <a:gd name="T0" fmla="*/ 39 w 251"/>
                <a:gd name="T1" fmla="*/ 49 h 221"/>
                <a:gd name="T2" fmla="*/ 39 w 251"/>
                <a:gd name="T3" fmla="*/ 183 h 221"/>
                <a:gd name="T4" fmla="*/ 0 w 251"/>
                <a:gd name="T5" fmla="*/ 205 h 221"/>
                <a:gd name="T6" fmla="*/ 0 w 251"/>
                <a:gd name="T7" fmla="*/ 221 h 221"/>
                <a:gd name="T8" fmla="*/ 56 w 251"/>
                <a:gd name="T9" fmla="*/ 219 h 221"/>
                <a:gd name="T10" fmla="*/ 112 w 251"/>
                <a:gd name="T11" fmla="*/ 221 h 221"/>
                <a:gd name="T12" fmla="*/ 112 w 251"/>
                <a:gd name="T13" fmla="*/ 205 h 221"/>
                <a:gd name="T14" fmla="*/ 73 w 251"/>
                <a:gd name="T15" fmla="*/ 183 h 221"/>
                <a:gd name="T16" fmla="*/ 73 w 251"/>
                <a:gd name="T17" fmla="*/ 91 h 221"/>
                <a:gd name="T18" fmla="*/ 141 w 251"/>
                <a:gd name="T19" fmla="*/ 11 h 221"/>
                <a:gd name="T20" fmla="*/ 178 w 251"/>
                <a:gd name="T21" fmla="*/ 66 h 221"/>
                <a:gd name="T22" fmla="*/ 178 w 251"/>
                <a:gd name="T23" fmla="*/ 183 h 221"/>
                <a:gd name="T24" fmla="*/ 139 w 251"/>
                <a:gd name="T25" fmla="*/ 205 h 221"/>
                <a:gd name="T26" fmla="*/ 139 w 251"/>
                <a:gd name="T27" fmla="*/ 221 h 221"/>
                <a:gd name="T28" fmla="*/ 195 w 251"/>
                <a:gd name="T29" fmla="*/ 219 h 221"/>
                <a:gd name="T30" fmla="*/ 251 w 251"/>
                <a:gd name="T31" fmla="*/ 221 h 221"/>
                <a:gd name="T32" fmla="*/ 251 w 251"/>
                <a:gd name="T33" fmla="*/ 205 h 221"/>
                <a:gd name="T34" fmla="*/ 212 w 251"/>
                <a:gd name="T35" fmla="*/ 190 h 221"/>
                <a:gd name="T36" fmla="*/ 212 w 251"/>
                <a:gd name="T37" fmla="*/ 95 h 221"/>
                <a:gd name="T38" fmla="*/ 197 w 251"/>
                <a:gd name="T39" fmla="*/ 18 h 221"/>
                <a:gd name="T40" fmla="*/ 144 w 251"/>
                <a:gd name="T41" fmla="*/ 0 h 221"/>
                <a:gd name="T42" fmla="*/ 70 w 251"/>
                <a:gd name="T43" fmla="*/ 52 h 221"/>
                <a:gd name="T44" fmla="*/ 70 w 251"/>
                <a:gd name="T45" fmla="*/ 0 h 221"/>
                <a:gd name="T46" fmla="*/ 0 w 251"/>
                <a:gd name="T47" fmla="*/ 5 h 221"/>
                <a:gd name="T48" fmla="*/ 0 w 251"/>
                <a:gd name="T49" fmla="*/ 21 h 221"/>
                <a:gd name="T50" fmla="*/ 39 w 251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5"/>
                    <a:pt x="33" y="205"/>
                    <a:pt x="0" y="205"/>
                  </a:cubicBezTo>
                  <a:lnTo>
                    <a:pt x="0" y="221"/>
                  </a:lnTo>
                  <a:cubicBezTo>
                    <a:pt x="17" y="220"/>
                    <a:pt x="43" y="219"/>
                    <a:pt x="56" y="219"/>
                  </a:cubicBezTo>
                  <a:cubicBezTo>
                    <a:pt x="69" y="219"/>
                    <a:pt x="95" y="220"/>
                    <a:pt x="112" y="221"/>
                  </a:cubicBezTo>
                  <a:lnTo>
                    <a:pt x="112" y="205"/>
                  </a:lnTo>
                  <a:cubicBezTo>
                    <a:pt x="79" y="205"/>
                    <a:pt x="73" y="205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9" y="11"/>
                    <a:pt x="141" y="11"/>
                  </a:cubicBezTo>
                  <a:cubicBezTo>
                    <a:pt x="172" y="11"/>
                    <a:pt x="178" y="38"/>
                    <a:pt x="178" y="66"/>
                  </a:cubicBezTo>
                  <a:lnTo>
                    <a:pt x="178" y="183"/>
                  </a:lnTo>
                  <a:cubicBezTo>
                    <a:pt x="178" y="205"/>
                    <a:pt x="172" y="205"/>
                    <a:pt x="139" y="205"/>
                  </a:cubicBezTo>
                  <a:lnTo>
                    <a:pt x="139" y="221"/>
                  </a:lnTo>
                  <a:cubicBezTo>
                    <a:pt x="156" y="220"/>
                    <a:pt x="182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5"/>
                  </a:lnTo>
                  <a:cubicBezTo>
                    <a:pt x="225" y="205"/>
                    <a:pt x="212" y="205"/>
                    <a:pt x="212" y="190"/>
                  </a:cubicBezTo>
                  <a:lnTo>
                    <a:pt x="212" y="95"/>
                  </a:lnTo>
                  <a:cubicBezTo>
                    <a:pt x="212" y="52"/>
                    <a:pt x="212" y="36"/>
                    <a:pt x="197" y="18"/>
                  </a:cubicBezTo>
                  <a:cubicBezTo>
                    <a:pt x="190" y="10"/>
                    <a:pt x="173" y="0"/>
                    <a:pt x="144" y="0"/>
                  </a:cubicBezTo>
                  <a:cubicBezTo>
                    <a:pt x="108" y="0"/>
                    <a:pt x="84" y="21"/>
                    <a:pt x="70" y="52"/>
                  </a:cubicBezTo>
                  <a:lnTo>
                    <a:pt x="70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2" name="타원 91">
            <a:extLst>
              <a:ext uri="{FF2B5EF4-FFF2-40B4-BE49-F238E27FC236}">
                <a16:creationId xmlns:a16="http://schemas.microsoft.com/office/drawing/2014/main" id="{64C7910E-D2F0-428E-AFA4-DDE34D02A845}"/>
              </a:ext>
            </a:extLst>
          </p:cNvPr>
          <p:cNvSpPr/>
          <p:nvPr/>
        </p:nvSpPr>
        <p:spPr>
          <a:xfrm>
            <a:off x="7798324" y="1695358"/>
            <a:ext cx="177800" cy="177800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BBB021FC-1D39-40C2-9319-281BA81E6A4C}"/>
              </a:ext>
            </a:extLst>
          </p:cNvPr>
          <p:cNvSpPr/>
          <p:nvPr/>
        </p:nvSpPr>
        <p:spPr>
          <a:xfrm>
            <a:off x="8411304" y="1695358"/>
            <a:ext cx="177800" cy="177800"/>
          </a:xfrm>
          <a:prstGeom prst="ellipse">
            <a:avLst/>
          </a:prstGeom>
          <a:noFill/>
          <a:ln w="127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476FC255-85E8-42B3-87F6-F4ACA1BADBCA}"/>
              </a:ext>
            </a:extLst>
          </p:cNvPr>
          <p:cNvSpPr/>
          <p:nvPr/>
        </p:nvSpPr>
        <p:spPr>
          <a:xfrm>
            <a:off x="8687196" y="1695358"/>
            <a:ext cx="177800" cy="177800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D7A83403-D981-4E99-B3E2-2306454FFA8A}"/>
              </a:ext>
            </a:extLst>
          </p:cNvPr>
          <p:cNvSpPr/>
          <p:nvPr/>
        </p:nvSpPr>
        <p:spPr>
          <a:xfrm>
            <a:off x="8172134" y="1354180"/>
            <a:ext cx="177800" cy="1778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6087E6FC-318E-402D-94A4-8984A04D6E15}"/>
              </a:ext>
            </a:extLst>
          </p:cNvPr>
          <p:cNvCxnSpPr>
            <a:cxnSpLocks/>
            <a:stCxn id="12" idx="3"/>
            <a:endCxn id="4" idx="1"/>
          </p:cNvCxnSpPr>
          <p:nvPr/>
        </p:nvCxnSpPr>
        <p:spPr>
          <a:xfrm>
            <a:off x="5324109" y="1234196"/>
            <a:ext cx="145088" cy="17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4225EC8-2B0E-4E19-BC52-E87BC09E7410}"/>
              </a:ext>
            </a:extLst>
          </p:cNvPr>
          <p:cNvCxnSpPr>
            <a:cxnSpLocks/>
            <a:stCxn id="4" idx="3"/>
            <a:endCxn id="59" idx="1"/>
          </p:cNvCxnSpPr>
          <p:nvPr/>
        </p:nvCxnSpPr>
        <p:spPr>
          <a:xfrm>
            <a:off x="7555068" y="1235947"/>
            <a:ext cx="154640" cy="47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9" name="그룹 668" descr="\documentclass{article}&#10;\usepackage{amsmath}&#10;\usepackage{xspace}&#10;\pagestyle{empty}&#10;&#10;\newcommand{\rarrow}{\xrightarrow{\hspace{0.5cm}}}&#10;\begin{document}&#10;&#10;&#10;\begin{align*}&#10;b_1:\,&amp; s(n_1) \rarrow \hat{a}_1 \rarrow a_1 \rarrow s(n_6),r_1 \\[1.2ex]&#10;b_2:\,&amp; s(n_2) \rarrow \hat{a}_2 \rarrow a_2 \rarrow s(n_7),r_2 \\[1.2ex]&#10;b_3:\,&amp; s(n_4) \rarrow \hat{a}_3 \rarrow a_3 \rarrow s(n_8),r_3 \\[1.2ex]&#10;b_4:\,&amp; s(n_4) \rarrow \hat{a}_4 \rarrow a_4 \rarrow s(n_9),r_4&#10;\end{align*}&#10;\end{document}" title="IguanaTex Vector Display">
            <a:extLst>
              <a:ext uri="{FF2B5EF4-FFF2-40B4-BE49-F238E27FC236}">
                <a16:creationId xmlns:a16="http://schemas.microsoft.com/office/drawing/2014/main" id="{3BC66763-1299-4B8B-8783-D9D902702625}"/>
              </a:ext>
            </a:extLst>
          </p:cNvPr>
          <p:cNvGrpSpPr>
            <a:grpSpLocks noChangeAspect="1"/>
          </p:cNvGrpSpPr>
          <p:nvPr>
            <p:custDataLst>
              <p:tags r:id="rId30"/>
            </p:custDataLst>
          </p:nvPr>
        </p:nvGrpSpPr>
        <p:grpSpPr>
          <a:xfrm>
            <a:off x="5535614" y="1039813"/>
            <a:ext cx="1960961" cy="802499"/>
            <a:chOff x="5535614" y="1039813"/>
            <a:chExt cx="1735138" cy="727076"/>
          </a:xfrm>
        </p:grpSpPr>
        <p:sp>
          <p:nvSpPr>
            <p:cNvPr id="548" name="Freeform 343">
              <a:extLst>
                <a:ext uri="{FF2B5EF4-FFF2-40B4-BE49-F238E27FC236}">
                  <a16:creationId xmlns:a16="http://schemas.microsoft.com/office/drawing/2014/main" id="{AC668C5B-3F05-4350-A46A-269326B36252}"/>
                </a:ext>
              </a:extLst>
            </p:cNvPr>
            <p:cNvSpPr>
              <a:spLocks noEditPoints="1"/>
            </p:cNvSpPr>
            <p:nvPr>
              <p:custDataLst>
                <p:tags r:id="rId113"/>
              </p:custDataLst>
            </p:nvPr>
          </p:nvSpPr>
          <p:spPr bwMode="auto">
            <a:xfrm>
              <a:off x="5535614" y="1046163"/>
              <a:ext cx="36513" cy="71438"/>
            </a:xfrm>
            <a:custGeom>
              <a:avLst/>
              <a:gdLst>
                <a:gd name="T0" fmla="*/ 96 w 184"/>
                <a:gd name="T1" fmla="*/ 5 h 351"/>
                <a:gd name="T2" fmla="*/ 89 w 184"/>
                <a:gd name="T3" fmla="*/ 0 h 351"/>
                <a:gd name="T4" fmla="*/ 29 w 184"/>
                <a:gd name="T5" fmla="*/ 5 h 351"/>
                <a:gd name="T6" fmla="*/ 19 w 184"/>
                <a:gd name="T7" fmla="*/ 15 h 351"/>
                <a:gd name="T8" fmla="*/ 31 w 184"/>
                <a:gd name="T9" fmla="*/ 20 h 351"/>
                <a:gd name="T10" fmla="*/ 56 w 184"/>
                <a:gd name="T11" fmla="*/ 29 h 351"/>
                <a:gd name="T12" fmla="*/ 49 w 184"/>
                <a:gd name="T13" fmla="*/ 60 h 351"/>
                <a:gd name="T14" fmla="*/ 8 w 184"/>
                <a:gd name="T15" fmla="*/ 222 h 351"/>
                <a:gd name="T16" fmla="*/ 0 w 184"/>
                <a:gd name="T17" fmla="*/ 273 h 351"/>
                <a:gd name="T18" fmla="*/ 64 w 184"/>
                <a:gd name="T19" fmla="*/ 351 h 351"/>
                <a:gd name="T20" fmla="*/ 184 w 184"/>
                <a:gd name="T21" fmla="*/ 205 h 351"/>
                <a:gd name="T22" fmla="*/ 117 w 184"/>
                <a:gd name="T23" fmla="*/ 125 h 351"/>
                <a:gd name="T24" fmla="*/ 59 w 184"/>
                <a:gd name="T25" fmla="*/ 155 h 351"/>
                <a:gd name="T26" fmla="*/ 96 w 184"/>
                <a:gd name="T27" fmla="*/ 5 h 351"/>
                <a:gd name="T28" fmla="*/ 49 w 184"/>
                <a:gd name="T29" fmla="*/ 194 h 351"/>
                <a:gd name="T30" fmla="*/ 57 w 184"/>
                <a:gd name="T31" fmla="*/ 176 h 351"/>
                <a:gd name="T32" fmla="*/ 116 w 184"/>
                <a:gd name="T33" fmla="*/ 136 h 351"/>
                <a:gd name="T34" fmla="*/ 148 w 184"/>
                <a:gd name="T35" fmla="*/ 183 h 351"/>
                <a:gd name="T36" fmla="*/ 122 w 184"/>
                <a:gd name="T37" fmla="*/ 289 h 351"/>
                <a:gd name="T38" fmla="*/ 64 w 184"/>
                <a:gd name="T39" fmla="*/ 340 h 351"/>
                <a:gd name="T40" fmla="*/ 30 w 184"/>
                <a:gd name="T41" fmla="*/ 290 h 351"/>
                <a:gd name="T42" fmla="*/ 38 w 184"/>
                <a:gd name="T43" fmla="*/ 239 h 351"/>
                <a:gd name="T44" fmla="*/ 49 w 184"/>
                <a:gd name="T45" fmla="*/ 19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4" h="351">
                  <a:moveTo>
                    <a:pt x="96" y="5"/>
                  </a:moveTo>
                  <a:cubicBezTo>
                    <a:pt x="96" y="5"/>
                    <a:pt x="96" y="0"/>
                    <a:pt x="89" y="0"/>
                  </a:cubicBezTo>
                  <a:cubicBezTo>
                    <a:pt x="78" y="0"/>
                    <a:pt x="42" y="4"/>
                    <a:pt x="29" y="5"/>
                  </a:cubicBezTo>
                  <a:cubicBezTo>
                    <a:pt x="25" y="5"/>
                    <a:pt x="19" y="6"/>
                    <a:pt x="19" y="15"/>
                  </a:cubicBezTo>
                  <a:cubicBezTo>
                    <a:pt x="19" y="20"/>
                    <a:pt x="24" y="20"/>
                    <a:pt x="31" y="20"/>
                  </a:cubicBezTo>
                  <a:cubicBezTo>
                    <a:pt x="55" y="20"/>
                    <a:pt x="56" y="24"/>
                    <a:pt x="56" y="29"/>
                  </a:cubicBezTo>
                  <a:cubicBezTo>
                    <a:pt x="56" y="32"/>
                    <a:pt x="52" y="49"/>
                    <a:pt x="49" y="60"/>
                  </a:cubicBezTo>
                  <a:lnTo>
                    <a:pt x="8" y="222"/>
                  </a:lnTo>
                  <a:cubicBezTo>
                    <a:pt x="2" y="247"/>
                    <a:pt x="0" y="255"/>
                    <a:pt x="0" y="273"/>
                  </a:cubicBezTo>
                  <a:cubicBezTo>
                    <a:pt x="0" y="320"/>
                    <a:pt x="27" y="351"/>
                    <a:pt x="64" y="351"/>
                  </a:cubicBezTo>
                  <a:cubicBezTo>
                    <a:pt x="122" y="351"/>
                    <a:pt x="184" y="277"/>
                    <a:pt x="184" y="205"/>
                  </a:cubicBezTo>
                  <a:cubicBezTo>
                    <a:pt x="184" y="160"/>
                    <a:pt x="157" y="125"/>
                    <a:pt x="117" y="125"/>
                  </a:cubicBezTo>
                  <a:cubicBezTo>
                    <a:pt x="94" y="125"/>
                    <a:pt x="74" y="140"/>
                    <a:pt x="59" y="155"/>
                  </a:cubicBezTo>
                  <a:lnTo>
                    <a:pt x="96" y="5"/>
                  </a:lnTo>
                  <a:close/>
                  <a:moveTo>
                    <a:pt x="49" y="194"/>
                  </a:moveTo>
                  <a:cubicBezTo>
                    <a:pt x="52" y="183"/>
                    <a:pt x="52" y="182"/>
                    <a:pt x="57" y="176"/>
                  </a:cubicBezTo>
                  <a:cubicBezTo>
                    <a:pt x="81" y="144"/>
                    <a:pt x="103" y="136"/>
                    <a:pt x="116" y="136"/>
                  </a:cubicBezTo>
                  <a:cubicBezTo>
                    <a:pt x="134" y="136"/>
                    <a:pt x="148" y="151"/>
                    <a:pt x="148" y="183"/>
                  </a:cubicBezTo>
                  <a:cubicBezTo>
                    <a:pt x="148" y="212"/>
                    <a:pt x="131" y="270"/>
                    <a:pt x="122" y="289"/>
                  </a:cubicBezTo>
                  <a:cubicBezTo>
                    <a:pt x="106" y="322"/>
                    <a:pt x="83" y="340"/>
                    <a:pt x="64" y="340"/>
                  </a:cubicBezTo>
                  <a:cubicBezTo>
                    <a:pt x="47" y="340"/>
                    <a:pt x="30" y="327"/>
                    <a:pt x="30" y="290"/>
                  </a:cubicBezTo>
                  <a:cubicBezTo>
                    <a:pt x="30" y="280"/>
                    <a:pt x="30" y="271"/>
                    <a:pt x="38" y="239"/>
                  </a:cubicBezTo>
                  <a:lnTo>
                    <a:pt x="49" y="194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49" name="Freeform 344">
              <a:extLst>
                <a:ext uri="{FF2B5EF4-FFF2-40B4-BE49-F238E27FC236}">
                  <a16:creationId xmlns:a16="http://schemas.microsoft.com/office/drawing/2014/main" id="{7261E2BA-4730-4772-811E-095F96B54E1B}"/>
                </a:ext>
              </a:extLst>
            </p:cNvPr>
            <p:cNvSpPr>
              <a:spLocks/>
            </p:cNvSpPr>
            <p:nvPr>
              <p:custDataLst>
                <p:tags r:id="rId114"/>
              </p:custDataLst>
            </p:nvPr>
          </p:nvSpPr>
          <p:spPr bwMode="auto">
            <a:xfrm>
              <a:off x="5581652" y="1084263"/>
              <a:ext cx="25400" cy="47625"/>
            </a:xfrm>
            <a:custGeom>
              <a:avLst/>
              <a:gdLst>
                <a:gd name="T0" fmla="*/ 79 w 127"/>
                <a:gd name="T1" fmla="*/ 10 h 231"/>
                <a:gd name="T2" fmla="*/ 69 w 127"/>
                <a:gd name="T3" fmla="*/ 0 h 231"/>
                <a:gd name="T4" fmla="*/ 0 w 127"/>
                <a:gd name="T5" fmla="*/ 22 h 231"/>
                <a:gd name="T6" fmla="*/ 0 w 127"/>
                <a:gd name="T7" fmla="*/ 35 h 231"/>
                <a:gd name="T8" fmla="*/ 51 w 127"/>
                <a:gd name="T9" fmla="*/ 25 h 231"/>
                <a:gd name="T10" fmla="*/ 51 w 127"/>
                <a:gd name="T11" fmla="*/ 203 h 231"/>
                <a:gd name="T12" fmla="*/ 16 w 127"/>
                <a:gd name="T13" fmla="*/ 219 h 231"/>
                <a:gd name="T14" fmla="*/ 3 w 127"/>
                <a:gd name="T15" fmla="*/ 219 h 231"/>
                <a:gd name="T16" fmla="*/ 3 w 127"/>
                <a:gd name="T17" fmla="*/ 231 h 231"/>
                <a:gd name="T18" fmla="*/ 65 w 127"/>
                <a:gd name="T19" fmla="*/ 230 h 231"/>
                <a:gd name="T20" fmla="*/ 127 w 127"/>
                <a:gd name="T21" fmla="*/ 231 h 231"/>
                <a:gd name="T22" fmla="*/ 127 w 127"/>
                <a:gd name="T23" fmla="*/ 219 h 231"/>
                <a:gd name="T24" fmla="*/ 114 w 127"/>
                <a:gd name="T25" fmla="*/ 219 h 231"/>
                <a:gd name="T26" fmla="*/ 79 w 127"/>
                <a:gd name="T27" fmla="*/ 203 h 231"/>
                <a:gd name="T28" fmla="*/ 79 w 127"/>
                <a:gd name="T29" fmla="*/ 1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31">
                  <a:moveTo>
                    <a:pt x="79" y="10"/>
                  </a:moveTo>
                  <a:cubicBezTo>
                    <a:pt x="79" y="0"/>
                    <a:pt x="79" y="0"/>
                    <a:pt x="69" y="0"/>
                  </a:cubicBezTo>
                  <a:cubicBezTo>
                    <a:pt x="46" y="22"/>
                    <a:pt x="15" y="22"/>
                    <a:pt x="0" y="22"/>
                  </a:cubicBezTo>
                  <a:lnTo>
                    <a:pt x="0" y="35"/>
                  </a:lnTo>
                  <a:cubicBezTo>
                    <a:pt x="9" y="35"/>
                    <a:pt x="32" y="35"/>
                    <a:pt x="51" y="25"/>
                  </a:cubicBezTo>
                  <a:lnTo>
                    <a:pt x="51" y="203"/>
                  </a:lnTo>
                  <a:cubicBezTo>
                    <a:pt x="51" y="214"/>
                    <a:pt x="51" y="219"/>
                    <a:pt x="16" y="219"/>
                  </a:cubicBezTo>
                  <a:lnTo>
                    <a:pt x="3" y="219"/>
                  </a:lnTo>
                  <a:lnTo>
                    <a:pt x="3" y="231"/>
                  </a:lnTo>
                  <a:cubicBezTo>
                    <a:pt x="9" y="231"/>
                    <a:pt x="52" y="230"/>
                    <a:pt x="65" y="230"/>
                  </a:cubicBezTo>
                  <a:cubicBezTo>
                    <a:pt x="76" y="230"/>
                    <a:pt x="120" y="231"/>
                    <a:pt x="127" y="231"/>
                  </a:cubicBezTo>
                  <a:lnTo>
                    <a:pt x="127" y="219"/>
                  </a:lnTo>
                  <a:lnTo>
                    <a:pt x="114" y="219"/>
                  </a:lnTo>
                  <a:cubicBezTo>
                    <a:pt x="79" y="219"/>
                    <a:pt x="79" y="214"/>
                    <a:pt x="79" y="203"/>
                  </a:cubicBezTo>
                  <a:lnTo>
                    <a:pt x="79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0" name="Freeform 345">
              <a:extLst>
                <a:ext uri="{FF2B5EF4-FFF2-40B4-BE49-F238E27FC236}">
                  <a16:creationId xmlns:a16="http://schemas.microsoft.com/office/drawing/2014/main" id="{BC34DC42-9B7C-477F-A3EF-FEFA9B3BB703}"/>
                </a:ext>
              </a:extLst>
            </p:cNvPr>
            <p:cNvSpPr>
              <a:spLocks noEditPoints="1"/>
            </p:cNvSpPr>
            <p:nvPr>
              <p:custDataLst>
                <p:tags r:id="rId115"/>
              </p:custDataLst>
            </p:nvPr>
          </p:nvSpPr>
          <p:spPr bwMode="auto">
            <a:xfrm>
              <a:off x="5654677" y="1073151"/>
              <a:ext cx="11113" cy="44450"/>
            </a:xfrm>
            <a:custGeom>
              <a:avLst/>
              <a:gdLst>
                <a:gd name="T0" fmla="*/ 53 w 53"/>
                <a:gd name="T1" fmla="*/ 26 h 215"/>
                <a:gd name="T2" fmla="*/ 27 w 53"/>
                <a:gd name="T3" fmla="*/ 0 h 215"/>
                <a:gd name="T4" fmla="*/ 0 w 53"/>
                <a:gd name="T5" fmla="*/ 26 h 215"/>
                <a:gd name="T6" fmla="*/ 27 w 53"/>
                <a:gd name="T7" fmla="*/ 53 h 215"/>
                <a:gd name="T8" fmla="*/ 53 w 53"/>
                <a:gd name="T9" fmla="*/ 26 h 215"/>
                <a:gd name="T10" fmla="*/ 53 w 53"/>
                <a:gd name="T11" fmla="*/ 188 h 215"/>
                <a:gd name="T12" fmla="*/ 27 w 53"/>
                <a:gd name="T13" fmla="*/ 162 h 215"/>
                <a:gd name="T14" fmla="*/ 0 w 53"/>
                <a:gd name="T15" fmla="*/ 188 h 215"/>
                <a:gd name="T16" fmla="*/ 27 w 53"/>
                <a:gd name="T17" fmla="*/ 215 h 215"/>
                <a:gd name="T18" fmla="*/ 53 w 53"/>
                <a:gd name="T19" fmla="*/ 18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215">
                  <a:moveTo>
                    <a:pt x="53" y="26"/>
                  </a:moveTo>
                  <a:cubicBezTo>
                    <a:pt x="53" y="12"/>
                    <a:pt x="41" y="0"/>
                    <a:pt x="27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7" y="53"/>
                  </a:cubicBezTo>
                  <a:cubicBezTo>
                    <a:pt x="41" y="53"/>
                    <a:pt x="53" y="41"/>
                    <a:pt x="53" y="26"/>
                  </a:cubicBezTo>
                  <a:close/>
                  <a:moveTo>
                    <a:pt x="53" y="188"/>
                  </a:moveTo>
                  <a:cubicBezTo>
                    <a:pt x="53" y="174"/>
                    <a:pt x="41" y="162"/>
                    <a:pt x="27" y="162"/>
                  </a:cubicBezTo>
                  <a:cubicBezTo>
                    <a:pt x="12" y="162"/>
                    <a:pt x="0" y="174"/>
                    <a:pt x="0" y="188"/>
                  </a:cubicBezTo>
                  <a:cubicBezTo>
                    <a:pt x="0" y="203"/>
                    <a:pt x="12" y="215"/>
                    <a:pt x="27" y="215"/>
                  </a:cubicBezTo>
                  <a:cubicBezTo>
                    <a:pt x="41" y="215"/>
                    <a:pt x="53" y="203"/>
                    <a:pt x="53" y="18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1" name="Freeform 346">
              <a:extLst>
                <a:ext uri="{FF2B5EF4-FFF2-40B4-BE49-F238E27FC236}">
                  <a16:creationId xmlns:a16="http://schemas.microsoft.com/office/drawing/2014/main" id="{0B6FA26B-E7D7-45E9-AEB3-6BCA385F7627}"/>
                </a:ext>
              </a:extLst>
            </p:cNvPr>
            <p:cNvSpPr>
              <a:spLocks/>
            </p:cNvSpPr>
            <p:nvPr>
              <p:custDataLst>
                <p:tags r:id="rId116"/>
              </p:custDataLst>
            </p:nvPr>
          </p:nvSpPr>
          <p:spPr bwMode="auto">
            <a:xfrm>
              <a:off x="5697539" y="1071563"/>
              <a:ext cx="36513" cy="46038"/>
            </a:xfrm>
            <a:custGeom>
              <a:avLst/>
              <a:gdLst>
                <a:gd name="T0" fmla="*/ 169 w 183"/>
                <a:gd name="T1" fmla="*/ 34 h 226"/>
                <a:gd name="T2" fmla="*/ 145 w 183"/>
                <a:gd name="T3" fmla="*/ 57 h 226"/>
                <a:gd name="T4" fmla="*/ 160 w 183"/>
                <a:gd name="T5" fmla="*/ 71 h 226"/>
                <a:gd name="T6" fmla="*/ 183 w 183"/>
                <a:gd name="T7" fmla="*/ 43 h 226"/>
                <a:gd name="T8" fmla="*/ 124 w 183"/>
                <a:gd name="T9" fmla="*/ 0 h 226"/>
                <a:gd name="T10" fmla="*/ 40 w 183"/>
                <a:gd name="T11" fmla="*/ 73 h 226"/>
                <a:gd name="T12" fmla="*/ 91 w 183"/>
                <a:gd name="T13" fmla="*/ 122 h 226"/>
                <a:gd name="T14" fmla="*/ 143 w 183"/>
                <a:gd name="T15" fmla="*/ 160 h 226"/>
                <a:gd name="T16" fmla="*/ 72 w 183"/>
                <a:gd name="T17" fmla="*/ 215 h 226"/>
                <a:gd name="T18" fmla="*/ 15 w 183"/>
                <a:gd name="T19" fmla="*/ 189 h 226"/>
                <a:gd name="T20" fmla="*/ 46 w 183"/>
                <a:gd name="T21" fmla="*/ 162 h 226"/>
                <a:gd name="T22" fmla="*/ 28 w 183"/>
                <a:gd name="T23" fmla="*/ 145 h 226"/>
                <a:gd name="T24" fmla="*/ 0 w 183"/>
                <a:gd name="T25" fmla="*/ 178 h 226"/>
                <a:gd name="T26" fmla="*/ 71 w 183"/>
                <a:gd name="T27" fmla="*/ 226 h 226"/>
                <a:gd name="T28" fmla="*/ 171 w 183"/>
                <a:gd name="T29" fmla="*/ 143 h 226"/>
                <a:gd name="T30" fmla="*/ 156 w 183"/>
                <a:gd name="T31" fmla="*/ 107 h 226"/>
                <a:gd name="T32" fmla="*/ 106 w 183"/>
                <a:gd name="T33" fmla="*/ 86 h 226"/>
                <a:gd name="T34" fmla="*/ 68 w 183"/>
                <a:gd name="T35" fmla="*/ 56 h 226"/>
                <a:gd name="T36" fmla="*/ 124 w 183"/>
                <a:gd name="T37" fmla="*/ 11 h 226"/>
                <a:gd name="T38" fmla="*/ 169 w 183"/>
                <a:gd name="T39" fmla="*/ 34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3" h="226">
                  <a:moveTo>
                    <a:pt x="169" y="34"/>
                  </a:moveTo>
                  <a:cubicBezTo>
                    <a:pt x="155" y="35"/>
                    <a:pt x="145" y="46"/>
                    <a:pt x="145" y="57"/>
                  </a:cubicBezTo>
                  <a:cubicBezTo>
                    <a:pt x="145" y="64"/>
                    <a:pt x="149" y="71"/>
                    <a:pt x="160" y="71"/>
                  </a:cubicBezTo>
                  <a:cubicBezTo>
                    <a:pt x="171" y="71"/>
                    <a:pt x="183" y="63"/>
                    <a:pt x="183" y="43"/>
                  </a:cubicBezTo>
                  <a:cubicBezTo>
                    <a:pt x="183" y="21"/>
                    <a:pt x="162" y="0"/>
                    <a:pt x="124" y="0"/>
                  </a:cubicBezTo>
                  <a:cubicBezTo>
                    <a:pt x="58" y="0"/>
                    <a:pt x="40" y="51"/>
                    <a:pt x="40" y="73"/>
                  </a:cubicBezTo>
                  <a:cubicBezTo>
                    <a:pt x="40" y="112"/>
                    <a:pt x="77" y="119"/>
                    <a:pt x="91" y="122"/>
                  </a:cubicBezTo>
                  <a:cubicBezTo>
                    <a:pt x="117" y="127"/>
                    <a:pt x="143" y="133"/>
                    <a:pt x="143" y="160"/>
                  </a:cubicBezTo>
                  <a:cubicBezTo>
                    <a:pt x="143" y="173"/>
                    <a:pt x="131" y="215"/>
                    <a:pt x="72" y="215"/>
                  </a:cubicBezTo>
                  <a:cubicBezTo>
                    <a:pt x="65" y="215"/>
                    <a:pt x="26" y="215"/>
                    <a:pt x="15" y="189"/>
                  </a:cubicBezTo>
                  <a:cubicBezTo>
                    <a:pt x="34" y="191"/>
                    <a:pt x="46" y="176"/>
                    <a:pt x="46" y="162"/>
                  </a:cubicBezTo>
                  <a:cubicBezTo>
                    <a:pt x="46" y="151"/>
                    <a:pt x="38" y="145"/>
                    <a:pt x="28" y="145"/>
                  </a:cubicBezTo>
                  <a:cubicBezTo>
                    <a:pt x="15" y="145"/>
                    <a:pt x="0" y="155"/>
                    <a:pt x="0" y="178"/>
                  </a:cubicBezTo>
                  <a:cubicBezTo>
                    <a:pt x="0" y="206"/>
                    <a:pt x="28" y="226"/>
                    <a:pt x="71" y="226"/>
                  </a:cubicBezTo>
                  <a:cubicBezTo>
                    <a:pt x="152" y="226"/>
                    <a:pt x="171" y="166"/>
                    <a:pt x="171" y="143"/>
                  </a:cubicBezTo>
                  <a:cubicBezTo>
                    <a:pt x="171" y="125"/>
                    <a:pt x="162" y="113"/>
                    <a:pt x="156" y="107"/>
                  </a:cubicBezTo>
                  <a:cubicBezTo>
                    <a:pt x="142" y="93"/>
                    <a:pt x="128" y="90"/>
                    <a:pt x="106" y="86"/>
                  </a:cubicBezTo>
                  <a:cubicBezTo>
                    <a:pt x="88" y="82"/>
                    <a:pt x="68" y="78"/>
                    <a:pt x="68" y="56"/>
                  </a:cubicBezTo>
                  <a:cubicBezTo>
                    <a:pt x="68" y="42"/>
                    <a:pt x="80" y="11"/>
                    <a:pt x="124" y="11"/>
                  </a:cubicBezTo>
                  <a:cubicBezTo>
                    <a:pt x="136" y="11"/>
                    <a:pt x="161" y="15"/>
                    <a:pt x="169" y="3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2" name="Freeform 347">
              <a:extLst>
                <a:ext uri="{FF2B5EF4-FFF2-40B4-BE49-F238E27FC236}">
                  <a16:creationId xmlns:a16="http://schemas.microsoft.com/office/drawing/2014/main" id="{4CF41A12-B4BB-46F6-8BD7-E222FFA38FCE}"/>
                </a:ext>
              </a:extLst>
            </p:cNvPr>
            <p:cNvSpPr>
              <a:spLocks/>
            </p:cNvSpPr>
            <p:nvPr>
              <p:custDataLst>
                <p:tags r:id="rId117"/>
              </p:custDataLst>
            </p:nvPr>
          </p:nvSpPr>
          <p:spPr bwMode="auto">
            <a:xfrm>
              <a:off x="5748339" y="1039813"/>
              <a:ext cx="23813" cy="103188"/>
            </a:xfrm>
            <a:custGeom>
              <a:avLst/>
              <a:gdLst>
                <a:gd name="T0" fmla="*/ 115 w 115"/>
                <a:gd name="T1" fmla="*/ 493 h 498"/>
                <a:gd name="T2" fmla="*/ 107 w 115"/>
                <a:gd name="T3" fmla="*/ 482 h 498"/>
                <a:gd name="T4" fmla="*/ 29 w 115"/>
                <a:gd name="T5" fmla="*/ 249 h 498"/>
                <a:gd name="T6" fmla="*/ 109 w 115"/>
                <a:gd name="T7" fmla="*/ 13 h 498"/>
                <a:gd name="T8" fmla="*/ 115 w 115"/>
                <a:gd name="T9" fmla="*/ 5 h 498"/>
                <a:gd name="T10" fmla="*/ 110 w 115"/>
                <a:gd name="T11" fmla="*/ 0 h 498"/>
                <a:gd name="T12" fmla="*/ 31 w 115"/>
                <a:gd name="T13" fmla="*/ 97 h 498"/>
                <a:gd name="T14" fmla="*/ 0 w 115"/>
                <a:gd name="T15" fmla="*/ 249 h 498"/>
                <a:gd name="T16" fmla="*/ 33 w 115"/>
                <a:gd name="T17" fmla="*/ 405 h 498"/>
                <a:gd name="T18" fmla="*/ 110 w 115"/>
                <a:gd name="T19" fmla="*/ 498 h 498"/>
                <a:gd name="T20" fmla="*/ 115 w 115"/>
                <a:gd name="T21" fmla="*/ 49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5" h="498">
                  <a:moveTo>
                    <a:pt x="115" y="493"/>
                  </a:moveTo>
                  <a:cubicBezTo>
                    <a:pt x="115" y="492"/>
                    <a:pt x="115" y="491"/>
                    <a:pt x="107" y="482"/>
                  </a:cubicBezTo>
                  <a:cubicBezTo>
                    <a:pt x="45" y="419"/>
                    <a:pt x="29" y="325"/>
                    <a:pt x="29" y="249"/>
                  </a:cubicBezTo>
                  <a:cubicBezTo>
                    <a:pt x="29" y="162"/>
                    <a:pt x="48" y="75"/>
                    <a:pt x="109" y="13"/>
                  </a:cubicBezTo>
                  <a:cubicBezTo>
                    <a:pt x="115" y="7"/>
                    <a:pt x="115" y="6"/>
                    <a:pt x="115" y="5"/>
                  </a:cubicBezTo>
                  <a:cubicBezTo>
                    <a:pt x="115" y="1"/>
                    <a:pt x="113" y="0"/>
                    <a:pt x="110" y="0"/>
                  </a:cubicBezTo>
                  <a:cubicBezTo>
                    <a:pt x="105" y="0"/>
                    <a:pt x="60" y="34"/>
                    <a:pt x="31" y="97"/>
                  </a:cubicBezTo>
                  <a:cubicBezTo>
                    <a:pt x="6" y="152"/>
                    <a:pt x="0" y="207"/>
                    <a:pt x="0" y="249"/>
                  </a:cubicBezTo>
                  <a:cubicBezTo>
                    <a:pt x="0" y="288"/>
                    <a:pt x="5" y="348"/>
                    <a:pt x="33" y="405"/>
                  </a:cubicBezTo>
                  <a:cubicBezTo>
                    <a:pt x="62" y="466"/>
                    <a:pt x="105" y="498"/>
                    <a:pt x="110" y="498"/>
                  </a:cubicBezTo>
                  <a:cubicBezTo>
                    <a:pt x="113" y="498"/>
                    <a:pt x="115" y="497"/>
                    <a:pt x="115" y="493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3" name="Freeform 348">
              <a:extLst>
                <a:ext uri="{FF2B5EF4-FFF2-40B4-BE49-F238E27FC236}">
                  <a16:creationId xmlns:a16="http://schemas.microsoft.com/office/drawing/2014/main" id="{AAE85811-251F-40C6-BCF7-C9802636513A}"/>
                </a:ext>
              </a:extLst>
            </p:cNvPr>
            <p:cNvSpPr>
              <a:spLocks/>
            </p:cNvSpPr>
            <p:nvPr>
              <p:custDataLst>
                <p:tags r:id="rId118"/>
              </p:custDataLst>
            </p:nvPr>
          </p:nvSpPr>
          <p:spPr bwMode="auto">
            <a:xfrm>
              <a:off x="5781677" y="1071563"/>
              <a:ext cx="53975" cy="46038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3 h 226"/>
                <a:gd name="T4" fmla="*/ 39 w 270"/>
                <a:gd name="T5" fmla="*/ 226 h 226"/>
                <a:gd name="T6" fmla="*/ 57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6 w 270"/>
                <a:gd name="T13" fmla="*/ 97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6 w 270"/>
                <a:gd name="T31" fmla="*/ 153 h 226"/>
                <a:gd name="T32" fmla="*/ 206 w 270"/>
                <a:gd name="T33" fmla="*/ 215 h 226"/>
                <a:gd name="T34" fmla="*/ 194 w 270"/>
                <a:gd name="T35" fmla="*/ 199 h 226"/>
                <a:gd name="T36" fmla="*/ 203 w 270"/>
                <a:gd name="T37" fmla="*/ 163 h 226"/>
                <a:gd name="T38" fmla="*/ 233 w 270"/>
                <a:gd name="T39" fmla="*/ 54 h 226"/>
                <a:gd name="T40" fmla="*/ 176 w 270"/>
                <a:gd name="T41" fmla="*/ 0 h 226"/>
                <a:gd name="T42" fmla="*/ 98 w 270"/>
                <a:gd name="T43" fmla="*/ 44 h 226"/>
                <a:gd name="T44" fmla="*/ 52 w 270"/>
                <a:gd name="T45" fmla="*/ 0 h 226"/>
                <a:gd name="T46" fmla="*/ 15 w 270"/>
                <a:gd name="T47" fmla="*/ 29 h 226"/>
                <a:gd name="T48" fmla="*/ 0 w 270"/>
                <a:gd name="T49" fmla="*/ 77 h 226"/>
                <a:gd name="T50" fmla="*/ 6 w 270"/>
                <a:gd name="T51" fmla="*/ 82 h 226"/>
                <a:gd name="T52" fmla="*/ 14 w 270"/>
                <a:gd name="T53" fmla="*/ 71 h 226"/>
                <a:gd name="T54" fmla="*/ 50 w 270"/>
                <a:gd name="T55" fmla="*/ 11 h 226"/>
                <a:gd name="T56" fmla="*/ 66 w 270"/>
                <a:gd name="T57" fmla="*/ 34 h 226"/>
                <a:gd name="T58" fmla="*/ 58 w 270"/>
                <a:gd name="T59" fmla="*/ 76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9"/>
                    <a:pt x="25" y="210"/>
                    <a:pt x="25" y="213"/>
                  </a:cubicBezTo>
                  <a:cubicBezTo>
                    <a:pt x="25" y="222"/>
                    <a:pt x="32" y="226"/>
                    <a:pt x="39" y="226"/>
                  </a:cubicBezTo>
                  <a:cubicBezTo>
                    <a:pt x="45" y="226"/>
                    <a:pt x="54" y="222"/>
                    <a:pt x="57" y="212"/>
                  </a:cubicBezTo>
                  <a:cubicBezTo>
                    <a:pt x="58" y="211"/>
                    <a:pt x="64" y="188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6" y="97"/>
                  </a:cubicBezTo>
                  <a:cubicBezTo>
                    <a:pt x="88" y="88"/>
                    <a:pt x="92" y="74"/>
                    <a:pt x="93" y="72"/>
                  </a:cubicBezTo>
                  <a:cubicBezTo>
                    <a:pt x="100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2"/>
                  </a:cubicBezTo>
                  <a:cubicBezTo>
                    <a:pt x="164" y="174"/>
                    <a:pt x="164" y="180"/>
                    <a:pt x="164" y="185"/>
                  </a:cubicBezTo>
                  <a:cubicBezTo>
                    <a:pt x="164" y="209"/>
                    <a:pt x="181" y="226"/>
                    <a:pt x="205" y="226"/>
                  </a:cubicBezTo>
                  <a:cubicBezTo>
                    <a:pt x="251" y="226"/>
                    <a:pt x="270" y="153"/>
                    <a:pt x="270" y="149"/>
                  </a:cubicBezTo>
                  <a:cubicBezTo>
                    <a:pt x="270" y="144"/>
                    <a:pt x="265" y="144"/>
                    <a:pt x="264" y="144"/>
                  </a:cubicBezTo>
                  <a:cubicBezTo>
                    <a:pt x="259" y="144"/>
                    <a:pt x="259" y="146"/>
                    <a:pt x="256" y="153"/>
                  </a:cubicBezTo>
                  <a:cubicBezTo>
                    <a:pt x="246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9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6" y="32"/>
                    <a:pt x="98" y="44"/>
                  </a:cubicBezTo>
                  <a:cubicBezTo>
                    <a:pt x="95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1"/>
                  </a:cubicBezTo>
                  <a:cubicBezTo>
                    <a:pt x="23" y="35"/>
                    <a:pt x="33" y="11"/>
                    <a:pt x="50" y="11"/>
                  </a:cubicBezTo>
                  <a:cubicBezTo>
                    <a:pt x="60" y="11"/>
                    <a:pt x="66" y="18"/>
                    <a:pt x="66" y="34"/>
                  </a:cubicBezTo>
                  <a:cubicBezTo>
                    <a:pt x="66" y="45"/>
                    <a:pt x="64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4" name="Freeform 349">
              <a:extLst>
                <a:ext uri="{FF2B5EF4-FFF2-40B4-BE49-F238E27FC236}">
                  <a16:creationId xmlns:a16="http://schemas.microsoft.com/office/drawing/2014/main" id="{DE4D5129-F947-4AF2-94A3-4069A46FF609}"/>
                </a:ext>
              </a:extLst>
            </p:cNvPr>
            <p:cNvSpPr>
              <a:spLocks/>
            </p:cNvSpPr>
            <p:nvPr>
              <p:custDataLst>
                <p:tags r:id="rId119"/>
              </p:custDataLst>
            </p:nvPr>
          </p:nvSpPr>
          <p:spPr bwMode="auto">
            <a:xfrm>
              <a:off x="5846764" y="1084263"/>
              <a:ext cx="25400" cy="47625"/>
            </a:xfrm>
            <a:custGeom>
              <a:avLst/>
              <a:gdLst>
                <a:gd name="T0" fmla="*/ 79 w 127"/>
                <a:gd name="T1" fmla="*/ 10 h 231"/>
                <a:gd name="T2" fmla="*/ 68 w 127"/>
                <a:gd name="T3" fmla="*/ 0 h 231"/>
                <a:gd name="T4" fmla="*/ 0 w 127"/>
                <a:gd name="T5" fmla="*/ 22 h 231"/>
                <a:gd name="T6" fmla="*/ 0 w 127"/>
                <a:gd name="T7" fmla="*/ 35 h 231"/>
                <a:gd name="T8" fmla="*/ 51 w 127"/>
                <a:gd name="T9" fmla="*/ 25 h 231"/>
                <a:gd name="T10" fmla="*/ 51 w 127"/>
                <a:gd name="T11" fmla="*/ 203 h 231"/>
                <a:gd name="T12" fmla="*/ 16 w 127"/>
                <a:gd name="T13" fmla="*/ 219 h 231"/>
                <a:gd name="T14" fmla="*/ 3 w 127"/>
                <a:gd name="T15" fmla="*/ 219 h 231"/>
                <a:gd name="T16" fmla="*/ 3 w 127"/>
                <a:gd name="T17" fmla="*/ 231 h 231"/>
                <a:gd name="T18" fmla="*/ 65 w 127"/>
                <a:gd name="T19" fmla="*/ 230 h 231"/>
                <a:gd name="T20" fmla="*/ 127 w 127"/>
                <a:gd name="T21" fmla="*/ 231 h 231"/>
                <a:gd name="T22" fmla="*/ 127 w 127"/>
                <a:gd name="T23" fmla="*/ 219 h 231"/>
                <a:gd name="T24" fmla="*/ 114 w 127"/>
                <a:gd name="T25" fmla="*/ 219 h 231"/>
                <a:gd name="T26" fmla="*/ 79 w 127"/>
                <a:gd name="T27" fmla="*/ 203 h 231"/>
                <a:gd name="T28" fmla="*/ 79 w 127"/>
                <a:gd name="T29" fmla="*/ 1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31">
                  <a:moveTo>
                    <a:pt x="79" y="10"/>
                  </a:moveTo>
                  <a:cubicBezTo>
                    <a:pt x="79" y="0"/>
                    <a:pt x="78" y="0"/>
                    <a:pt x="68" y="0"/>
                  </a:cubicBezTo>
                  <a:cubicBezTo>
                    <a:pt x="46" y="22"/>
                    <a:pt x="14" y="22"/>
                    <a:pt x="0" y="22"/>
                  </a:cubicBezTo>
                  <a:lnTo>
                    <a:pt x="0" y="35"/>
                  </a:lnTo>
                  <a:cubicBezTo>
                    <a:pt x="9" y="35"/>
                    <a:pt x="32" y="35"/>
                    <a:pt x="51" y="25"/>
                  </a:cubicBezTo>
                  <a:lnTo>
                    <a:pt x="51" y="203"/>
                  </a:lnTo>
                  <a:cubicBezTo>
                    <a:pt x="51" y="214"/>
                    <a:pt x="51" y="219"/>
                    <a:pt x="16" y="219"/>
                  </a:cubicBezTo>
                  <a:lnTo>
                    <a:pt x="3" y="219"/>
                  </a:lnTo>
                  <a:lnTo>
                    <a:pt x="3" y="231"/>
                  </a:lnTo>
                  <a:cubicBezTo>
                    <a:pt x="9" y="231"/>
                    <a:pt x="52" y="230"/>
                    <a:pt x="65" y="230"/>
                  </a:cubicBezTo>
                  <a:cubicBezTo>
                    <a:pt x="75" y="230"/>
                    <a:pt x="119" y="231"/>
                    <a:pt x="127" y="231"/>
                  </a:cubicBezTo>
                  <a:lnTo>
                    <a:pt x="127" y="219"/>
                  </a:lnTo>
                  <a:lnTo>
                    <a:pt x="114" y="219"/>
                  </a:lnTo>
                  <a:cubicBezTo>
                    <a:pt x="79" y="219"/>
                    <a:pt x="79" y="214"/>
                    <a:pt x="79" y="203"/>
                  </a:cubicBezTo>
                  <a:lnTo>
                    <a:pt x="79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5" name="Freeform 350">
              <a:extLst>
                <a:ext uri="{FF2B5EF4-FFF2-40B4-BE49-F238E27FC236}">
                  <a16:creationId xmlns:a16="http://schemas.microsoft.com/office/drawing/2014/main" id="{48939EBB-10F5-44E9-B64E-B778E94FC8FE}"/>
                </a:ext>
              </a:extLst>
            </p:cNvPr>
            <p:cNvSpPr>
              <a:spLocks/>
            </p:cNvSpPr>
            <p:nvPr>
              <p:custDataLst>
                <p:tags r:id="rId120"/>
              </p:custDataLst>
            </p:nvPr>
          </p:nvSpPr>
          <p:spPr bwMode="auto">
            <a:xfrm>
              <a:off x="5889627" y="1039813"/>
              <a:ext cx="23813" cy="103188"/>
            </a:xfrm>
            <a:custGeom>
              <a:avLst/>
              <a:gdLst>
                <a:gd name="T0" fmla="*/ 116 w 116"/>
                <a:gd name="T1" fmla="*/ 249 h 498"/>
                <a:gd name="T2" fmla="*/ 83 w 116"/>
                <a:gd name="T3" fmla="*/ 93 h 498"/>
                <a:gd name="T4" fmla="*/ 5 w 116"/>
                <a:gd name="T5" fmla="*/ 0 h 498"/>
                <a:gd name="T6" fmla="*/ 0 w 116"/>
                <a:gd name="T7" fmla="*/ 5 h 498"/>
                <a:gd name="T8" fmla="*/ 9 w 116"/>
                <a:gd name="T9" fmla="*/ 16 h 498"/>
                <a:gd name="T10" fmla="*/ 87 w 116"/>
                <a:gd name="T11" fmla="*/ 249 h 498"/>
                <a:gd name="T12" fmla="*/ 6 w 116"/>
                <a:gd name="T13" fmla="*/ 485 h 498"/>
                <a:gd name="T14" fmla="*/ 0 w 116"/>
                <a:gd name="T15" fmla="*/ 493 h 498"/>
                <a:gd name="T16" fmla="*/ 5 w 116"/>
                <a:gd name="T17" fmla="*/ 498 h 498"/>
                <a:gd name="T18" fmla="*/ 84 w 116"/>
                <a:gd name="T19" fmla="*/ 401 h 498"/>
                <a:gd name="T20" fmla="*/ 116 w 116"/>
                <a:gd name="T21" fmla="*/ 249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8">
                  <a:moveTo>
                    <a:pt x="116" y="249"/>
                  </a:moveTo>
                  <a:cubicBezTo>
                    <a:pt x="116" y="210"/>
                    <a:pt x="110" y="150"/>
                    <a:pt x="83" y="93"/>
                  </a:cubicBezTo>
                  <a:cubicBezTo>
                    <a:pt x="53" y="32"/>
                    <a:pt x="10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"/>
                    <a:pt x="0" y="7"/>
                    <a:pt x="9" y="16"/>
                  </a:cubicBezTo>
                  <a:cubicBezTo>
                    <a:pt x="58" y="65"/>
                    <a:pt x="87" y="145"/>
                    <a:pt x="87" y="249"/>
                  </a:cubicBezTo>
                  <a:cubicBezTo>
                    <a:pt x="87" y="334"/>
                    <a:pt x="68" y="422"/>
                    <a:pt x="6" y="485"/>
                  </a:cubicBezTo>
                  <a:cubicBezTo>
                    <a:pt x="0" y="491"/>
                    <a:pt x="0" y="492"/>
                    <a:pt x="0" y="493"/>
                  </a:cubicBezTo>
                  <a:cubicBezTo>
                    <a:pt x="0" y="496"/>
                    <a:pt x="2" y="498"/>
                    <a:pt x="5" y="498"/>
                  </a:cubicBezTo>
                  <a:cubicBezTo>
                    <a:pt x="10" y="498"/>
                    <a:pt x="55" y="464"/>
                    <a:pt x="84" y="401"/>
                  </a:cubicBezTo>
                  <a:cubicBezTo>
                    <a:pt x="110" y="346"/>
                    <a:pt x="116" y="291"/>
                    <a:pt x="116" y="2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6" name="Freeform 351">
              <a:extLst>
                <a:ext uri="{FF2B5EF4-FFF2-40B4-BE49-F238E27FC236}">
                  <a16:creationId xmlns:a16="http://schemas.microsoft.com/office/drawing/2014/main" id="{053BCAE1-78C1-4335-BB6E-CC6BFD9A24D5}"/>
                </a:ext>
              </a:extLst>
            </p:cNvPr>
            <p:cNvSpPr>
              <a:spLocks/>
            </p:cNvSpPr>
            <p:nvPr>
              <p:custDataLst>
                <p:tags r:id="rId121"/>
              </p:custDataLst>
            </p:nvPr>
          </p:nvSpPr>
          <p:spPr bwMode="auto">
            <a:xfrm>
              <a:off x="5959477" y="1089026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8 w 305"/>
                <a:gd name="T7" fmla="*/ 0 h 20"/>
                <a:gd name="T8" fmla="*/ 0 w 305"/>
                <a:gd name="T9" fmla="*/ 10 h 20"/>
                <a:gd name="T10" fmla="*/ 18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8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8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7" name="Freeform 352">
              <a:extLst>
                <a:ext uri="{FF2B5EF4-FFF2-40B4-BE49-F238E27FC236}">
                  <a16:creationId xmlns:a16="http://schemas.microsoft.com/office/drawing/2014/main" id="{AF68B686-73C8-4490-98C9-E11287FC9271}"/>
                </a:ext>
              </a:extLst>
            </p:cNvPr>
            <p:cNvSpPr>
              <a:spLocks/>
            </p:cNvSpPr>
            <p:nvPr>
              <p:custDataLst>
                <p:tags r:id="rId122"/>
              </p:custDataLst>
            </p:nvPr>
          </p:nvSpPr>
          <p:spPr bwMode="auto">
            <a:xfrm>
              <a:off x="6013452" y="1089026"/>
              <a:ext cx="60325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8" name="Freeform 353">
              <a:extLst>
                <a:ext uri="{FF2B5EF4-FFF2-40B4-BE49-F238E27FC236}">
                  <a16:creationId xmlns:a16="http://schemas.microsoft.com/office/drawing/2014/main" id="{21B69756-E9BA-4A88-BBDB-CA3F7DFBE42D}"/>
                </a:ext>
              </a:extLst>
            </p:cNvPr>
            <p:cNvSpPr>
              <a:spLocks/>
            </p:cNvSpPr>
            <p:nvPr>
              <p:custDataLst>
                <p:tags r:id="rId123"/>
              </p:custDataLst>
            </p:nvPr>
          </p:nvSpPr>
          <p:spPr bwMode="auto">
            <a:xfrm>
              <a:off x="6062664" y="1063626"/>
              <a:ext cx="90488" cy="53975"/>
            </a:xfrm>
            <a:custGeom>
              <a:avLst/>
              <a:gdLst>
                <a:gd name="T0" fmla="*/ 388 w 443"/>
                <a:gd name="T1" fmla="*/ 140 h 260"/>
                <a:gd name="T2" fmla="*/ 344 w 443"/>
                <a:gd name="T3" fmla="*/ 188 h 260"/>
                <a:gd name="T4" fmla="*/ 317 w 443"/>
                <a:gd name="T5" fmla="*/ 254 h 260"/>
                <a:gd name="T6" fmla="*/ 327 w 443"/>
                <a:gd name="T7" fmla="*/ 260 h 260"/>
                <a:gd name="T8" fmla="*/ 338 w 443"/>
                <a:gd name="T9" fmla="*/ 250 h 260"/>
                <a:gd name="T10" fmla="*/ 435 w 443"/>
                <a:gd name="T11" fmla="*/ 136 h 260"/>
                <a:gd name="T12" fmla="*/ 443 w 443"/>
                <a:gd name="T13" fmla="*/ 130 h 260"/>
                <a:gd name="T14" fmla="*/ 439 w 443"/>
                <a:gd name="T15" fmla="*/ 124 h 260"/>
                <a:gd name="T16" fmla="*/ 338 w 443"/>
                <a:gd name="T17" fmla="*/ 7 h 260"/>
                <a:gd name="T18" fmla="*/ 327 w 443"/>
                <a:gd name="T19" fmla="*/ 0 h 260"/>
                <a:gd name="T20" fmla="*/ 317 w 443"/>
                <a:gd name="T21" fmla="*/ 6 h 260"/>
                <a:gd name="T22" fmla="*/ 343 w 443"/>
                <a:gd name="T23" fmla="*/ 72 h 260"/>
                <a:gd name="T24" fmla="*/ 388 w 443"/>
                <a:gd name="T25" fmla="*/ 120 h 260"/>
                <a:gd name="T26" fmla="*/ 18 w 443"/>
                <a:gd name="T27" fmla="*/ 120 h 260"/>
                <a:gd name="T28" fmla="*/ 0 w 443"/>
                <a:gd name="T29" fmla="*/ 130 h 260"/>
                <a:gd name="T30" fmla="*/ 18 w 443"/>
                <a:gd name="T31" fmla="*/ 140 h 260"/>
                <a:gd name="T32" fmla="*/ 388 w 443"/>
                <a:gd name="T33" fmla="*/ 14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3" h="260">
                  <a:moveTo>
                    <a:pt x="388" y="140"/>
                  </a:moveTo>
                  <a:cubicBezTo>
                    <a:pt x="361" y="161"/>
                    <a:pt x="348" y="181"/>
                    <a:pt x="344" y="188"/>
                  </a:cubicBezTo>
                  <a:cubicBezTo>
                    <a:pt x="321" y="222"/>
                    <a:pt x="317" y="254"/>
                    <a:pt x="317" y="254"/>
                  </a:cubicBezTo>
                  <a:cubicBezTo>
                    <a:pt x="317" y="260"/>
                    <a:pt x="323" y="260"/>
                    <a:pt x="327" y="260"/>
                  </a:cubicBezTo>
                  <a:cubicBezTo>
                    <a:pt x="336" y="260"/>
                    <a:pt x="336" y="259"/>
                    <a:pt x="338" y="250"/>
                  </a:cubicBezTo>
                  <a:cubicBezTo>
                    <a:pt x="350" y="201"/>
                    <a:pt x="379" y="159"/>
                    <a:pt x="435" y="136"/>
                  </a:cubicBezTo>
                  <a:cubicBezTo>
                    <a:pt x="441" y="134"/>
                    <a:pt x="443" y="133"/>
                    <a:pt x="443" y="130"/>
                  </a:cubicBezTo>
                  <a:cubicBezTo>
                    <a:pt x="443" y="126"/>
                    <a:pt x="440" y="125"/>
                    <a:pt x="439" y="124"/>
                  </a:cubicBezTo>
                  <a:cubicBezTo>
                    <a:pt x="417" y="116"/>
                    <a:pt x="356" y="91"/>
                    <a:pt x="338" y="7"/>
                  </a:cubicBezTo>
                  <a:cubicBezTo>
                    <a:pt x="336" y="1"/>
                    <a:pt x="336" y="0"/>
                    <a:pt x="327" y="0"/>
                  </a:cubicBezTo>
                  <a:cubicBezTo>
                    <a:pt x="323" y="0"/>
                    <a:pt x="317" y="0"/>
                    <a:pt x="317" y="6"/>
                  </a:cubicBezTo>
                  <a:cubicBezTo>
                    <a:pt x="317" y="7"/>
                    <a:pt x="322" y="38"/>
                    <a:pt x="343" y="72"/>
                  </a:cubicBezTo>
                  <a:cubicBezTo>
                    <a:pt x="352" y="87"/>
                    <a:pt x="367" y="104"/>
                    <a:pt x="388" y="120"/>
                  </a:cubicBezTo>
                  <a:lnTo>
                    <a:pt x="18" y="120"/>
                  </a:lnTo>
                  <a:cubicBezTo>
                    <a:pt x="9" y="120"/>
                    <a:pt x="0" y="120"/>
                    <a:pt x="0" y="130"/>
                  </a:cubicBezTo>
                  <a:cubicBezTo>
                    <a:pt x="0" y="140"/>
                    <a:pt x="9" y="140"/>
                    <a:pt x="18" y="140"/>
                  </a:cubicBezTo>
                  <a:lnTo>
                    <a:pt x="388" y="14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59" name="Freeform 354">
              <a:extLst>
                <a:ext uri="{FF2B5EF4-FFF2-40B4-BE49-F238E27FC236}">
                  <a16:creationId xmlns:a16="http://schemas.microsoft.com/office/drawing/2014/main" id="{2C462FFB-64E7-4576-B64A-B19CFFCBDE58}"/>
                </a:ext>
              </a:extLst>
            </p:cNvPr>
            <p:cNvSpPr>
              <a:spLocks/>
            </p:cNvSpPr>
            <p:nvPr>
              <p:custDataLst>
                <p:tags r:id="rId124"/>
              </p:custDataLst>
            </p:nvPr>
          </p:nvSpPr>
          <p:spPr bwMode="auto">
            <a:xfrm>
              <a:off x="6199189" y="1046163"/>
              <a:ext cx="26988" cy="14288"/>
            </a:xfrm>
            <a:custGeom>
              <a:avLst/>
              <a:gdLst>
                <a:gd name="T0" fmla="*/ 67 w 133"/>
                <a:gd name="T1" fmla="*/ 0 h 76"/>
                <a:gd name="T2" fmla="*/ 0 w 133"/>
                <a:gd name="T3" fmla="*/ 67 h 76"/>
                <a:gd name="T4" fmla="*/ 9 w 133"/>
                <a:gd name="T5" fmla="*/ 76 h 76"/>
                <a:gd name="T6" fmla="*/ 67 w 133"/>
                <a:gd name="T7" fmla="*/ 25 h 76"/>
                <a:gd name="T8" fmla="*/ 125 w 133"/>
                <a:gd name="T9" fmla="*/ 76 h 76"/>
                <a:gd name="T10" fmla="*/ 133 w 133"/>
                <a:gd name="T11" fmla="*/ 67 h 76"/>
                <a:gd name="T12" fmla="*/ 67 w 133"/>
                <a:gd name="T1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" h="76">
                  <a:moveTo>
                    <a:pt x="67" y="0"/>
                  </a:moveTo>
                  <a:lnTo>
                    <a:pt x="0" y="67"/>
                  </a:lnTo>
                  <a:lnTo>
                    <a:pt x="9" y="76"/>
                  </a:lnTo>
                  <a:lnTo>
                    <a:pt x="67" y="25"/>
                  </a:lnTo>
                  <a:lnTo>
                    <a:pt x="125" y="76"/>
                  </a:lnTo>
                  <a:lnTo>
                    <a:pt x="133" y="67"/>
                  </a:lnTo>
                  <a:lnTo>
                    <a:pt x="67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0" name="Freeform 355">
              <a:extLst>
                <a:ext uri="{FF2B5EF4-FFF2-40B4-BE49-F238E27FC236}">
                  <a16:creationId xmlns:a16="http://schemas.microsoft.com/office/drawing/2014/main" id="{3245AC55-E6B6-4861-A7ED-0D06559208C2}"/>
                </a:ext>
              </a:extLst>
            </p:cNvPr>
            <p:cNvSpPr>
              <a:spLocks noEditPoints="1"/>
            </p:cNvSpPr>
            <p:nvPr>
              <p:custDataLst>
                <p:tags r:id="rId125"/>
              </p:custDataLst>
            </p:nvPr>
          </p:nvSpPr>
          <p:spPr bwMode="auto">
            <a:xfrm>
              <a:off x="6191252" y="1071563"/>
              <a:ext cx="46038" cy="46038"/>
            </a:xfrm>
            <a:custGeom>
              <a:avLst/>
              <a:gdLst>
                <a:gd name="T0" fmla="*/ 166 w 229"/>
                <a:gd name="T1" fmla="*/ 32 h 226"/>
                <a:gd name="T2" fmla="*/ 120 w 229"/>
                <a:gd name="T3" fmla="*/ 0 h 226"/>
                <a:gd name="T4" fmla="*/ 0 w 229"/>
                <a:gd name="T5" fmla="*/ 146 h 226"/>
                <a:gd name="T6" fmla="*/ 67 w 229"/>
                <a:gd name="T7" fmla="*/ 226 h 226"/>
                <a:gd name="T8" fmla="*/ 131 w 229"/>
                <a:gd name="T9" fmla="*/ 189 h 226"/>
                <a:gd name="T10" fmla="*/ 177 w 229"/>
                <a:gd name="T11" fmla="*/ 226 h 226"/>
                <a:gd name="T12" fmla="*/ 214 w 229"/>
                <a:gd name="T13" fmla="*/ 199 h 226"/>
                <a:gd name="T14" fmla="*/ 229 w 229"/>
                <a:gd name="T15" fmla="*/ 149 h 226"/>
                <a:gd name="T16" fmla="*/ 223 w 229"/>
                <a:gd name="T17" fmla="*/ 144 h 226"/>
                <a:gd name="T18" fmla="*/ 216 w 229"/>
                <a:gd name="T19" fmla="*/ 153 h 226"/>
                <a:gd name="T20" fmla="*/ 178 w 229"/>
                <a:gd name="T21" fmla="*/ 215 h 226"/>
                <a:gd name="T22" fmla="*/ 163 w 229"/>
                <a:gd name="T23" fmla="*/ 192 h 226"/>
                <a:gd name="T24" fmla="*/ 169 w 229"/>
                <a:gd name="T25" fmla="*/ 155 h 226"/>
                <a:gd name="T26" fmla="*/ 180 w 229"/>
                <a:gd name="T27" fmla="*/ 110 h 226"/>
                <a:gd name="T28" fmla="*/ 198 w 229"/>
                <a:gd name="T29" fmla="*/ 41 h 226"/>
                <a:gd name="T30" fmla="*/ 202 w 229"/>
                <a:gd name="T31" fmla="*/ 24 h 226"/>
                <a:gd name="T32" fmla="*/ 187 w 229"/>
                <a:gd name="T33" fmla="*/ 10 h 226"/>
                <a:gd name="T34" fmla="*/ 166 w 229"/>
                <a:gd name="T35" fmla="*/ 32 h 226"/>
                <a:gd name="T36" fmla="*/ 134 w 229"/>
                <a:gd name="T37" fmla="*/ 161 h 226"/>
                <a:gd name="T38" fmla="*/ 124 w 229"/>
                <a:gd name="T39" fmla="*/ 180 h 226"/>
                <a:gd name="T40" fmla="*/ 68 w 229"/>
                <a:gd name="T41" fmla="*/ 215 h 226"/>
                <a:gd name="T42" fmla="*/ 36 w 229"/>
                <a:gd name="T43" fmla="*/ 168 h 226"/>
                <a:gd name="T44" fmla="*/ 63 w 229"/>
                <a:gd name="T45" fmla="*/ 59 h 226"/>
                <a:gd name="T46" fmla="*/ 121 w 229"/>
                <a:gd name="T47" fmla="*/ 11 h 226"/>
                <a:gd name="T48" fmla="*/ 160 w 229"/>
                <a:gd name="T49" fmla="*/ 55 h 226"/>
                <a:gd name="T50" fmla="*/ 159 w 229"/>
                <a:gd name="T51" fmla="*/ 64 h 226"/>
                <a:gd name="T52" fmla="*/ 134 w 229"/>
                <a:gd name="T53" fmla="*/ 16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9" h="226">
                  <a:moveTo>
                    <a:pt x="166" y="32"/>
                  </a:moveTo>
                  <a:cubicBezTo>
                    <a:pt x="157" y="14"/>
                    <a:pt x="143" y="0"/>
                    <a:pt x="120" y="0"/>
                  </a:cubicBezTo>
                  <a:cubicBezTo>
                    <a:pt x="62" y="0"/>
                    <a:pt x="0" y="74"/>
                    <a:pt x="0" y="146"/>
                  </a:cubicBezTo>
                  <a:cubicBezTo>
                    <a:pt x="0" y="193"/>
                    <a:pt x="28" y="226"/>
                    <a:pt x="67" y="226"/>
                  </a:cubicBezTo>
                  <a:cubicBezTo>
                    <a:pt x="77" y="226"/>
                    <a:pt x="101" y="224"/>
                    <a:pt x="131" y="189"/>
                  </a:cubicBezTo>
                  <a:cubicBezTo>
                    <a:pt x="135" y="210"/>
                    <a:pt x="153" y="226"/>
                    <a:pt x="177" y="226"/>
                  </a:cubicBezTo>
                  <a:cubicBezTo>
                    <a:pt x="194" y="226"/>
                    <a:pt x="206" y="215"/>
                    <a:pt x="214" y="199"/>
                  </a:cubicBezTo>
                  <a:cubicBezTo>
                    <a:pt x="222" y="181"/>
                    <a:pt x="229" y="150"/>
                    <a:pt x="229" y="149"/>
                  </a:cubicBezTo>
                  <a:cubicBezTo>
                    <a:pt x="229" y="144"/>
                    <a:pt x="224" y="144"/>
                    <a:pt x="223" y="144"/>
                  </a:cubicBezTo>
                  <a:cubicBezTo>
                    <a:pt x="218" y="144"/>
                    <a:pt x="217" y="146"/>
                    <a:pt x="216" y="153"/>
                  </a:cubicBezTo>
                  <a:cubicBezTo>
                    <a:pt x="207" y="186"/>
                    <a:pt x="198" y="215"/>
                    <a:pt x="178" y="215"/>
                  </a:cubicBezTo>
                  <a:cubicBezTo>
                    <a:pt x="164" y="215"/>
                    <a:pt x="163" y="202"/>
                    <a:pt x="163" y="192"/>
                  </a:cubicBezTo>
                  <a:cubicBezTo>
                    <a:pt x="163" y="181"/>
                    <a:pt x="164" y="177"/>
                    <a:pt x="169" y="155"/>
                  </a:cubicBezTo>
                  <a:cubicBezTo>
                    <a:pt x="175" y="134"/>
                    <a:pt x="176" y="129"/>
                    <a:pt x="180" y="110"/>
                  </a:cubicBezTo>
                  <a:lnTo>
                    <a:pt x="198" y="41"/>
                  </a:lnTo>
                  <a:cubicBezTo>
                    <a:pt x="202" y="27"/>
                    <a:pt x="202" y="26"/>
                    <a:pt x="202" y="24"/>
                  </a:cubicBezTo>
                  <a:cubicBezTo>
                    <a:pt x="202" y="15"/>
                    <a:pt x="196" y="10"/>
                    <a:pt x="187" y="10"/>
                  </a:cubicBezTo>
                  <a:cubicBezTo>
                    <a:pt x="175" y="10"/>
                    <a:pt x="168" y="21"/>
                    <a:pt x="166" y="32"/>
                  </a:cubicBezTo>
                  <a:close/>
                  <a:moveTo>
                    <a:pt x="134" y="161"/>
                  </a:moveTo>
                  <a:cubicBezTo>
                    <a:pt x="131" y="170"/>
                    <a:pt x="131" y="171"/>
                    <a:pt x="124" y="180"/>
                  </a:cubicBezTo>
                  <a:cubicBezTo>
                    <a:pt x="102" y="207"/>
                    <a:pt x="82" y="215"/>
                    <a:pt x="68" y="215"/>
                  </a:cubicBezTo>
                  <a:cubicBezTo>
                    <a:pt x="43" y="215"/>
                    <a:pt x="36" y="188"/>
                    <a:pt x="36" y="168"/>
                  </a:cubicBezTo>
                  <a:cubicBezTo>
                    <a:pt x="36" y="143"/>
                    <a:pt x="52" y="82"/>
                    <a:pt x="63" y="59"/>
                  </a:cubicBezTo>
                  <a:cubicBezTo>
                    <a:pt x="79" y="30"/>
                    <a:pt x="101" y="11"/>
                    <a:pt x="121" y="11"/>
                  </a:cubicBezTo>
                  <a:cubicBezTo>
                    <a:pt x="153" y="11"/>
                    <a:pt x="160" y="52"/>
                    <a:pt x="160" y="55"/>
                  </a:cubicBezTo>
                  <a:cubicBezTo>
                    <a:pt x="160" y="58"/>
                    <a:pt x="159" y="61"/>
                    <a:pt x="159" y="64"/>
                  </a:cubicBezTo>
                  <a:lnTo>
                    <a:pt x="134" y="16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1" name="Freeform 356">
              <a:extLst>
                <a:ext uri="{FF2B5EF4-FFF2-40B4-BE49-F238E27FC236}">
                  <a16:creationId xmlns:a16="http://schemas.microsoft.com/office/drawing/2014/main" id="{454DB9C6-C8CB-4A01-BBC8-3DC33A026AEC}"/>
                </a:ext>
              </a:extLst>
            </p:cNvPr>
            <p:cNvSpPr>
              <a:spLocks/>
            </p:cNvSpPr>
            <p:nvPr>
              <p:custDataLst>
                <p:tags r:id="rId126"/>
              </p:custDataLst>
            </p:nvPr>
          </p:nvSpPr>
          <p:spPr bwMode="auto">
            <a:xfrm>
              <a:off x="6248402" y="1084263"/>
              <a:ext cx="25400" cy="47625"/>
            </a:xfrm>
            <a:custGeom>
              <a:avLst/>
              <a:gdLst>
                <a:gd name="T0" fmla="*/ 78 w 127"/>
                <a:gd name="T1" fmla="*/ 10 h 231"/>
                <a:gd name="T2" fmla="*/ 68 w 127"/>
                <a:gd name="T3" fmla="*/ 0 h 231"/>
                <a:gd name="T4" fmla="*/ 0 w 127"/>
                <a:gd name="T5" fmla="*/ 22 h 231"/>
                <a:gd name="T6" fmla="*/ 0 w 127"/>
                <a:gd name="T7" fmla="*/ 35 h 231"/>
                <a:gd name="T8" fmla="*/ 50 w 127"/>
                <a:gd name="T9" fmla="*/ 25 h 231"/>
                <a:gd name="T10" fmla="*/ 50 w 127"/>
                <a:gd name="T11" fmla="*/ 203 h 231"/>
                <a:gd name="T12" fmla="*/ 15 w 127"/>
                <a:gd name="T13" fmla="*/ 219 h 231"/>
                <a:gd name="T14" fmla="*/ 2 w 127"/>
                <a:gd name="T15" fmla="*/ 219 h 231"/>
                <a:gd name="T16" fmla="*/ 2 w 127"/>
                <a:gd name="T17" fmla="*/ 231 h 231"/>
                <a:gd name="T18" fmla="*/ 64 w 127"/>
                <a:gd name="T19" fmla="*/ 230 h 231"/>
                <a:gd name="T20" fmla="*/ 127 w 127"/>
                <a:gd name="T21" fmla="*/ 231 h 231"/>
                <a:gd name="T22" fmla="*/ 127 w 127"/>
                <a:gd name="T23" fmla="*/ 219 h 231"/>
                <a:gd name="T24" fmla="*/ 113 w 127"/>
                <a:gd name="T25" fmla="*/ 219 h 231"/>
                <a:gd name="T26" fmla="*/ 78 w 127"/>
                <a:gd name="T27" fmla="*/ 203 h 231"/>
                <a:gd name="T28" fmla="*/ 78 w 127"/>
                <a:gd name="T29" fmla="*/ 1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31">
                  <a:moveTo>
                    <a:pt x="78" y="10"/>
                  </a:moveTo>
                  <a:cubicBezTo>
                    <a:pt x="78" y="0"/>
                    <a:pt x="78" y="0"/>
                    <a:pt x="68" y="0"/>
                  </a:cubicBezTo>
                  <a:cubicBezTo>
                    <a:pt x="46" y="22"/>
                    <a:pt x="14" y="22"/>
                    <a:pt x="0" y="22"/>
                  </a:cubicBezTo>
                  <a:lnTo>
                    <a:pt x="0" y="35"/>
                  </a:lnTo>
                  <a:cubicBezTo>
                    <a:pt x="8" y="35"/>
                    <a:pt x="31" y="35"/>
                    <a:pt x="50" y="25"/>
                  </a:cubicBezTo>
                  <a:lnTo>
                    <a:pt x="50" y="203"/>
                  </a:lnTo>
                  <a:cubicBezTo>
                    <a:pt x="50" y="214"/>
                    <a:pt x="50" y="219"/>
                    <a:pt x="15" y="219"/>
                  </a:cubicBezTo>
                  <a:lnTo>
                    <a:pt x="2" y="219"/>
                  </a:lnTo>
                  <a:lnTo>
                    <a:pt x="2" y="231"/>
                  </a:lnTo>
                  <a:cubicBezTo>
                    <a:pt x="8" y="231"/>
                    <a:pt x="51" y="230"/>
                    <a:pt x="64" y="230"/>
                  </a:cubicBezTo>
                  <a:cubicBezTo>
                    <a:pt x="75" y="230"/>
                    <a:pt x="119" y="231"/>
                    <a:pt x="127" y="231"/>
                  </a:cubicBezTo>
                  <a:lnTo>
                    <a:pt x="127" y="219"/>
                  </a:lnTo>
                  <a:lnTo>
                    <a:pt x="113" y="219"/>
                  </a:lnTo>
                  <a:cubicBezTo>
                    <a:pt x="78" y="219"/>
                    <a:pt x="78" y="214"/>
                    <a:pt x="78" y="203"/>
                  </a:cubicBezTo>
                  <a:lnTo>
                    <a:pt x="78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2" name="Freeform 357">
              <a:extLst>
                <a:ext uri="{FF2B5EF4-FFF2-40B4-BE49-F238E27FC236}">
                  <a16:creationId xmlns:a16="http://schemas.microsoft.com/office/drawing/2014/main" id="{D54C73CC-F80E-4DB5-ACF3-8C767BDC48E0}"/>
                </a:ext>
              </a:extLst>
            </p:cNvPr>
            <p:cNvSpPr>
              <a:spLocks/>
            </p:cNvSpPr>
            <p:nvPr>
              <p:custDataLst>
                <p:tags r:id="rId127"/>
              </p:custDataLst>
            </p:nvPr>
          </p:nvSpPr>
          <p:spPr bwMode="auto">
            <a:xfrm>
              <a:off x="6321427" y="1089026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3" name="Freeform 358">
              <a:extLst>
                <a:ext uri="{FF2B5EF4-FFF2-40B4-BE49-F238E27FC236}">
                  <a16:creationId xmlns:a16="http://schemas.microsoft.com/office/drawing/2014/main" id="{0D1D1ABF-F54A-476E-91E9-E62156E4B46A}"/>
                </a:ext>
              </a:extLst>
            </p:cNvPr>
            <p:cNvSpPr>
              <a:spLocks/>
            </p:cNvSpPr>
            <p:nvPr>
              <p:custDataLst>
                <p:tags r:id="rId128"/>
              </p:custDataLst>
            </p:nvPr>
          </p:nvSpPr>
          <p:spPr bwMode="auto">
            <a:xfrm>
              <a:off x="6375402" y="1089026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4" name="Freeform 359">
              <a:extLst>
                <a:ext uri="{FF2B5EF4-FFF2-40B4-BE49-F238E27FC236}">
                  <a16:creationId xmlns:a16="http://schemas.microsoft.com/office/drawing/2014/main" id="{6F6DC864-DF06-46DC-A963-04BBC3EDF180}"/>
                </a:ext>
              </a:extLst>
            </p:cNvPr>
            <p:cNvSpPr>
              <a:spLocks/>
            </p:cNvSpPr>
            <p:nvPr>
              <p:custDataLst>
                <p:tags r:id="rId129"/>
              </p:custDataLst>
            </p:nvPr>
          </p:nvSpPr>
          <p:spPr bwMode="auto">
            <a:xfrm>
              <a:off x="6426202" y="1063626"/>
              <a:ext cx="88900" cy="53975"/>
            </a:xfrm>
            <a:custGeom>
              <a:avLst/>
              <a:gdLst>
                <a:gd name="T0" fmla="*/ 388 w 443"/>
                <a:gd name="T1" fmla="*/ 140 h 260"/>
                <a:gd name="T2" fmla="*/ 343 w 443"/>
                <a:gd name="T3" fmla="*/ 188 h 260"/>
                <a:gd name="T4" fmla="*/ 317 w 443"/>
                <a:gd name="T5" fmla="*/ 254 h 260"/>
                <a:gd name="T6" fmla="*/ 327 w 443"/>
                <a:gd name="T7" fmla="*/ 260 h 260"/>
                <a:gd name="T8" fmla="*/ 338 w 443"/>
                <a:gd name="T9" fmla="*/ 250 h 260"/>
                <a:gd name="T10" fmla="*/ 435 w 443"/>
                <a:gd name="T11" fmla="*/ 136 h 260"/>
                <a:gd name="T12" fmla="*/ 443 w 443"/>
                <a:gd name="T13" fmla="*/ 130 h 260"/>
                <a:gd name="T14" fmla="*/ 439 w 443"/>
                <a:gd name="T15" fmla="*/ 124 h 260"/>
                <a:gd name="T16" fmla="*/ 338 w 443"/>
                <a:gd name="T17" fmla="*/ 7 h 260"/>
                <a:gd name="T18" fmla="*/ 327 w 443"/>
                <a:gd name="T19" fmla="*/ 0 h 260"/>
                <a:gd name="T20" fmla="*/ 317 w 443"/>
                <a:gd name="T21" fmla="*/ 6 h 260"/>
                <a:gd name="T22" fmla="*/ 342 w 443"/>
                <a:gd name="T23" fmla="*/ 72 h 260"/>
                <a:gd name="T24" fmla="*/ 388 w 443"/>
                <a:gd name="T25" fmla="*/ 120 h 260"/>
                <a:gd name="T26" fmla="*/ 18 w 443"/>
                <a:gd name="T27" fmla="*/ 120 h 260"/>
                <a:gd name="T28" fmla="*/ 0 w 443"/>
                <a:gd name="T29" fmla="*/ 130 h 260"/>
                <a:gd name="T30" fmla="*/ 18 w 443"/>
                <a:gd name="T31" fmla="*/ 140 h 260"/>
                <a:gd name="T32" fmla="*/ 388 w 443"/>
                <a:gd name="T33" fmla="*/ 14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3" h="260">
                  <a:moveTo>
                    <a:pt x="388" y="140"/>
                  </a:moveTo>
                  <a:cubicBezTo>
                    <a:pt x="361" y="161"/>
                    <a:pt x="347" y="181"/>
                    <a:pt x="343" y="188"/>
                  </a:cubicBezTo>
                  <a:cubicBezTo>
                    <a:pt x="321" y="222"/>
                    <a:pt x="317" y="254"/>
                    <a:pt x="317" y="254"/>
                  </a:cubicBezTo>
                  <a:cubicBezTo>
                    <a:pt x="317" y="260"/>
                    <a:pt x="323" y="260"/>
                    <a:pt x="327" y="260"/>
                  </a:cubicBezTo>
                  <a:cubicBezTo>
                    <a:pt x="336" y="260"/>
                    <a:pt x="336" y="259"/>
                    <a:pt x="338" y="250"/>
                  </a:cubicBezTo>
                  <a:cubicBezTo>
                    <a:pt x="349" y="201"/>
                    <a:pt x="379" y="159"/>
                    <a:pt x="435" y="136"/>
                  </a:cubicBezTo>
                  <a:cubicBezTo>
                    <a:pt x="441" y="134"/>
                    <a:pt x="443" y="133"/>
                    <a:pt x="443" y="130"/>
                  </a:cubicBezTo>
                  <a:cubicBezTo>
                    <a:pt x="443" y="126"/>
                    <a:pt x="440" y="125"/>
                    <a:pt x="439" y="124"/>
                  </a:cubicBezTo>
                  <a:cubicBezTo>
                    <a:pt x="417" y="116"/>
                    <a:pt x="356" y="91"/>
                    <a:pt x="338" y="7"/>
                  </a:cubicBezTo>
                  <a:cubicBezTo>
                    <a:pt x="336" y="1"/>
                    <a:pt x="336" y="0"/>
                    <a:pt x="327" y="0"/>
                  </a:cubicBezTo>
                  <a:cubicBezTo>
                    <a:pt x="323" y="0"/>
                    <a:pt x="317" y="0"/>
                    <a:pt x="317" y="6"/>
                  </a:cubicBezTo>
                  <a:cubicBezTo>
                    <a:pt x="317" y="7"/>
                    <a:pt x="322" y="38"/>
                    <a:pt x="342" y="72"/>
                  </a:cubicBezTo>
                  <a:cubicBezTo>
                    <a:pt x="352" y="87"/>
                    <a:pt x="367" y="104"/>
                    <a:pt x="388" y="120"/>
                  </a:cubicBezTo>
                  <a:lnTo>
                    <a:pt x="18" y="120"/>
                  </a:lnTo>
                  <a:cubicBezTo>
                    <a:pt x="9" y="120"/>
                    <a:pt x="0" y="120"/>
                    <a:pt x="0" y="130"/>
                  </a:cubicBezTo>
                  <a:cubicBezTo>
                    <a:pt x="0" y="140"/>
                    <a:pt x="9" y="140"/>
                    <a:pt x="18" y="140"/>
                  </a:cubicBezTo>
                  <a:lnTo>
                    <a:pt x="388" y="14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5" name="Freeform 360">
              <a:extLst>
                <a:ext uri="{FF2B5EF4-FFF2-40B4-BE49-F238E27FC236}">
                  <a16:creationId xmlns:a16="http://schemas.microsoft.com/office/drawing/2014/main" id="{307E0DF1-FFD2-4E6B-9C5D-564E7CB9AACD}"/>
                </a:ext>
              </a:extLst>
            </p:cNvPr>
            <p:cNvSpPr>
              <a:spLocks noEditPoints="1"/>
            </p:cNvSpPr>
            <p:nvPr>
              <p:custDataLst>
                <p:tags r:id="rId130"/>
              </p:custDataLst>
            </p:nvPr>
          </p:nvSpPr>
          <p:spPr bwMode="auto">
            <a:xfrm>
              <a:off x="6553202" y="1071563"/>
              <a:ext cx="46038" cy="46038"/>
            </a:xfrm>
            <a:custGeom>
              <a:avLst/>
              <a:gdLst>
                <a:gd name="T0" fmla="*/ 166 w 229"/>
                <a:gd name="T1" fmla="*/ 32 h 226"/>
                <a:gd name="T2" fmla="*/ 120 w 229"/>
                <a:gd name="T3" fmla="*/ 0 h 226"/>
                <a:gd name="T4" fmla="*/ 0 w 229"/>
                <a:gd name="T5" fmla="*/ 146 h 226"/>
                <a:gd name="T6" fmla="*/ 66 w 229"/>
                <a:gd name="T7" fmla="*/ 226 h 226"/>
                <a:gd name="T8" fmla="*/ 131 w 229"/>
                <a:gd name="T9" fmla="*/ 189 h 226"/>
                <a:gd name="T10" fmla="*/ 177 w 229"/>
                <a:gd name="T11" fmla="*/ 226 h 226"/>
                <a:gd name="T12" fmla="*/ 214 w 229"/>
                <a:gd name="T13" fmla="*/ 199 h 226"/>
                <a:gd name="T14" fmla="*/ 229 w 229"/>
                <a:gd name="T15" fmla="*/ 149 h 226"/>
                <a:gd name="T16" fmla="*/ 223 w 229"/>
                <a:gd name="T17" fmla="*/ 144 h 226"/>
                <a:gd name="T18" fmla="*/ 216 w 229"/>
                <a:gd name="T19" fmla="*/ 153 h 226"/>
                <a:gd name="T20" fmla="*/ 178 w 229"/>
                <a:gd name="T21" fmla="*/ 215 h 226"/>
                <a:gd name="T22" fmla="*/ 163 w 229"/>
                <a:gd name="T23" fmla="*/ 192 h 226"/>
                <a:gd name="T24" fmla="*/ 169 w 229"/>
                <a:gd name="T25" fmla="*/ 155 h 226"/>
                <a:gd name="T26" fmla="*/ 180 w 229"/>
                <a:gd name="T27" fmla="*/ 110 h 226"/>
                <a:gd name="T28" fmla="*/ 198 w 229"/>
                <a:gd name="T29" fmla="*/ 41 h 226"/>
                <a:gd name="T30" fmla="*/ 202 w 229"/>
                <a:gd name="T31" fmla="*/ 24 h 226"/>
                <a:gd name="T32" fmla="*/ 187 w 229"/>
                <a:gd name="T33" fmla="*/ 10 h 226"/>
                <a:gd name="T34" fmla="*/ 166 w 229"/>
                <a:gd name="T35" fmla="*/ 32 h 226"/>
                <a:gd name="T36" fmla="*/ 134 w 229"/>
                <a:gd name="T37" fmla="*/ 161 h 226"/>
                <a:gd name="T38" fmla="*/ 124 w 229"/>
                <a:gd name="T39" fmla="*/ 180 h 226"/>
                <a:gd name="T40" fmla="*/ 67 w 229"/>
                <a:gd name="T41" fmla="*/ 215 h 226"/>
                <a:gd name="T42" fmla="*/ 36 w 229"/>
                <a:gd name="T43" fmla="*/ 168 h 226"/>
                <a:gd name="T44" fmla="*/ 63 w 229"/>
                <a:gd name="T45" fmla="*/ 59 h 226"/>
                <a:gd name="T46" fmla="*/ 121 w 229"/>
                <a:gd name="T47" fmla="*/ 11 h 226"/>
                <a:gd name="T48" fmla="*/ 160 w 229"/>
                <a:gd name="T49" fmla="*/ 55 h 226"/>
                <a:gd name="T50" fmla="*/ 159 w 229"/>
                <a:gd name="T51" fmla="*/ 64 h 226"/>
                <a:gd name="T52" fmla="*/ 134 w 229"/>
                <a:gd name="T53" fmla="*/ 16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9" h="226">
                  <a:moveTo>
                    <a:pt x="166" y="32"/>
                  </a:moveTo>
                  <a:cubicBezTo>
                    <a:pt x="157" y="14"/>
                    <a:pt x="143" y="0"/>
                    <a:pt x="120" y="0"/>
                  </a:cubicBezTo>
                  <a:cubicBezTo>
                    <a:pt x="62" y="0"/>
                    <a:pt x="0" y="74"/>
                    <a:pt x="0" y="146"/>
                  </a:cubicBezTo>
                  <a:cubicBezTo>
                    <a:pt x="0" y="193"/>
                    <a:pt x="28" y="226"/>
                    <a:pt x="66" y="226"/>
                  </a:cubicBezTo>
                  <a:cubicBezTo>
                    <a:pt x="76" y="226"/>
                    <a:pt x="101" y="224"/>
                    <a:pt x="131" y="189"/>
                  </a:cubicBezTo>
                  <a:cubicBezTo>
                    <a:pt x="135" y="210"/>
                    <a:pt x="153" y="226"/>
                    <a:pt x="177" y="226"/>
                  </a:cubicBezTo>
                  <a:cubicBezTo>
                    <a:pt x="194" y="226"/>
                    <a:pt x="206" y="215"/>
                    <a:pt x="214" y="199"/>
                  </a:cubicBezTo>
                  <a:cubicBezTo>
                    <a:pt x="222" y="181"/>
                    <a:pt x="229" y="150"/>
                    <a:pt x="229" y="149"/>
                  </a:cubicBezTo>
                  <a:cubicBezTo>
                    <a:pt x="229" y="144"/>
                    <a:pt x="224" y="144"/>
                    <a:pt x="223" y="144"/>
                  </a:cubicBezTo>
                  <a:cubicBezTo>
                    <a:pt x="218" y="144"/>
                    <a:pt x="217" y="146"/>
                    <a:pt x="216" y="153"/>
                  </a:cubicBezTo>
                  <a:cubicBezTo>
                    <a:pt x="207" y="186"/>
                    <a:pt x="198" y="215"/>
                    <a:pt x="178" y="215"/>
                  </a:cubicBezTo>
                  <a:cubicBezTo>
                    <a:pt x="164" y="215"/>
                    <a:pt x="163" y="202"/>
                    <a:pt x="163" y="192"/>
                  </a:cubicBezTo>
                  <a:cubicBezTo>
                    <a:pt x="163" y="181"/>
                    <a:pt x="164" y="177"/>
                    <a:pt x="169" y="155"/>
                  </a:cubicBezTo>
                  <a:cubicBezTo>
                    <a:pt x="175" y="134"/>
                    <a:pt x="176" y="129"/>
                    <a:pt x="180" y="110"/>
                  </a:cubicBezTo>
                  <a:lnTo>
                    <a:pt x="198" y="41"/>
                  </a:lnTo>
                  <a:cubicBezTo>
                    <a:pt x="202" y="27"/>
                    <a:pt x="202" y="26"/>
                    <a:pt x="202" y="24"/>
                  </a:cubicBezTo>
                  <a:cubicBezTo>
                    <a:pt x="202" y="15"/>
                    <a:pt x="196" y="10"/>
                    <a:pt x="187" y="10"/>
                  </a:cubicBezTo>
                  <a:cubicBezTo>
                    <a:pt x="175" y="10"/>
                    <a:pt x="168" y="21"/>
                    <a:pt x="166" y="32"/>
                  </a:cubicBezTo>
                  <a:close/>
                  <a:moveTo>
                    <a:pt x="134" y="161"/>
                  </a:moveTo>
                  <a:cubicBezTo>
                    <a:pt x="131" y="170"/>
                    <a:pt x="131" y="171"/>
                    <a:pt x="124" y="180"/>
                  </a:cubicBezTo>
                  <a:cubicBezTo>
                    <a:pt x="102" y="207"/>
                    <a:pt x="81" y="215"/>
                    <a:pt x="67" y="215"/>
                  </a:cubicBezTo>
                  <a:cubicBezTo>
                    <a:pt x="43" y="215"/>
                    <a:pt x="36" y="188"/>
                    <a:pt x="36" y="168"/>
                  </a:cubicBezTo>
                  <a:cubicBezTo>
                    <a:pt x="36" y="143"/>
                    <a:pt x="52" y="82"/>
                    <a:pt x="63" y="59"/>
                  </a:cubicBezTo>
                  <a:cubicBezTo>
                    <a:pt x="78" y="30"/>
                    <a:pt x="101" y="11"/>
                    <a:pt x="121" y="11"/>
                  </a:cubicBezTo>
                  <a:cubicBezTo>
                    <a:pt x="153" y="11"/>
                    <a:pt x="160" y="52"/>
                    <a:pt x="160" y="55"/>
                  </a:cubicBezTo>
                  <a:cubicBezTo>
                    <a:pt x="160" y="58"/>
                    <a:pt x="159" y="61"/>
                    <a:pt x="159" y="64"/>
                  </a:cubicBezTo>
                  <a:lnTo>
                    <a:pt x="134" y="16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6" name="Freeform 361">
              <a:extLst>
                <a:ext uri="{FF2B5EF4-FFF2-40B4-BE49-F238E27FC236}">
                  <a16:creationId xmlns:a16="http://schemas.microsoft.com/office/drawing/2014/main" id="{23DA2C94-313B-4ADB-A243-E99C0C23CBBC}"/>
                </a:ext>
              </a:extLst>
            </p:cNvPr>
            <p:cNvSpPr>
              <a:spLocks/>
            </p:cNvSpPr>
            <p:nvPr>
              <p:custDataLst>
                <p:tags r:id="rId131"/>
              </p:custDataLst>
            </p:nvPr>
          </p:nvSpPr>
          <p:spPr bwMode="auto">
            <a:xfrm>
              <a:off x="6610352" y="1084263"/>
              <a:ext cx="25400" cy="47625"/>
            </a:xfrm>
            <a:custGeom>
              <a:avLst/>
              <a:gdLst>
                <a:gd name="T0" fmla="*/ 78 w 127"/>
                <a:gd name="T1" fmla="*/ 10 h 231"/>
                <a:gd name="T2" fmla="*/ 68 w 127"/>
                <a:gd name="T3" fmla="*/ 0 h 231"/>
                <a:gd name="T4" fmla="*/ 0 w 127"/>
                <a:gd name="T5" fmla="*/ 22 h 231"/>
                <a:gd name="T6" fmla="*/ 0 w 127"/>
                <a:gd name="T7" fmla="*/ 35 h 231"/>
                <a:gd name="T8" fmla="*/ 50 w 127"/>
                <a:gd name="T9" fmla="*/ 25 h 231"/>
                <a:gd name="T10" fmla="*/ 50 w 127"/>
                <a:gd name="T11" fmla="*/ 203 h 231"/>
                <a:gd name="T12" fmla="*/ 15 w 127"/>
                <a:gd name="T13" fmla="*/ 219 h 231"/>
                <a:gd name="T14" fmla="*/ 2 w 127"/>
                <a:gd name="T15" fmla="*/ 219 h 231"/>
                <a:gd name="T16" fmla="*/ 2 w 127"/>
                <a:gd name="T17" fmla="*/ 231 h 231"/>
                <a:gd name="T18" fmla="*/ 64 w 127"/>
                <a:gd name="T19" fmla="*/ 230 h 231"/>
                <a:gd name="T20" fmla="*/ 127 w 127"/>
                <a:gd name="T21" fmla="*/ 231 h 231"/>
                <a:gd name="T22" fmla="*/ 127 w 127"/>
                <a:gd name="T23" fmla="*/ 219 h 231"/>
                <a:gd name="T24" fmla="*/ 113 w 127"/>
                <a:gd name="T25" fmla="*/ 219 h 231"/>
                <a:gd name="T26" fmla="*/ 78 w 127"/>
                <a:gd name="T27" fmla="*/ 203 h 231"/>
                <a:gd name="T28" fmla="*/ 78 w 127"/>
                <a:gd name="T29" fmla="*/ 1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31">
                  <a:moveTo>
                    <a:pt x="78" y="10"/>
                  </a:moveTo>
                  <a:cubicBezTo>
                    <a:pt x="78" y="0"/>
                    <a:pt x="78" y="0"/>
                    <a:pt x="68" y="0"/>
                  </a:cubicBezTo>
                  <a:cubicBezTo>
                    <a:pt x="46" y="22"/>
                    <a:pt x="14" y="22"/>
                    <a:pt x="0" y="22"/>
                  </a:cubicBezTo>
                  <a:lnTo>
                    <a:pt x="0" y="35"/>
                  </a:lnTo>
                  <a:cubicBezTo>
                    <a:pt x="8" y="35"/>
                    <a:pt x="31" y="35"/>
                    <a:pt x="50" y="25"/>
                  </a:cubicBezTo>
                  <a:lnTo>
                    <a:pt x="50" y="203"/>
                  </a:lnTo>
                  <a:cubicBezTo>
                    <a:pt x="50" y="214"/>
                    <a:pt x="50" y="219"/>
                    <a:pt x="15" y="219"/>
                  </a:cubicBezTo>
                  <a:lnTo>
                    <a:pt x="2" y="219"/>
                  </a:lnTo>
                  <a:lnTo>
                    <a:pt x="2" y="231"/>
                  </a:lnTo>
                  <a:cubicBezTo>
                    <a:pt x="8" y="231"/>
                    <a:pt x="51" y="230"/>
                    <a:pt x="64" y="230"/>
                  </a:cubicBezTo>
                  <a:cubicBezTo>
                    <a:pt x="75" y="230"/>
                    <a:pt x="119" y="231"/>
                    <a:pt x="127" y="231"/>
                  </a:cubicBezTo>
                  <a:lnTo>
                    <a:pt x="127" y="219"/>
                  </a:lnTo>
                  <a:lnTo>
                    <a:pt x="113" y="219"/>
                  </a:lnTo>
                  <a:cubicBezTo>
                    <a:pt x="78" y="219"/>
                    <a:pt x="78" y="214"/>
                    <a:pt x="78" y="203"/>
                  </a:cubicBezTo>
                  <a:lnTo>
                    <a:pt x="78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7" name="Freeform 362">
              <a:extLst>
                <a:ext uri="{FF2B5EF4-FFF2-40B4-BE49-F238E27FC236}">
                  <a16:creationId xmlns:a16="http://schemas.microsoft.com/office/drawing/2014/main" id="{9A6FCAF8-0534-4C9D-8A85-E8B78ADA1CC7}"/>
                </a:ext>
              </a:extLst>
            </p:cNvPr>
            <p:cNvSpPr>
              <a:spLocks/>
            </p:cNvSpPr>
            <p:nvPr>
              <p:custDataLst>
                <p:tags r:id="rId132"/>
              </p:custDataLst>
            </p:nvPr>
          </p:nvSpPr>
          <p:spPr bwMode="auto">
            <a:xfrm>
              <a:off x="6683377" y="1089026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8" name="Freeform 363">
              <a:extLst>
                <a:ext uri="{FF2B5EF4-FFF2-40B4-BE49-F238E27FC236}">
                  <a16:creationId xmlns:a16="http://schemas.microsoft.com/office/drawing/2014/main" id="{6689DAC9-E8C0-4BD1-9F8B-E2AFE984146C}"/>
                </a:ext>
              </a:extLst>
            </p:cNvPr>
            <p:cNvSpPr>
              <a:spLocks/>
            </p:cNvSpPr>
            <p:nvPr>
              <p:custDataLst>
                <p:tags r:id="rId133"/>
              </p:custDataLst>
            </p:nvPr>
          </p:nvSpPr>
          <p:spPr bwMode="auto">
            <a:xfrm>
              <a:off x="6737352" y="1089026"/>
              <a:ext cx="61913" cy="4763"/>
            </a:xfrm>
            <a:custGeom>
              <a:avLst/>
              <a:gdLst>
                <a:gd name="T0" fmla="*/ 287 w 304"/>
                <a:gd name="T1" fmla="*/ 20 h 20"/>
                <a:gd name="T2" fmla="*/ 304 w 304"/>
                <a:gd name="T3" fmla="*/ 10 h 20"/>
                <a:gd name="T4" fmla="*/ 287 w 304"/>
                <a:gd name="T5" fmla="*/ 0 h 20"/>
                <a:gd name="T6" fmla="*/ 17 w 304"/>
                <a:gd name="T7" fmla="*/ 0 h 20"/>
                <a:gd name="T8" fmla="*/ 0 w 304"/>
                <a:gd name="T9" fmla="*/ 10 h 20"/>
                <a:gd name="T10" fmla="*/ 17 w 304"/>
                <a:gd name="T11" fmla="*/ 20 h 20"/>
                <a:gd name="T12" fmla="*/ 287 w 304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20">
                  <a:moveTo>
                    <a:pt x="287" y="20"/>
                  </a:moveTo>
                  <a:cubicBezTo>
                    <a:pt x="295" y="20"/>
                    <a:pt x="304" y="20"/>
                    <a:pt x="304" y="10"/>
                  </a:cubicBezTo>
                  <a:cubicBezTo>
                    <a:pt x="304" y="0"/>
                    <a:pt x="295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69" name="Freeform 364">
              <a:extLst>
                <a:ext uri="{FF2B5EF4-FFF2-40B4-BE49-F238E27FC236}">
                  <a16:creationId xmlns:a16="http://schemas.microsoft.com/office/drawing/2014/main" id="{3CCBE88D-F1BA-473A-B629-60A6BC557C8E}"/>
                </a:ext>
              </a:extLst>
            </p:cNvPr>
            <p:cNvSpPr>
              <a:spLocks/>
            </p:cNvSpPr>
            <p:nvPr>
              <p:custDataLst>
                <p:tags r:id="rId134"/>
              </p:custDataLst>
            </p:nvPr>
          </p:nvSpPr>
          <p:spPr bwMode="auto">
            <a:xfrm>
              <a:off x="6788152" y="1063626"/>
              <a:ext cx="88900" cy="53975"/>
            </a:xfrm>
            <a:custGeom>
              <a:avLst/>
              <a:gdLst>
                <a:gd name="T0" fmla="*/ 388 w 442"/>
                <a:gd name="T1" fmla="*/ 140 h 260"/>
                <a:gd name="T2" fmla="*/ 343 w 442"/>
                <a:gd name="T3" fmla="*/ 188 h 260"/>
                <a:gd name="T4" fmla="*/ 317 w 442"/>
                <a:gd name="T5" fmla="*/ 254 h 260"/>
                <a:gd name="T6" fmla="*/ 327 w 442"/>
                <a:gd name="T7" fmla="*/ 260 h 260"/>
                <a:gd name="T8" fmla="*/ 338 w 442"/>
                <a:gd name="T9" fmla="*/ 250 h 260"/>
                <a:gd name="T10" fmla="*/ 435 w 442"/>
                <a:gd name="T11" fmla="*/ 136 h 260"/>
                <a:gd name="T12" fmla="*/ 442 w 442"/>
                <a:gd name="T13" fmla="*/ 130 h 260"/>
                <a:gd name="T14" fmla="*/ 439 w 442"/>
                <a:gd name="T15" fmla="*/ 124 h 260"/>
                <a:gd name="T16" fmla="*/ 337 w 442"/>
                <a:gd name="T17" fmla="*/ 7 h 260"/>
                <a:gd name="T18" fmla="*/ 327 w 442"/>
                <a:gd name="T19" fmla="*/ 0 h 260"/>
                <a:gd name="T20" fmla="*/ 317 w 442"/>
                <a:gd name="T21" fmla="*/ 6 h 260"/>
                <a:gd name="T22" fmla="*/ 342 w 442"/>
                <a:gd name="T23" fmla="*/ 72 h 260"/>
                <a:gd name="T24" fmla="*/ 388 w 442"/>
                <a:gd name="T25" fmla="*/ 120 h 260"/>
                <a:gd name="T26" fmla="*/ 18 w 442"/>
                <a:gd name="T27" fmla="*/ 120 h 260"/>
                <a:gd name="T28" fmla="*/ 0 w 442"/>
                <a:gd name="T29" fmla="*/ 130 h 260"/>
                <a:gd name="T30" fmla="*/ 18 w 442"/>
                <a:gd name="T31" fmla="*/ 140 h 260"/>
                <a:gd name="T32" fmla="*/ 388 w 442"/>
                <a:gd name="T33" fmla="*/ 14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2" h="260">
                  <a:moveTo>
                    <a:pt x="388" y="140"/>
                  </a:moveTo>
                  <a:cubicBezTo>
                    <a:pt x="361" y="161"/>
                    <a:pt x="347" y="181"/>
                    <a:pt x="343" y="188"/>
                  </a:cubicBezTo>
                  <a:cubicBezTo>
                    <a:pt x="321" y="222"/>
                    <a:pt x="317" y="254"/>
                    <a:pt x="317" y="254"/>
                  </a:cubicBezTo>
                  <a:cubicBezTo>
                    <a:pt x="317" y="260"/>
                    <a:pt x="323" y="260"/>
                    <a:pt x="327" y="260"/>
                  </a:cubicBezTo>
                  <a:cubicBezTo>
                    <a:pt x="335" y="260"/>
                    <a:pt x="336" y="259"/>
                    <a:pt x="338" y="250"/>
                  </a:cubicBezTo>
                  <a:cubicBezTo>
                    <a:pt x="349" y="201"/>
                    <a:pt x="379" y="159"/>
                    <a:pt x="435" y="136"/>
                  </a:cubicBezTo>
                  <a:cubicBezTo>
                    <a:pt x="441" y="134"/>
                    <a:pt x="442" y="133"/>
                    <a:pt x="442" y="130"/>
                  </a:cubicBezTo>
                  <a:cubicBezTo>
                    <a:pt x="442" y="126"/>
                    <a:pt x="440" y="125"/>
                    <a:pt x="439" y="124"/>
                  </a:cubicBezTo>
                  <a:cubicBezTo>
                    <a:pt x="417" y="116"/>
                    <a:pt x="356" y="91"/>
                    <a:pt x="337" y="7"/>
                  </a:cubicBezTo>
                  <a:cubicBezTo>
                    <a:pt x="336" y="1"/>
                    <a:pt x="335" y="0"/>
                    <a:pt x="327" y="0"/>
                  </a:cubicBezTo>
                  <a:cubicBezTo>
                    <a:pt x="323" y="0"/>
                    <a:pt x="317" y="0"/>
                    <a:pt x="317" y="6"/>
                  </a:cubicBezTo>
                  <a:cubicBezTo>
                    <a:pt x="317" y="7"/>
                    <a:pt x="321" y="38"/>
                    <a:pt x="342" y="72"/>
                  </a:cubicBezTo>
                  <a:cubicBezTo>
                    <a:pt x="352" y="87"/>
                    <a:pt x="367" y="104"/>
                    <a:pt x="388" y="120"/>
                  </a:cubicBezTo>
                  <a:lnTo>
                    <a:pt x="18" y="120"/>
                  </a:lnTo>
                  <a:cubicBezTo>
                    <a:pt x="9" y="120"/>
                    <a:pt x="0" y="120"/>
                    <a:pt x="0" y="130"/>
                  </a:cubicBezTo>
                  <a:cubicBezTo>
                    <a:pt x="0" y="140"/>
                    <a:pt x="9" y="140"/>
                    <a:pt x="18" y="140"/>
                  </a:cubicBezTo>
                  <a:lnTo>
                    <a:pt x="388" y="14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0" name="Freeform 365">
              <a:extLst>
                <a:ext uri="{FF2B5EF4-FFF2-40B4-BE49-F238E27FC236}">
                  <a16:creationId xmlns:a16="http://schemas.microsoft.com/office/drawing/2014/main" id="{3A9F5B3C-0B8D-4254-ABE0-C6A90C53146F}"/>
                </a:ext>
              </a:extLst>
            </p:cNvPr>
            <p:cNvSpPr>
              <a:spLocks/>
            </p:cNvSpPr>
            <p:nvPr>
              <p:custDataLst>
                <p:tags r:id="rId135"/>
              </p:custDataLst>
            </p:nvPr>
          </p:nvSpPr>
          <p:spPr bwMode="auto">
            <a:xfrm>
              <a:off x="6916739" y="1071563"/>
              <a:ext cx="36513" cy="46038"/>
            </a:xfrm>
            <a:custGeom>
              <a:avLst/>
              <a:gdLst>
                <a:gd name="T0" fmla="*/ 169 w 183"/>
                <a:gd name="T1" fmla="*/ 34 h 226"/>
                <a:gd name="T2" fmla="*/ 145 w 183"/>
                <a:gd name="T3" fmla="*/ 57 h 226"/>
                <a:gd name="T4" fmla="*/ 161 w 183"/>
                <a:gd name="T5" fmla="*/ 71 h 226"/>
                <a:gd name="T6" fmla="*/ 183 w 183"/>
                <a:gd name="T7" fmla="*/ 43 h 226"/>
                <a:gd name="T8" fmla="*/ 124 w 183"/>
                <a:gd name="T9" fmla="*/ 0 h 226"/>
                <a:gd name="T10" fmla="*/ 40 w 183"/>
                <a:gd name="T11" fmla="*/ 73 h 226"/>
                <a:gd name="T12" fmla="*/ 91 w 183"/>
                <a:gd name="T13" fmla="*/ 122 h 226"/>
                <a:gd name="T14" fmla="*/ 143 w 183"/>
                <a:gd name="T15" fmla="*/ 160 h 226"/>
                <a:gd name="T16" fmla="*/ 72 w 183"/>
                <a:gd name="T17" fmla="*/ 215 h 226"/>
                <a:gd name="T18" fmla="*/ 15 w 183"/>
                <a:gd name="T19" fmla="*/ 189 h 226"/>
                <a:gd name="T20" fmla="*/ 46 w 183"/>
                <a:gd name="T21" fmla="*/ 162 h 226"/>
                <a:gd name="T22" fmla="*/ 28 w 183"/>
                <a:gd name="T23" fmla="*/ 145 h 226"/>
                <a:gd name="T24" fmla="*/ 0 w 183"/>
                <a:gd name="T25" fmla="*/ 178 h 226"/>
                <a:gd name="T26" fmla="*/ 71 w 183"/>
                <a:gd name="T27" fmla="*/ 226 h 226"/>
                <a:gd name="T28" fmla="*/ 172 w 183"/>
                <a:gd name="T29" fmla="*/ 143 h 226"/>
                <a:gd name="T30" fmla="*/ 156 w 183"/>
                <a:gd name="T31" fmla="*/ 107 h 226"/>
                <a:gd name="T32" fmla="*/ 106 w 183"/>
                <a:gd name="T33" fmla="*/ 86 h 226"/>
                <a:gd name="T34" fmla="*/ 68 w 183"/>
                <a:gd name="T35" fmla="*/ 56 h 226"/>
                <a:gd name="T36" fmla="*/ 124 w 183"/>
                <a:gd name="T37" fmla="*/ 11 h 226"/>
                <a:gd name="T38" fmla="*/ 169 w 183"/>
                <a:gd name="T39" fmla="*/ 34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3" h="226">
                  <a:moveTo>
                    <a:pt x="169" y="34"/>
                  </a:moveTo>
                  <a:cubicBezTo>
                    <a:pt x="155" y="35"/>
                    <a:pt x="145" y="46"/>
                    <a:pt x="145" y="57"/>
                  </a:cubicBezTo>
                  <a:cubicBezTo>
                    <a:pt x="145" y="64"/>
                    <a:pt x="150" y="71"/>
                    <a:pt x="161" y="71"/>
                  </a:cubicBezTo>
                  <a:cubicBezTo>
                    <a:pt x="172" y="71"/>
                    <a:pt x="183" y="63"/>
                    <a:pt x="183" y="43"/>
                  </a:cubicBezTo>
                  <a:cubicBezTo>
                    <a:pt x="183" y="21"/>
                    <a:pt x="162" y="0"/>
                    <a:pt x="124" y="0"/>
                  </a:cubicBezTo>
                  <a:cubicBezTo>
                    <a:pt x="58" y="0"/>
                    <a:pt x="40" y="51"/>
                    <a:pt x="40" y="73"/>
                  </a:cubicBezTo>
                  <a:cubicBezTo>
                    <a:pt x="40" y="112"/>
                    <a:pt x="77" y="119"/>
                    <a:pt x="91" y="122"/>
                  </a:cubicBezTo>
                  <a:cubicBezTo>
                    <a:pt x="117" y="127"/>
                    <a:pt x="143" y="133"/>
                    <a:pt x="143" y="160"/>
                  </a:cubicBezTo>
                  <a:cubicBezTo>
                    <a:pt x="143" y="173"/>
                    <a:pt x="132" y="215"/>
                    <a:pt x="72" y="215"/>
                  </a:cubicBezTo>
                  <a:cubicBezTo>
                    <a:pt x="65" y="215"/>
                    <a:pt x="26" y="215"/>
                    <a:pt x="15" y="189"/>
                  </a:cubicBezTo>
                  <a:cubicBezTo>
                    <a:pt x="34" y="191"/>
                    <a:pt x="46" y="176"/>
                    <a:pt x="46" y="162"/>
                  </a:cubicBezTo>
                  <a:cubicBezTo>
                    <a:pt x="46" y="151"/>
                    <a:pt x="38" y="145"/>
                    <a:pt x="28" y="145"/>
                  </a:cubicBezTo>
                  <a:cubicBezTo>
                    <a:pt x="15" y="145"/>
                    <a:pt x="0" y="155"/>
                    <a:pt x="0" y="178"/>
                  </a:cubicBezTo>
                  <a:cubicBezTo>
                    <a:pt x="0" y="206"/>
                    <a:pt x="28" y="226"/>
                    <a:pt x="71" y="226"/>
                  </a:cubicBezTo>
                  <a:cubicBezTo>
                    <a:pt x="152" y="226"/>
                    <a:pt x="172" y="166"/>
                    <a:pt x="172" y="143"/>
                  </a:cubicBezTo>
                  <a:cubicBezTo>
                    <a:pt x="172" y="125"/>
                    <a:pt x="162" y="113"/>
                    <a:pt x="156" y="107"/>
                  </a:cubicBezTo>
                  <a:cubicBezTo>
                    <a:pt x="143" y="93"/>
                    <a:pt x="128" y="90"/>
                    <a:pt x="106" y="86"/>
                  </a:cubicBezTo>
                  <a:cubicBezTo>
                    <a:pt x="88" y="82"/>
                    <a:pt x="68" y="78"/>
                    <a:pt x="68" y="56"/>
                  </a:cubicBezTo>
                  <a:cubicBezTo>
                    <a:pt x="68" y="42"/>
                    <a:pt x="80" y="11"/>
                    <a:pt x="124" y="11"/>
                  </a:cubicBezTo>
                  <a:cubicBezTo>
                    <a:pt x="137" y="11"/>
                    <a:pt x="162" y="15"/>
                    <a:pt x="169" y="3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1" name="Freeform 366">
              <a:extLst>
                <a:ext uri="{FF2B5EF4-FFF2-40B4-BE49-F238E27FC236}">
                  <a16:creationId xmlns:a16="http://schemas.microsoft.com/office/drawing/2014/main" id="{87FB2B8D-2FC0-4639-9AB3-28A28FBD2BA3}"/>
                </a:ext>
              </a:extLst>
            </p:cNvPr>
            <p:cNvSpPr>
              <a:spLocks/>
            </p:cNvSpPr>
            <p:nvPr>
              <p:custDataLst>
                <p:tags r:id="rId136"/>
              </p:custDataLst>
            </p:nvPr>
          </p:nvSpPr>
          <p:spPr bwMode="auto">
            <a:xfrm>
              <a:off x="6969127" y="1039813"/>
              <a:ext cx="22225" cy="103188"/>
            </a:xfrm>
            <a:custGeom>
              <a:avLst/>
              <a:gdLst>
                <a:gd name="T0" fmla="*/ 116 w 116"/>
                <a:gd name="T1" fmla="*/ 493 h 498"/>
                <a:gd name="T2" fmla="*/ 107 w 116"/>
                <a:gd name="T3" fmla="*/ 482 h 498"/>
                <a:gd name="T4" fmla="*/ 29 w 116"/>
                <a:gd name="T5" fmla="*/ 249 h 498"/>
                <a:gd name="T6" fmla="*/ 109 w 116"/>
                <a:gd name="T7" fmla="*/ 13 h 498"/>
                <a:gd name="T8" fmla="*/ 116 w 116"/>
                <a:gd name="T9" fmla="*/ 5 h 498"/>
                <a:gd name="T10" fmla="*/ 111 w 116"/>
                <a:gd name="T11" fmla="*/ 0 h 498"/>
                <a:gd name="T12" fmla="*/ 31 w 116"/>
                <a:gd name="T13" fmla="*/ 97 h 498"/>
                <a:gd name="T14" fmla="*/ 0 w 116"/>
                <a:gd name="T15" fmla="*/ 249 h 498"/>
                <a:gd name="T16" fmla="*/ 33 w 116"/>
                <a:gd name="T17" fmla="*/ 405 h 498"/>
                <a:gd name="T18" fmla="*/ 111 w 116"/>
                <a:gd name="T19" fmla="*/ 498 h 498"/>
                <a:gd name="T20" fmla="*/ 116 w 116"/>
                <a:gd name="T21" fmla="*/ 49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8">
                  <a:moveTo>
                    <a:pt x="116" y="493"/>
                  </a:moveTo>
                  <a:cubicBezTo>
                    <a:pt x="116" y="492"/>
                    <a:pt x="116" y="491"/>
                    <a:pt x="107" y="482"/>
                  </a:cubicBezTo>
                  <a:cubicBezTo>
                    <a:pt x="45" y="419"/>
                    <a:pt x="29" y="325"/>
                    <a:pt x="29" y="249"/>
                  </a:cubicBezTo>
                  <a:cubicBezTo>
                    <a:pt x="29" y="162"/>
                    <a:pt x="48" y="75"/>
                    <a:pt x="109" y="13"/>
                  </a:cubicBezTo>
                  <a:cubicBezTo>
                    <a:pt x="116" y="7"/>
                    <a:pt x="116" y="6"/>
                    <a:pt x="116" y="5"/>
                  </a:cubicBezTo>
                  <a:cubicBezTo>
                    <a:pt x="116" y="1"/>
                    <a:pt x="114" y="0"/>
                    <a:pt x="111" y="0"/>
                  </a:cubicBezTo>
                  <a:cubicBezTo>
                    <a:pt x="106" y="0"/>
                    <a:pt x="61" y="34"/>
                    <a:pt x="31" y="97"/>
                  </a:cubicBezTo>
                  <a:cubicBezTo>
                    <a:pt x="6" y="152"/>
                    <a:pt x="0" y="207"/>
                    <a:pt x="0" y="249"/>
                  </a:cubicBezTo>
                  <a:cubicBezTo>
                    <a:pt x="0" y="288"/>
                    <a:pt x="6" y="348"/>
                    <a:pt x="33" y="405"/>
                  </a:cubicBezTo>
                  <a:cubicBezTo>
                    <a:pt x="63" y="466"/>
                    <a:pt x="106" y="498"/>
                    <a:pt x="111" y="498"/>
                  </a:cubicBezTo>
                  <a:cubicBezTo>
                    <a:pt x="114" y="498"/>
                    <a:pt x="116" y="497"/>
                    <a:pt x="116" y="493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2" name="Freeform 367">
              <a:extLst>
                <a:ext uri="{FF2B5EF4-FFF2-40B4-BE49-F238E27FC236}">
                  <a16:creationId xmlns:a16="http://schemas.microsoft.com/office/drawing/2014/main" id="{2A24C7DB-79FD-4674-983F-952C48C9A63D}"/>
                </a:ext>
              </a:extLst>
            </p:cNvPr>
            <p:cNvSpPr>
              <a:spLocks/>
            </p:cNvSpPr>
            <p:nvPr>
              <p:custDataLst>
                <p:tags r:id="rId137"/>
              </p:custDataLst>
            </p:nvPr>
          </p:nvSpPr>
          <p:spPr bwMode="auto">
            <a:xfrm>
              <a:off x="7000877" y="1071563"/>
              <a:ext cx="53975" cy="46038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3 h 226"/>
                <a:gd name="T4" fmla="*/ 39 w 270"/>
                <a:gd name="T5" fmla="*/ 226 h 226"/>
                <a:gd name="T6" fmla="*/ 58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7 w 270"/>
                <a:gd name="T13" fmla="*/ 97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7 w 270"/>
                <a:gd name="T31" fmla="*/ 153 h 226"/>
                <a:gd name="T32" fmla="*/ 206 w 270"/>
                <a:gd name="T33" fmla="*/ 215 h 226"/>
                <a:gd name="T34" fmla="*/ 194 w 270"/>
                <a:gd name="T35" fmla="*/ 199 h 226"/>
                <a:gd name="T36" fmla="*/ 203 w 270"/>
                <a:gd name="T37" fmla="*/ 163 h 226"/>
                <a:gd name="T38" fmla="*/ 233 w 270"/>
                <a:gd name="T39" fmla="*/ 54 h 226"/>
                <a:gd name="T40" fmla="*/ 176 w 270"/>
                <a:gd name="T41" fmla="*/ 0 h 226"/>
                <a:gd name="T42" fmla="*/ 98 w 270"/>
                <a:gd name="T43" fmla="*/ 44 h 226"/>
                <a:gd name="T44" fmla="*/ 52 w 270"/>
                <a:gd name="T45" fmla="*/ 0 h 226"/>
                <a:gd name="T46" fmla="*/ 15 w 270"/>
                <a:gd name="T47" fmla="*/ 29 h 226"/>
                <a:gd name="T48" fmla="*/ 0 w 270"/>
                <a:gd name="T49" fmla="*/ 77 h 226"/>
                <a:gd name="T50" fmla="*/ 6 w 270"/>
                <a:gd name="T51" fmla="*/ 82 h 226"/>
                <a:gd name="T52" fmla="*/ 14 w 270"/>
                <a:gd name="T53" fmla="*/ 71 h 226"/>
                <a:gd name="T54" fmla="*/ 51 w 270"/>
                <a:gd name="T55" fmla="*/ 11 h 226"/>
                <a:gd name="T56" fmla="*/ 66 w 270"/>
                <a:gd name="T57" fmla="*/ 34 h 226"/>
                <a:gd name="T58" fmla="*/ 58 w 270"/>
                <a:gd name="T59" fmla="*/ 76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9"/>
                    <a:pt x="25" y="210"/>
                    <a:pt x="25" y="213"/>
                  </a:cubicBezTo>
                  <a:cubicBezTo>
                    <a:pt x="25" y="222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8" y="211"/>
                    <a:pt x="64" y="188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7" y="97"/>
                  </a:cubicBezTo>
                  <a:cubicBezTo>
                    <a:pt x="89" y="88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2"/>
                  </a:cubicBezTo>
                  <a:cubicBezTo>
                    <a:pt x="164" y="174"/>
                    <a:pt x="164" y="180"/>
                    <a:pt x="164" y="185"/>
                  </a:cubicBezTo>
                  <a:cubicBezTo>
                    <a:pt x="164" y="209"/>
                    <a:pt x="181" y="226"/>
                    <a:pt x="205" y="226"/>
                  </a:cubicBezTo>
                  <a:cubicBezTo>
                    <a:pt x="252" y="226"/>
                    <a:pt x="270" y="153"/>
                    <a:pt x="270" y="149"/>
                  </a:cubicBezTo>
                  <a:cubicBezTo>
                    <a:pt x="270" y="144"/>
                    <a:pt x="266" y="144"/>
                    <a:pt x="264" y="144"/>
                  </a:cubicBezTo>
                  <a:cubicBezTo>
                    <a:pt x="259" y="144"/>
                    <a:pt x="259" y="146"/>
                    <a:pt x="257" y="153"/>
                  </a:cubicBezTo>
                  <a:cubicBezTo>
                    <a:pt x="247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9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61" y="11"/>
                    <a:pt x="66" y="18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3" name="Freeform 368">
              <a:extLst>
                <a:ext uri="{FF2B5EF4-FFF2-40B4-BE49-F238E27FC236}">
                  <a16:creationId xmlns:a16="http://schemas.microsoft.com/office/drawing/2014/main" id="{A76E94F6-201C-4B87-AC78-797E2F2F2C64}"/>
                </a:ext>
              </a:extLst>
            </p:cNvPr>
            <p:cNvSpPr>
              <a:spLocks noEditPoints="1"/>
            </p:cNvSpPr>
            <p:nvPr>
              <p:custDataLst>
                <p:tags r:id="rId138"/>
              </p:custDataLst>
            </p:nvPr>
          </p:nvSpPr>
          <p:spPr bwMode="auto">
            <a:xfrm>
              <a:off x="7062789" y="1084263"/>
              <a:ext cx="31750" cy="49213"/>
            </a:xfrm>
            <a:custGeom>
              <a:avLst/>
              <a:gdLst>
                <a:gd name="T0" fmla="*/ 34 w 161"/>
                <a:gd name="T1" fmla="*/ 117 h 238"/>
                <a:gd name="T2" fmla="*/ 49 w 161"/>
                <a:gd name="T3" fmla="*/ 42 h 238"/>
                <a:gd name="T4" fmla="*/ 102 w 161"/>
                <a:gd name="T5" fmla="*/ 10 h 238"/>
                <a:gd name="T6" fmla="*/ 134 w 161"/>
                <a:gd name="T7" fmla="*/ 22 h 238"/>
                <a:gd name="T8" fmla="*/ 118 w 161"/>
                <a:gd name="T9" fmla="*/ 39 h 238"/>
                <a:gd name="T10" fmla="*/ 134 w 161"/>
                <a:gd name="T11" fmla="*/ 55 h 238"/>
                <a:gd name="T12" fmla="*/ 151 w 161"/>
                <a:gd name="T13" fmla="*/ 38 h 238"/>
                <a:gd name="T14" fmla="*/ 102 w 161"/>
                <a:gd name="T15" fmla="*/ 0 h 238"/>
                <a:gd name="T16" fmla="*/ 0 w 161"/>
                <a:gd name="T17" fmla="*/ 121 h 238"/>
                <a:gd name="T18" fmla="*/ 81 w 161"/>
                <a:gd name="T19" fmla="*/ 238 h 238"/>
                <a:gd name="T20" fmla="*/ 161 w 161"/>
                <a:gd name="T21" fmla="*/ 160 h 238"/>
                <a:gd name="T22" fmla="*/ 85 w 161"/>
                <a:gd name="T23" fmla="*/ 83 h 238"/>
                <a:gd name="T24" fmla="*/ 34 w 161"/>
                <a:gd name="T25" fmla="*/ 117 h 238"/>
                <a:gd name="T26" fmla="*/ 81 w 161"/>
                <a:gd name="T27" fmla="*/ 227 h 238"/>
                <a:gd name="T28" fmla="*/ 43 w 161"/>
                <a:gd name="T29" fmla="*/ 202 h 238"/>
                <a:gd name="T30" fmla="*/ 35 w 161"/>
                <a:gd name="T31" fmla="*/ 153 h 238"/>
                <a:gd name="T32" fmla="*/ 83 w 161"/>
                <a:gd name="T33" fmla="*/ 93 h 238"/>
                <a:gd name="T34" fmla="*/ 118 w 161"/>
                <a:gd name="T35" fmla="*/ 112 h 238"/>
                <a:gd name="T36" fmla="*/ 127 w 161"/>
                <a:gd name="T37" fmla="*/ 160 h 238"/>
                <a:gd name="T38" fmla="*/ 118 w 161"/>
                <a:gd name="T39" fmla="*/ 208 h 238"/>
                <a:gd name="T40" fmla="*/ 81 w 161"/>
                <a:gd name="T41" fmla="*/ 227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1" h="238">
                  <a:moveTo>
                    <a:pt x="34" y="117"/>
                  </a:moveTo>
                  <a:cubicBezTo>
                    <a:pt x="34" y="89"/>
                    <a:pt x="36" y="63"/>
                    <a:pt x="49" y="42"/>
                  </a:cubicBezTo>
                  <a:cubicBezTo>
                    <a:pt x="61" y="23"/>
                    <a:pt x="80" y="10"/>
                    <a:pt x="102" y="10"/>
                  </a:cubicBezTo>
                  <a:cubicBezTo>
                    <a:pt x="113" y="10"/>
                    <a:pt x="127" y="13"/>
                    <a:pt x="134" y="22"/>
                  </a:cubicBezTo>
                  <a:cubicBezTo>
                    <a:pt x="125" y="23"/>
                    <a:pt x="118" y="29"/>
                    <a:pt x="118" y="39"/>
                  </a:cubicBezTo>
                  <a:cubicBezTo>
                    <a:pt x="118" y="48"/>
                    <a:pt x="124" y="55"/>
                    <a:pt x="134" y="55"/>
                  </a:cubicBezTo>
                  <a:cubicBezTo>
                    <a:pt x="145" y="55"/>
                    <a:pt x="151" y="48"/>
                    <a:pt x="151" y="38"/>
                  </a:cubicBezTo>
                  <a:cubicBezTo>
                    <a:pt x="151" y="18"/>
                    <a:pt x="136" y="0"/>
                    <a:pt x="102" y="0"/>
                  </a:cubicBezTo>
                  <a:cubicBezTo>
                    <a:pt x="51" y="0"/>
                    <a:pt x="0" y="46"/>
                    <a:pt x="0" y="121"/>
                  </a:cubicBezTo>
                  <a:cubicBezTo>
                    <a:pt x="0" y="211"/>
                    <a:pt x="43" y="238"/>
                    <a:pt x="81" y="238"/>
                  </a:cubicBezTo>
                  <a:cubicBezTo>
                    <a:pt x="124" y="238"/>
                    <a:pt x="161" y="206"/>
                    <a:pt x="161" y="160"/>
                  </a:cubicBezTo>
                  <a:cubicBezTo>
                    <a:pt x="161" y="116"/>
                    <a:pt x="125" y="83"/>
                    <a:pt x="85" y="83"/>
                  </a:cubicBezTo>
                  <a:cubicBezTo>
                    <a:pt x="57" y="83"/>
                    <a:pt x="41" y="102"/>
                    <a:pt x="34" y="117"/>
                  </a:cubicBezTo>
                  <a:close/>
                  <a:moveTo>
                    <a:pt x="81" y="227"/>
                  </a:moveTo>
                  <a:cubicBezTo>
                    <a:pt x="64" y="227"/>
                    <a:pt x="50" y="217"/>
                    <a:pt x="43" y="202"/>
                  </a:cubicBezTo>
                  <a:cubicBezTo>
                    <a:pt x="38" y="191"/>
                    <a:pt x="35" y="174"/>
                    <a:pt x="35" y="153"/>
                  </a:cubicBezTo>
                  <a:cubicBezTo>
                    <a:pt x="35" y="119"/>
                    <a:pt x="55" y="93"/>
                    <a:pt x="83" y="93"/>
                  </a:cubicBezTo>
                  <a:cubicBezTo>
                    <a:pt x="99" y="93"/>
                    <a:pt x="110" y="99"/>
                    <a:pt x="118" y="112"/>
                  </a:cubicBezTo>
                  <a:cubicBezTo>
                    <a:pt x="127" y="125"/>
                    <a:pt x="127" y="140"/>
                    <a:pt x="127" y="160"/>
                  </a:cubicBezTo>
                  <a:cubicBezTo>
                    <a:pt x="127" y="180"/>
                    <a:pt x="127" y="195"/>
                    <a:pt x="118" y="208"/>
                  </a:cubicBezTo>
                  <a:cubicBezTo>
                    <a:pt x="109" y="220"/>
                    <a:pt x="98" y="227"/>
                    <a:pt x="81" y="2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4" name="Freeform 369">
              <a:extLst>
                <a:ext uri="{FF2B5EF4-FFF2-40B4-BE49-F238E27FC236}">
                  <a16:creationId xmlns:a16="http://schemas.microsoft.com/office/drawing/2014/main" id="{1E0C4B2C-5BD7-4ACF-8CBD-1B03C3F69212}"/>
                </a:ext>
              </a:extLst>
            </p:cNvPr>
            <p:cNvSpPr>
              <a:spLocks/>
            </p:cNvSpPr>
            <p:nvPr>
              <p:custDataLst>
                <p:tags r:id="rId139"/>
              </p:custDataLst>
            </p:nvPr>
          </p:nvSpPr>
          <p:spPr bwMode="auto">
            <a:xfrm>
              <a:off x="7108827" y="1039813"/>
              <a:ext cx="23813" cy="103188"/>
            </a:xfrm>
            <a:custGeom>
              <a:avLst/>
              <a:gdLst>
                <a:gd name="T0" fmla="*/ 116 w 116"/>
                <a:gd name="T1" fmla="*/ 249 h 498"/>
                <a:gd name="T2" fmla="*/ 83 w 116"/>
                <a:gd name="T3" fmla="*/ 93 h 498"/>
                <a:gd name="T4" fmla="*/ 5 w 116"/>
                <a:gd name="T5" fmla="*/ 0 h 498"/>
                <a:gd name="T6" fmla="*/ 0 w 116"/>
                <a:gd name="T7" fmla="*/ 5 h 498"/>
                <a:gd name="T8" fmla="*/ 10 w 116"/>
                <a:gd name="T9" fmla="*/ 16 h 498"/>
                <a:gd name="T10" fmla="*/ 87 w 116"/>
                <a:gd name="T11" fmla="*/ 249 h 498"/>
                <a:gd name="T12" fmla="*/ 7 w 116"/>
                <a:gd name="T13" fmla="*/ 485 h 498"/>
                <a:gd name="T14" fmla="*/ 0 w 116"/>
                <a:gd name="T15" fmla="*/ 493 h 498"/>
                <a:gd name="T16" fmla="*/ 5 w 116"/>
                <a:gd name="T17" fmla="*/ 498 h 498"/>
                <a:gd name="T18" fmla="*/ 85 w 116"/>
                <a:gd name="T19" fmla="*/ 401 h 498"/>
                <a:gd name="T20" fmla="*/ 116 w 116"/>
                <a:gd name="T21" fmla="*/ 249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8">
                  <a:moveTo>
                    <a:pt x="116" y="249"/>
                  </a:moveTo>
                  <a:cubicBezTo>
                    <a:pt x="116" y="210"/>
                    <a:pt x="111" y="150"/>
                    <a:pt x="83" y="93"/>
                  </a:cubicBezTo>
                  <a:cubicBezTo>
                    <a:pt x="53" y="32"/>
                    <a:pt x="10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"/>
                    <a:pt x="0" y="7"/>
                    <a:pt x="10" y="16"/>
                  </a:cubicBezTo>
                  <a:cubicBezTo>
                    <a:pt x="59" y="65"/>
                    <a:pt x="87" y="145"/>
                    <a:pt x="87" y="249"/>
                  </a:cubicBezTo>
                  <a:cubicBezTo>
                    <a:pt x="87" y="334"/>
                    <a:pt x="69" y="422"/>
                    <a:pt x="7" y="485"/>
                  </a:cubicBezTo>
                  <a:cubicBezTo>
                    <a:pt x="0" y="491"/>
                    <a:pt x="0" y="492"/>
                    <a:pt x="0" y="493"/>
                  </a:cubicBezTo>
                  <a:cubicBezTo>
                    <a:pt x="0" y="496"/>
                    <a:pt x="2" y="498"/>
                    <a:pt x="5" y="498"/>
                  </a:cubicBezTo>
                  <a:cubicBezTo>
                    <a:pt x="10" y="498"/>
                    <a:pt x="55" y="464"/>
                    <a:pt x="85" y="401"/>
                  </a:cubicBezTo>
                  <a:cubicBezTo>
                    <a:pt x="110" y="346"/>
                    <a:pt x="116" y="291"/>
                    <a:pt x="116" y="2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5" name="Freeform 370">
              <a:extLst>
                <a:ext uri="{FF2B5EF4-FFF2-40B4-BE49-F238E27FC236}">
                  <a16:creationId xmlns:a16="http://schemas.microsoft.com/office/drawing/2014/main" id="{32F5680A-56B3-4B14-9756-97D70C217483}"/>
                </a:ext>
              </a:extLst>
            </p:cNvPr>
            <p:cNvSpPr>
              <a:spLocks/>
            </p:cNvSpPr>
            <p:nvPr>
              <p:custDataLst>
                <p:tags r:id="rId140"/>
              </p:custDataLst>
            </p:nvPr>
          </p:nvSpPr>
          <p:spPr bwMode="auto">
            <a:xfrm>
              <a:off x="7151689" y="1106488"/>
              <a:ext cx="11113" cy="30163"/>
            </a:xfrm>
            <a:custGeom>
              <a:avLst/>
              <a:gdLst>
                <a:gd name="T0" fmla="*/ 58 w 58"/>
                <a:gd name="T1" fmla="*/ 52 h 149"/>
                <a:gd name="T2" fmla="*/ 26 w 58"/>
                <a:gd name="T3" fmla="*/ 0 h 149"/>
                <a:gd name="T4" fmla="*/ 0 w 58"/>
                <a:gd name="T5" fmla="*/ 26 h 149"/>
                <a:gd name="T6" fmla="*/ 26 w 58"/>
                <a:gd name="T7" fmla="*/ 53 h 149"/>
                <a:gd name="T8" fmla="*/ 43 w 58"/>
                <a:gd name="T9" fmla="*/ 46 h 149"/>
                <a:gd name="T10" fmla="*/ 46 w 58"/>
                <a:gd name="T11" fmla="*/ 45 h 149"/>
                <a:gd name="T12" fmla="*/ 47 w 58"/>
                <a:gd name="T13" fmla="*/ 52 h 149"/>
                <a:gd name="T14" fmla="*/ 13 w 58"/>
                <a:gd name="T15" fmla="*/ 135 h 149"/>
                <a:gd name="T16" fmla="*/ 8 w 58"/>
                <a:gd name="T17" fmla="*/ 143 h 149"/>
                <a:gd name="T18" fmla="*/ 13 w 58"/>
                <a:gd name="T19" fmla="*/ 149 h 149"/>
                <a:gd name="T20" fmla="*/ 58 w 58"/>
                <a:gd name="T21" fmla="*/ 5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149">
                  <a:moveTo>
                    <a:pt x="58" y="52"/>
                  </a:moveTo>
                  <a:cubicBezTo>
                    <a:pt x="58" y="19"/>
                    <a:pt x="45" y="0"/>
                    <a:pt x="26" y="0"/>
                  </a:cubicBezTo>
                  <a:cubicBezTo>
                    <a:pt x="10" y="0"/>
                    <a:pt x="0" y="12"/>
                    <a:pt x="0" y="26"/>
                  </a:cubicBezTo>
                  <a:cubicBezTo>
                    <a:pt x="0" y="40"/>
                    <a:pt x="10" y="53"/>
                    <a:pt x="26" y="53"/>
                  </a:cubicBezTo>
                  <a:cubicBezTo>
                    <a:pt x="32" y="53"/>
                    <a:pt x="38" y="51"/>
                    <a:pt x="43" y="46"/>
                  </a:cubicBezTo>
                  <a:cubicBezTo>
                    <a:pt x="45" y="45"/>
                    <a:pt x="45" y="45"/>
                    <a:pt x="46" y="45"/>
                  </a:cubicBezTo>
                  <a:cubicBezTo>
                    <a:pt x="46" y="45"/>
                    <a:pt x="47" y="45"/>
                    <a:pt x="47" y="52"/>
                  </a:cubicBezTo>
                  <a:cubicBezTo>
                    <a:pt x="47" y="89"/>
                    <a:pt x="29" y="119"/>
                    <a:pt x="13" y="135"/>
                  </a:cubicBezTo>
                  <a:cubicBezTo>
                    <a:pt x="8" y="141"/>
                    <a:pt x="8" y="142"/>
                    <a:pt x="8" y="143"/>
                  </a:cubicBezTo>
                  <a:cubicBezTo>
                    <a:pt x="8" y="147"/>
                    <a:pt x="10" y="149"/>
                    <a:pt x="13" y="149"/>
                  </a:cubicBezTo>
                  <a:cubicBezTo>
                    <a:pt x="18" y="149"/>
                    <a:pt x="58" y="110"/>
                    <a:pt x="58" y="52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6" name="Freeform 371">
              <a:extLst>
                <a:ext uri="{FF2B5EF4-FFF2-40B4-BE49-F238E27FC236}">
                  <a16:creationId xmlns:a16="http://schemas.microsoft.com/office/drawing/2014/main" id="{3356C25A-AB47-4C03-A66D-E1DF1E5E4927}"/>
                </a:ext>
              </a:extLst>
            </p:cNvPr>
            <p:cNvSpPr>
              <a:spLocks/>
            </p:cNvSpPr>
            <p:nvPr>
              <p:custDataLst>
                <p:tags r:id="rId141"/>
              </p:custDataLst>
            </p:nvPr>
          </p:nvSpPr>
          <p:spPr bwMode="auto">
            <a:xfrm>
              <a:off x="7189789" y="1071563"/>
              <a:ext cx="41275" cy="46038"/>
            </a:xfrm>
            <a:custGeom>
              <a:avLst/>
              <a:gdLst>
                <a:gd name="T0" fmla="*/ 29 w 203"/>
                <a:gd name="T1" fmla="*/ 191 h 226"/>
                <a:gd name="T2" fmla="*/ 25 w 203"/>
                <a:gd name="T3" fmla="*/ 213 h 226"/>
                <a:gd name="T4" fmla="*/ 39 w 203"/>
                <a:gd name="T5" fmla="*/ 226 h 226"/>
                <a:gd name="T6" fmla="*/ 58 w 203"/>
                <a:gd name="T7" fmla="*/ 212 h 226"/>
                <a:gd name="T8" fmla="*/ 78 w 203"/>
                <a:gd name="T9" fmla="*/ 133 h 226"/>
                <a:gd name="T10" fmla="*/ 94 w 203"/>
                <a:gd name="T11" fmla="*/ 69 h 226"/>
                <a:gd name="T12" fmla="*/ 121 w 203"/>
                <a:gd name="T13" fmla="*/ 28 h 226"/>
                <a:gd name="T14" fmla="*/ 161 w 203"/>
                <a:gd name="T15" fmla="*/ 11 h 226"/>
                <a:gd name="T16" fmla="*/ 182 w 203"/>
                <a:gd name="T17" fmla="*/ 17 h 226"/>
                <a:gd name="T18" fmla="*/ 156 w 203"/>
                <a:gd name="T19" fmla="*/ 45 h 226"/>
                <a:gd name="T20" fmla="*/ 175 w 203"/>
                <a:gd name="T21" fmla="*/ 62 h 226"/>
                <a:gd name="T22" fmla="*/ 203 w 203"/>
                <a:gd name="T23" fmla="*/ 33 h 226"/>
                <a:gd name="T24" fmla="*/ 161 w 203"/>
                <a:gd name="T25" fmla="*/ 0 h 226"/>
                <a:gd name="T26" fmla="*/ 98 w 203"/>
                <a:gd name="T27" fmla="*/ 39 h 226"/>
                <a:gd name="T28" fmla="*/ 52 w 203"/>
                <a:gd name="T29" fmla="*/ 0 h 226"/>
                <a:gd name="T30" fmla="*/ 15 w 203"/>
                <a:gd name="T31" fmla="*/ 29 h 226"/>
                <a:gd name="T32" fmla="*/ 0 w 203"/>
                <a:gd name="T33" fmla="*/ 77 h 226"/>
                <a:gd name="T34" fmla="*/ 6 w 203"/>
                <a:gd name="T35" fmla="*/ 82 h 226"/>
                <a:gd name="T36" fmla="*/ 14 w 203"/>
                <a:gd name="T37" fmla="*/ 71 h 226"/>
                <a:gd name="T38" fmla="*/ 51 w 203"/>
                <a:gd name="T39" fmla="*/ 11 h 226"/>
                <a:gd name="T40" fmla="*/ 66 w 203"/>
                <a:gd name="T41" fmla="*/ 34 h 226"/>
                <a:gd name="T42" fmla="*/ 58 w 203"/>
                <a:gd name="T43" fmla="*/ 76 h 226"/>
                <a:gd name="T44" fmla="*/ 29 w 203"/>
                <a:gd name="T4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226">
                  <a:moveTo>
                    <a:pt x="29" y="191"/>
                  </a:moveTo>
                  <a:cubicBezTo>
                    <a:pt x="28" y="199"/>
                    <a:pt x="25" y="210"/>
                    <a:pt x="25" y="213"/>
                  </a:cubicBezTo>
                  <a:cubicBezTo>
                    <a:pt x="25" y="222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9" y="210"/>
                    <a:pt x="76" y="142"/>
                    <a:pt x="78" y="133"/>
                  </a:cubicBezTo>
                  <a:cubicBezTo>
                    <a:pt x="82" y="117"/>
                    <a:pt x="91" y="82"/>
                    <a:pt x="94" y="69"/>
                  </a:cubicBezTo>
                  <a:cubicBezTo>
                    <a:pt x="96" y="62"/>
                    <a:pt x="109" y="39"/>
                    <a:pt x="121" y="28"/>
                  </a:cubicBezTo>
                  <a:cubicBezTo>
                    <a:pt x="125" y="24"/>
                    <a:pt x="140" y="11"/>
                    <a:pt x="161" y="11"/>
                  </a:cubicBezTo>
                  <a:cubicBezTo>
                    <a:pt x="174" y="11"/>
                    <a:pt x="182" y="17"/>
                    <a:pt x="182" y="17"/>
                  </a:cubicBezTo>
                  <a:cubicBezTo>
                    <a:pt x="167" y="20"/>
                    <a:pt x="156" y="32"/>
                    <a:pt x="156" y="45"/>
                  </a:cubicBezTo>
                  <a:cubicBezTo>
                    <a:pt x="156" y="53"/>
                    <a:pt x="162" y="62"/>
                    <a:pt x="175" y="62"/>
                  </a:cubicBezTo>
                  <a:cubicBezTo>
                    <a:pt x="189" y="62"/>
                    <a:pt x="203" y="51"/>
                    <a:pt x="203" y="33"/>
                  </a:cubicBezTo>
                  <a:cubicBezTo>
                    <a:pt x="203" y="15"/>
                    <a:pt x="187" y="0"/>
                    <a:pt x="161" y="0"/>
                  </a:cubicBezTo>
                  <a:cubicBezTo>
                    <a:pt x="129" y="0"/>
                    <a:pt x="107" y="25"/>
                    <a:pt x="98" y="39"/>
                  </a:cubicBezTo>
                  <a:cubicBezTo>
                    <a:pt x="94" y="16"/>
                    <a:pt x="76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6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7" name="Freeform 372">
              <a:extLst>
                <a:ext uri="{FF2B5EF4-FFF2-40B4-BE49-F238E27FC236}">
                  <a16:creationId xmlns:a16="http://schemas.microsoft.com/office/drawing/2014/main" id="{46C82C90-DF5B-4176-B575-E5AB0DDC828C}"/>
                </a:ext>
              </a:extLst>
            </p:cNvPr>
            <p:cNvSpPr>
              <a:spLocks/>
            </p:cNvSpPr>
            <p:nvPr>
              <p:custDataLst>
                <p:tags r:id="rId142"/>
              </p:custDataLst>
            </p:nvPr>
          </p:nvSpPr>
          <p:spPr bwMode="auto">
            <a:xfrm>
              <a:off x="7240589" y="1084263"/>
              <a:ext cx="25400" cy="47625"/>
            </a:xfrm>
            <a:custGeom>
              <a:avLst/>
              <a:gdLst>
                <a:gd name="T0" fmla="*/ 79 w 127"/>
                <a:gd name="T1" fmla="*/ 10 h 231"/>
                <a:gd name="T2" fmla="*/ 68 w 127"/>
                <a:gd name="T3" fmla="*/ 0 h 231"/>
                <a:gd name="T4" fmla="*/ 0 w 127"/>
                <a:gd name="T5" fmla="*/ 22 h 231"/>
                <a:gd name="T6" fmla="*/ 0 w 127"/>
                <a:gd name="T7" fmla="*/ 35 h 231"/>
                <a:gd name="T8" fmla="*/ 50 w 127"/>
                <a:gd name="T9" fmla="*/ 25 h 231"/>
                <a:gd name="T10" fmla="*/ 50 w 127"/>
                <a:gd name="T11" fmla="*/ 203 h 231"/>
                <a:gd name="T12" fmla="*/ 15 w 127"/>
                <a:gd name="T13" fmla="*/ 219 h 231"/>
                <a:gd name="T14" fmla="*/ 2 w 127"/>
                <a:gd name="T15" fmla="*/ 219 h 231"/>
                <a:gd name="T16" fmla="*/ 2 w 127"/>
                <a:gd name="T17" fmla="*/ 231 h 231"/>
                <a:gd name="T18" fmla="*/ 64 w 127"/>
                <a:gd name="T19" fmla="*/ 230 h 231"/>
                <a:gd name="T20" fmla="*/ 127 w 127"/>
                <a:gd name="T21" fmla="*/ 231 h 231"/>
                <a:gd name="T22" fmla="*/ 127 w 127"/>
                <a:gd name="T23" fmla="*/ 219 h 231"/>
                <a:gd name="T24" fmla="*/ 113 w 127"/>
                <a:gd name="T25" fmla="*/ 219 h 231"/>
                <a:gd name="T26" fmla="*/ 79 w 127"/>
                <a:gd name="T27" fmla="*/ 203 h 231"/>
                <a:gd name="T28" fmla="*/ 79 w 127"/>
                <a:gd name="T29" fmla="*/ 1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31">
                  <a:moveTo>
                    <a:pt x="79" y="10"/>
                  </a:moveTo>
                  <a:cubicBezTo>
                    <a:pt x="79" y="0"/>
                    <a:pt x="78" y="0"/>
                    <a:pt x="68" y="0"/>
                  </a:cubicBezTo>
                  <a:cubicBezTo>
                    <a:pt x="46" y="22"/>
                    <a:pt x="14" y="22"/>
                    <a:pt x="0" y="22"/>
                  </a:cubicBezTo>
                  <a:lnTo>
                    <a:pt x="0" y="35"/>
                  </a:lnTo>
                  <a:cubicBezTo>
                    <a:pt x="8" y="35"/>
                    <a:pt x="31" y="35"/>
                    <a:pt x="50" y="25"/>
                  </a:cubicBezTo>
                  <a:lnTo>
                    <a:pt x="50" y="203"/>
                  </a:lnTo>
                  <a:cubicBezTo>
                    <a:pt x="50" y="214"/>
                    <a:pt x="50" y="219"/>
                    <a:pt x="15" y="219"/>
                  </a:cubicBezTo>
                  <a:lnTo>
                    <a:pt x="2" y="219"/>
                  </a:lnTo>
                  <a:lnTo>
                    <a:pt x="2" y="231"/>
                  </a:lnTo>
                  <a:cubicBezTo>
                    <a:pt x="9" y="231"/>
                    <a:pt x="51" y="230"/>
                    <a:pt x="64" y="230"/>
                  </a:cubicBezTo>
                  <a:cubicBezTo>
                    <a:pt x="75" y="230"/>
                    <a:pt x="119" y="231"/>
                    <a:pt x="127" y="231"/>
                  </a:cubicBezTo>
                  <a:lnTo>
                    <a:pt x="127" y="219"/>
                  </a:lnTo>
                  <a:lnTo>
                    <a:pt x="113" y="219"/>
                  </a:lnTo>
                  <a:cubicBezTo>
                    <a:pt x="79" y="219"/>
                    <a:pt x="79" y="214"/>
                    <a:pt x="79" y="203"/>
                  </a:cubicBezTo>
                  <a:lnTo>
                    <a:pt x="79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8" name="Freeform 373">
              <a:extLst>
                <a:ext uri="{FF2B5EF4-FFF2-40B4-BE49-F238E27FC236}">
                  <a16:creationId xmlns:a16="http://schemas.microsoft.com/office/drawing/2014/main" id="{E24D2472-F8F9-4705-AEFE-20FB4E67B97F}"/>
                </a:ext>
              </a:extLst>
            </p:cNvPr>
            <p:cNvSpPr>
              <a:spLocks noEditPoints="1"/>
            </p:cNvSpPr>
            <p:nvPr>
              <p:custDataLst>
                <p:tags r:id="rId143"/>
              </p:custDataLst>
            </p:nvPr>
          </p:nvSpPr>
          <p:spPr bwMode="auto">
            <a:xfrm>
              <a:off x="5535614" y="1254126"/>
              <a:ext cx="36513" cy="71438"/>
            </a:xfrm>
            <a:custGeom>
              <a:avLst/>
              <a:gdLst>
                <a:gd name="T0" fmla="*/ 96 w 184"/>
                <a:gd name="T1" fmla="*/ 6 h 352"/>
                <a:gd name="T2" fmla="*/ 89 w 184"/>
                <a:gd name="T3" fmla="*/ 0 h 352"/>
                <a:gd name="T4" fmla="*/ 29 w 184"/>
                <a:gd name="T5" fmla="*/ 5 h 352"/>
                <a:gd name="T6" fmla="*/ 19 w 184"/>
                <a:gd name="T7" fmla="*/ 15 h 352"/>
                <a:gd name="T8" fmla="*/ 31 w 184"/>
                <a:gd name="T9" fmla="*/ 21 h 352"/>
                <a:gd name="T10" fmla="*/ 56 w 184"/>
                <a:gd name="T11" fmla="*/ 29 h 352"/>
                <a:gd name="T12" fmla="*/ 49 w 184"/>
                <a:gd name="T13" fmla="*/ 60 h 352"/>
                <a:gd name="T14" fmla="*/ 8 w 184"/>
                <a:gd name="T15" fmla="*/ 223 h 352"/>
                <a:gd name="T16" fmla="*/ 0 w 184"/>
                <a:gd name="T17" fmla="*/ 273 h 352"/>
                <a:gd name="T18" fmla="*/ 64 w 184"/>
                <a:gd name="T19" fmla="*/ 352 h 352"/>
                <a:gd name="T20" fmla="*/ 184 w 184"/>
                <a:gd name="T21" fmla="*/ 205 h 352"/>
                <a:gd name="T22" fmla="*/ 117 w 184"/>
                <a:gd name="T23" fmla="*/ 126 h 352"/>
                <a:gd name="T24" fmla="*/ 59 w 184"/>
                <a:gd name="T25" fmla="*/ 156 h 352"/>
                <a:gd name="T26" fmla="*/ 96 w 184"/>
                <a:gd name="T27" fmla="*/ 6 h 352"/>
                <a:gd name="T28" fmla="*/ 49 w 184"/>
                <a:gd name="T29" fmla="*/ 194 h 352"/>
                <a:gd name="T30" fmla="*/ 57 w 184"/>
                <a:gd name="T31" fmla="*/ 177 h 352"/>
                <a:gd name="T32" fmla="*/ 116 w 184"/>
                <a:gd name="T33" fmla="*/ 137 h 352"/>
                <a:gd name="T34" fmla="*/ 148 w 184"/>
                <a:gd name="T35" fmla="*/ 184 h 352"/>
                <a:gd name="T36" fmla="*/ 122 w 184"/>
                <a:gd name="T37" fmla="*/ 289 h 352"/>
                <a:gd name="T38" fmla="*/ 64 w 184"/>
                <a:gd name="T39" fmla="*/ 341 h 352"/>
                <a:gd name="T40" fmla="*/ 30 w 184"/>
                <a:gd name="T41" fmla="*/ 290 h 352"/>
                <a:gd name="T42" fmla="*/ 38 w 184"/>
                <a:gd name="T43" fmla="*/ 240 h 352"/>
                <a:gd name="T44" fmla="*/ 49 w 184"/>
                <a:gd name="T45" fmla="*/ 194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4" h="352">
                  <a:moveTo>
                    <a:pt x="96" y="6"/>
                  </a:moveTo>
                  <a:cubicBezTo>
                    <a:pt x="96" y="5"/>
                    <a:pt x="96" y="0"/>
                    <a:pt x="89" y="0"/>
                  </a:cubicBezTo>
                  <a:cubicBezTo>
                    <a:pt x="78" y="0"/>
                    <a:pt x="42" y="4"/>
                    <a:pt x="29" y="5"/>
                  </a:cubicBezTo>
                  <a:cubicBezTo>
                    <a:pt x="25" y="6"/>
                    <a:pt x="19" y="6"/>
                    <a:pt x="19" y="15"/>
                  </a:cubicBezTo>
                  <a:cubicBezTo>
                    <a:pt x="19" y="21"/>
                    <a:pt x="24" y="21"/>
                    <a:pt x="31" y="21"/>
                  </a:cubicBezTo>
                  <a:cubicBezTo>
                    <a:pt x="55" y="21"/>
                    <a:pt x="56" y="24"/>
                    <a:pt x="56" y="29"/>
                  </a:cubicBezTo>
                  <a:cubicBezTo>
                    <a:pt x="56" y="33"/>
                    <a:pt x="52" y="50"/>
                    <a:pt x="49" y="60"/>
                  </a:cubicBezTo>
                  <a:lnTo>
                    <a:pt x="8" y="223"/>
                  </a:lnTo>
                  <a:cubicBezTo>
                    <a:pt x="2" y="248"/>
                    <a:pt x="0" y="256"/>
                    <a:pt x="0" y="273"/>
                  </a:cubicBezTo>
                  <a:cubicBezTo>
                    <a:pt x="0" y="321"/>
                    <a:pt x="27" y="352"/>
                    <a:pt x="64" y="352"/>
                  </a:cubicBezTo>
                  <a:cubicBezTo>
                    <a:pt x="122" y="352"/>
                    <a:pt x="184" y="277"/>
                    <a:pt x="184" y="205"/>
                  </a:cubicBezTo>
                  <a:cubicBezTo>
                    <a:pt x="184" y="160"/>
                    <a:pt x="157" y="126"/>
                    <a:pt x="117" y="126"/>
                  </a:cubicBezTo>
                  <a:cubicBezTo>
                    <a:pt x="94" y="126"/>
                    <a:pt x="74" y="140"/>
                    <a:pt x="59" y="156"/>
                  </a:cubicBezTo>
                  <a:lnTo>
                    <a:pt x="96" y="6"/>
                  </a:lnTo>
                  <a:close/>
                  <a:moveTo>
                    <a:pt x="49" y="194"/>
                  </a:moveTo>
                  <a:cubicBezTo>
                    <a:pt x="52" y="183"/>
                    <a:pt x="52" y="182"/>
                    <a:pt x="57" y="177"/>
                  </a:cubicBezTo>
                  <a:cubicBezTo>
                    <a:pt x="81" y="144"/>
                    <a:pt x="103" y="137"/>
                    <a:pt x="116" y="137"/>
                  </a:cubicBezTo>
                  <a:cubicBezTo>
                    <a:pt x="134" y="137"/>
                    <a:pt x="148" y="152"/>
                    <a:pt x="148" y="184"/>
                  </a:cubicBezTo>
                  <a:cubicBezTo>
                    <a:pt x="148" y="213"/>
                    <a:pt x="131" y="270"/>
                    <a:pt x="122" y="289"/>
                  </a:cubicBezTo>
                  <a:cubicBezTo>
                    <a:pt x="106" y="323"/>
                    <a:pt x="83" y="341"/>
                    <a:pt x="64" y="341"/>
                  </a:cubicBezTo>
                  <a:cubicBezTo>
                    <a:pt x="47" y="341"/>
                    <a:pt x="30" y="327"/>
                    <a:pt x="30" y="290"/>
                  </a:cubicBezTo>
                  <a:cubicBezTo>
                    <a:pt x="30" y="281"/>
                    <a:pt x="30" y="271"/>
                    <a:pt x="38" y="240"/>
                  </a:cubicBezTo>
                  <a:lnTo>
                    <a:pt x="49" y="194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79" name="Freeform 374">
              <a:extLst>
                <a:ext uri="{FF2B5EF4-FFF2-40B4-BE49-F238E27FC236}">
                  <a16:creationId xmlns:a16="http://schemas.microsoft.com/office/drawing/2014/main" id="{176609CE-B798-4192-90A2-A82850646862}"/>
                </a:ext>
              </a:extLst>
            </p:cNvPr>
            <p:cNvSpPr>
              <a:spLocks/>
            </p:cNvSpPr>
            <p:nvPr>
              <p:custDataLst>
                <p:tags r:id="rId144"/>
              </p:custDataLst>
            </p:nvPr>
          </p:nvSpPr>
          <p:spPr bwMode="auto">
            <a:xfrm>
              <a:off x="5578477" y="1292226"/>
              <a:ext cx="30163" cy="47625"/>
            </a:xfrm>
            <a:custGeom>
              <a:avLst/>
              <a:gdLst>
                <a:gd name="T0" fmla="*/ 155 w 155"/>
                <a:gd name="T1" fmla="*/ 168 h 232"/>
                <a:gd name="T2" fmla="*/ 143 w 155"/>
                <a:gd name="T3" fmla="*/ 168 h 232"/>
                <a:gd name="T4" fmla="*/ 134 w 155"/>
                <a:gd name="T5" fmla="*/ 200 h 232"/>
                <a:gd name="T6" fmla="*/ 99 w 155"/>
                <a:gd name="T7" fmla="*/ 202 h 232"/>
                <a:gd name="T8" fmla="*/ 35 w 155"/>
                <a:gd name="T9" fmla="*/ 202 h 232"/>
                <a:gd name="T10" fmla="*/ 105 w 155"/>
                <a:gd name="T11" fmla="*/ 144 h 232"/>
                <a:gd name="T12" fmla="*/ 155 w 155"/>
                <a:gd name="T13" fmla="*/ 68 h 232"/>
                <a:gd name="T14" fmla="*/ 73 w 155"/>
                <a:gd name="T15" fmla="*/ 0 h 232"/>
                <a:gd name="T16" fmla="*/ 0 w 155"/>
                <a:gd name="T17" fmla="*/ 63 h 232"/>
                <a:gd name="T18" fmla="*/ 19 w 155"/>
                <a:gd name="T19" fmla="*/ 82 h 232"/>
                <a:gd name="T20" fmla="*/ 37 w 155"/>
                <a:gd name="T21" fmla="*/ 64 h 232"/>
                <a:gd name="T22" fmla="*/ 17 w 155"/>
                <a:gd name="T23" fmla="*/ 45 h 232"/>
                <a:gd name="T24" fmla="*/ 68 w 155"/>
                <a:gd name="T25" fmla="*/ 13 h 232"/>
                <a:gd name="T26" fmla="*/ 121 w 155"/>
                <a:gd name="T27" fmla="*/ 68 h 232"/>
                <a:gd name="T28" fmla="*/ 88 w 155"/>
                <a:gd name="T29" fmla="*/ 135 h 232"/>
                <a:gd name="T30" fmla="*/ 4 w 155"/>
                <a:gd name="T31" fmla="*/ 218 h 232"/>
                <a:gd name="T32" fmla="*/ 0 w 155"/>
                <a:gd name="T33" fmla="*/ 232 h 232"/>
                <a:gd name="T34" fmla="*/ 144 w 155"/>
                <a:gd name="T35" fmla="*/ 232 h 232"/>
                <a:gd name="T36" fmla="*/ 155 w 155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5" h="232">
                  <a:moveTo>
                    <a:pt x="155" y="168"/>
                  </a:moveTo>
                  <a:lnTo>
                    <a:pt x="143" y="168"/>
                  </a:lnTo>
                  <a:cubicBezTo>
                    <a:pt x="142" y="176"/>
                    <a:pt x="138" y="197"/>
                    <a:pt x="134" y="200"/>
                  </a:cubicBezTo>
                  <a:cubicBezTo>
                    <a:pt x="131" y="202"/>
                    <a:pt x="104" y="202"/>
                    <a:pt x="99" y="202"/>
                  </a:cubicBezTo>
                  <a:lnTo>
                    <a:pt x="35" y="202"/>
                  </a:lnTo>
                  <a:cubicBezTo>
                    <a:pt x="72" y="170"/>
                    <a:pt x="84" y="160"/>
                    <a:pt x="105" y="144"/>
                  </a:cubicBezTo>
                  <a:cubicBezTo>
                    <a:pt x="130" y="123"/>
                    <a:pt x="155" y="101"/>
                    <a:pt x="155" y="68"/>
                  </a:cubicBezTo>
                  <a:cubicBezTo>
                    <a:pt x="155" y="26"/>
                    <a:pt x="118" y="0"/>
                    <a:pt x="73" y="0"/>
                  </a:cubicBezTo>
                  <a:cubicBezTo>
                    <a:pt x="30" y="0"/>
                    <a:pt x="0" y="31"/>
                    <a:pt x="0" y="63"/>
                  </a:cubicBezTo>
                  <a:cubicBezTo>
                    <a:pt x="0" y="80"/>
                    <a:pt x="15" y="82"/>
                    <a:pt x="19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7"/>
                    <a:pt x="35" y="45"/>
                    <a:pt x="17" y="45"/>
                  </a:cubicBezTo>
                  <a:cubicBezTo>
                    <a:pt x="28" y="20"/>
                    <a:pt x="51" y="13"/>
                    <a:pt x="68" y="13"/>
                  </a:cubicBezTo>
                  <a:cubicBezTo>
                    <a:pt x="103" y="13"/>
                    <a:pt x="121" y="40"/>
                    <a:pt x="121" y="68"/>
                  </a:cubicBezTo>
                  <a:cubicBezTo>
                    <a:pt x="121" y="99"/>
                    <a:pt x="99" y="123"/>
                    <a:pt x="88" y="135"/>
                  </a:cubicBezTo>
                  <a:lnTo>
                    <a:pt x="4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4" y="232"/>
                  </a:lnTo>
                  <a:lnTo>
                    <a:pt x="155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0" name="Freeform 375">
              <a:extLst>
                <a:ext uri="{FF2B5EF4-FFF2-40B4-BE49-F238E27FC236}">
                  <a16:creationId xmlns:a16="http://schemas.microsoft.com/office/drawing/2014/main" id="{711F766D-09E6-42A5-9D52-85DBFA0E8566}"/>
                </a:ext>
              </a:extLst>
            </p:cNvPr>
            <p:cNvSpPr>
              <a:spLocks noEditPoints="1"/>
            </p:cNvSpPr>
            <p:nvPr>
              <p:custDataLst>
                <p:tags r:id="rId145"/>
              </p:custDataLst>
            </p:nvPr>
          </p:nvSpPr>
          <p:spPr bwMode="auto">
            <a:xfrm>
              <a:off x="5654677" y="1281113"/>
              <a:ext cx="11113" cy="44450"/>
            </a:xfrm>
            <a:custGeom>
              <a:avLst/>
              <a:gdLst>
                <a:gd name="T0" fmla="*/ 53 w 53"/>
                <a:gd name="T1" fmla="*/ 27 h 215"/>
                <a:gd name="T2" fmla="*/ 27 w 53"/>
                <a:gd name="T3" fmla="*/ 0 h 215"/>
                <a:gd name="T4" fmla="*/ 0 w 53"/>
                <a:gd name="T5" fmla="*/ 27 h 215"/>
                <a:gd name="T6" fmla="*/ 27 w 53"/>
                <a:gd name="T7" fmla="*/ 53 h 215"/>
                <a:gd name="T8" fmla="*/ 53 w 53"/>
                <a:gd name="T9" fmla="*/ 27 h 215"/>
                <a:gd name="T10" fmla="*/ 53 w 53"/>
                <a:gd name="T11" fmla="*/ 189 h 215"/>
                <a:gd name="T12" fmla="*/ 27 w 53"/>
                <a:gd name="T13" fmla="*/ 162 h 215"/>
                <a:gd name="T14" fmla="*/ 0 w 53"/>
                <a:gd name="T15" fmla="*/ 189 h 215"/>
                <a:gd name="T16" fmla="*/ 27 w 53"/>
                <a:gd name="T17" fmla="*/ 215 h 215"/>
                <a:gd name="T18" fmla="*/ 53 w 53"/>
                <a:gd name="T19" fmla="*/ 189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215">
                  <a:moveTo>
                    <a:pt x="53" y="27"/>
                  </a:moveTo>
                  <a:cubicBezTo>
                    <a:pt x="53" y="12"/>
                    <a:pt x="41" y="0"/>
                    <a:pt x="27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1"/>
                    <a:pt x="12" y="53"/>
                    <a:pt x="27" y="53"/>
                  </a:cubicBezTo>
                  <a:cubicBezTo>
                    <a:pt x="41" y="53"/>
                    <a:pt x="53" y="41"/>
                    <a:pt x="53" y="27"/>
                  </a:cubicBezTo>
                  <a:close/>
                  <a:moveTo>
                    <a:pt x="53" y="189"/>
                  </a:moveTo>
                  <a:cubicBezTo>
                    <a:pt x="53" y="174"/>
                    <a:pt x="41" y="162"/>
                    <a:pt x="27" y="162"/>
                  </a:cubicBezTo>
                  <a:cubicBezTo>
                    <a:pt x="12" y="162"/>
                    <a:pt x="0" y="174"/>
                    <a:pt x="0" y="189"/>
                  </a:cubicBezTo>
                  <a:cubicBezTo>
                    <a:pt x="0" y="203"/>
                    <a:pt x="12" y="215"/>
                    <a:pt x="27" y="215"/>
                  </a:cubicBezTo>
                  <a:cubicBezTo>
                    <a:pt x="41" y="215"/>
                    <a:pt x="53" y="203"/>
                    <a:pt x="53" y="18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1" name="Freeform 376">
              <a:extLst>
                <a:ext uri="{FF2B5EF4-FFF2-40B4-BE49-F238E27FC236}">
                  <a16:creationId xmlns:a16="http://schemas.microsoft.com/office/drawing/2014/main" id="{63E47596-747A-47C8-8C09-4ADA7AC34C7B}"/>
                </a:ext>
              </a:extLst>
            </p:cNvPr>
            <p:cNvSpPr>
              <a:spLocks/>
            </p:cNvSpPr>
            <p:nvPr>
              <p:custDataLst>
                <p:tags r:id="rId146"/>
              </p:custDataLst>
            </p:nvPr>
          </p:nvSpPr>
          <p:spPr bwMode="auto">
            <a:xfrm>
              <a:off x="5697539" y="1279526"/>
              <a:ext cx="36513" cy="46038"/>
            </a:xfrm>
            <a:custGeom>
              <a:avLst/>
              <a:gdLst>
                <a:gd name="T0" fmla="*/ 169 w 183"/>
                <a:gd name="T1" fmla="*/ 34 h 226"/>
                <a:gd name="T2" fmla="*/ 145 w 183"/>
                <a:gd name="T3" fmla="*/ 56 h 226"/>
                <a:gd name="T4" fmla="*/ 160 w 183"/>
                <a:gd name="T5" fmla="*/ 70 h 226"/>
                <a:gd name="T6" fmla="*/ 183 w 183"/>
                <a:gd name="T7" fmla="*/ 43 h 226"/>
                <a:gd name="T8" fmla="*/ 124 w 183"/>
                <a:gd name="T9" fmla="*/ 0 h 226"/>
                <a:gd name="T10" fmla="*/ 40 w 183"/>
                <a:gd name="T11" fmla="*/ 72 h 226"/>
                <a:gd name="T12" fmla="*/ 91 w 183"/>
                <a:gd name="T13" fmla="*/ 122 h 226"/>
                <a:gd name="T14" fmla="*/ 143 w 183"/>
                <a:gd name="T15" fmla="*/ 160 h 226"/>
                <a:gd name="T16" fmla="*/ 72 w 183"/>
                <a:gd name="T17" fmla="*/ 215 h 226"/>
                <a:gd name="T18" fmla="*/ 15 w 183"/>
                <a:gd name="T19" fmla="*/ 188 h 226"/>
                <a:gd name="T20" fmla="*/ 46 w 183"/>
                <a:gd name="T21" fmla="*/ 162 h 226"/>
                <a:gd name="T22" fmla="*/ 28 w 183"/>
                <a:gd name="T23" fmla="*/ 144 h 226"/>
                <a:gd name="T24" fmla="*/ 0 w 183"/>
                <a:gd name="T25" fmla="*/ 177 h 226"/>
                <a:gd name="T26" fmla="*/ 71 w 183"/>
                <a:gd name="T27" fmla="*/ 226 h 226"/>
                <a:gd name="T28" fmla="*/ 171 w 183"/>
                <a:gd name="T29" fmla="*/ 143 h 226"/>
                <a:gd name="T30" fmla="*/ 156 w 183"/>
                <a:gd name="T31" fmla="*/ 106 h 226"/>
                <a:gd name="T32" fmla="*/ 106 w 183"/>
                <a:gd name="T33" fmla="*/ 85 h 226"/>
                <a:gd name="T34" fmla="*/ 68 w 183"/>
                <a:gd name="T35" fmla="*/ 56 h 226"/>
                <a:gd name="T36" fmla="*/ 124 w 183"/>
                <a:gd name="T37" fmla="*/ 11 h 226"/>
                <a:gd name="T38" fmla="*/ 169 w 183"/>
                <a:gd name="T39" fmla="*/ 34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3" h="226">
                  <a:moveTo>
                    <a:pt x="169" y="34"/>
                  </a:moveTo>
                  <a:cubicBezTo>
                    <a:pt x="155" y="34"/>
                    <a:pt x="145" y="45"/>
                    <a:pt x="145" y="56"/>
                  </a:cubicBezTo>
                  <a:cubicBezTo>
                    <a:pt x="145" y="63"/>
                    <a:pt x="149" y="70"/>
                    <a:pt x="160" y="70"/>
                  </a:cubicBezTo>
                  <a:cubicBezTo>
                    <a:pt x="171" y="70"/>
                    <a:pt x="183" y="62"/>
                    <a:pt x="183" y="43"/>
                  </a:cubicBezTo>
                  <a:cubicBezTo>
                    <a:pt x="183" y="20"/>
                    <a:pt x="162" y="0"/>
                    <a:pt x="124" y="0"/>
                  </a:cubicBezTo>
                  <a:cubicBezTo>
                    <a:pt x="58" y="0"/>
                    <a:pt x="40" y="51"/>
                    <a:pt x="40" y="72"/>
                  </a:cubicBezTo>
                  <a:cubicBezTo>
                    <a:pt x="40" y="111"/>
                    <a:pt x="77" y="119"/>
                    <a:pt x="91" y="122"/>
                  </a:cubicBezTo>
                  <a:cubicBezTo>
                    <a:pt x="117" y="127"/>
                    <a:pt x="143" y="132"/>
                    <a:pt x="143" y="160"/>
                  </a:cubicBezTo>
                  <a:cubicBezTo>
                    <a:pt x="143" y="173"/>
                    <a:pt x="131" y="215"/>
                    <a:pt x="72" y="215"/>
                  </a:cubicBezTo>
                  <a:cubicBezTo>
                    <a:pt x="65" y="215"/>
                    <a:pt x="26" y="215"/>
                    <a:pt x="15" y="188"/>
                  </a:cubicBezTo>
                  <a:cubicBezTo>
                    <a:pt x="34" y="191"/>
                    <a:pt x="46" y="176"/>
                    <a:pt x="46" y="162"/>
                  </a:cubicBezTo>
                  <a:cubicBezTo>
                    <a:pt x="46" y="150"/>
                    <a:pt x="38" y="144"/>
                    <a:pt x="28" y="144"/>
                  </a:cubicBezTo>
                  <a:cubicBezTo>
                    <a:pt x="15" y="144"/>
                    <a:pt x="0" y="155"/>
                    <a:pt x="0" y="177"/>
                  </a:cubicBezTo>
                  <a:cubicBezTo>
                    <a:pt x="0" y="206"/>
                    <a:pt x="28" y="226"/>
                    <a:pt x="71" y="226"/>
                  </a:cubicBezTo>
                  <a:cubicBezTo>
                    <a:pt x="152" y="226"/>
                    <a:pt x="171" y="165"/>
                    <a:pt x="171" y="143"/>
                  </a:cubicBezTo>
                  <a:cubicBezTo>
                    <a:pt x="171" y="125"/>
                    <a:pt x="162" y="112"/>
                    <a:pt x="156" y="106"/>
                  </a:cubicBezTo>
                  <a:cubicBezTo>
                    <a:pt x="142" y="92"/>
                    <a:pt x="128" y="90"/>
                    <a:pt x="106" y="85"/>
                  </a:cubicBezTo>
                  <a:cubicBezTo>
                    <a:pt x="88" y="81"/>
                    <a:pt x="68" y="78"/>
                    <a:pt x="68" y="56"/>
                  </a:cubicBezTo>
                  <a:cubicBezTo>
                    <a:pt x="68" y="41"/>
                    <a:pt x="80" y="11"/>
                    <a:pt x="124" y="11"/>
                  </a:cubicBezTo>
                  <a:cubicBezTo>
                    <a:pt x="136" y="11"/>
                    <a:pt x="161" y="14"/>
                    <a:pt x="169" y="3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2" name="Freeform 377">
              <a:extLst>
                <a:ext uri="{FF2B5EF4-FFF2-40B4-BE49-F238E27FC236}">
                  <a16:creationId xmlns:a16="http://schemas.microsoft.com/office/drawing/2014/main" id="{3F58854E-6D6C-41FA-AE70-FEAB81523111}"/>
                </a:ext>
              </a:extLst>
            </p:cNvPr>
            <p:cNvSpPr>
              <a:spLocks/>
            </p:cNvSpPr>
            <p:nvPr>
              <p:custDataLst>
                <p:tags r:id="rId147"/>
              </p:custDataLst>
            </p:nvPr>
          </p:nvSpPr>
          <p:spPr bwMode="auto">
            <a:xfrm>
              <a:off x="5748339" y="1247776"/>
              <a:ext cx="23813" cy="103188"/>
            </a:xfrm>
            <a:custGeom>
              <a:avLst/>
              <a:gdLst>
                <a:gd name="T0" fmla="*/ 115 w 115"/>
                <a:gd name="T1" fmla="*/ 494 h 499"/>
                <a:gd name="T2" fmla="*/ 107 w 115"/>
                <a:gd name="T3" fmla="*/ 483 h 499"/>
                <a:gd name="T4" fmla="*/ 29 w 115"/>
                <a:gd name="T5" fmla="*/ 249 h 499"/>
                <a:gd name="T6" fmla="*/ 109 w 115"/>
                <a:gd name="T7" fmla="*/ 14 h 499"/>
                <a:gd name="T8" fmla="*/ 115 w 115"/>
                <a:gd name="T9" fmla="*/ 5 h 499"/>
                <a:gd name="T10" fmla="*/ 110 w 115"/>
                <a:gd name="T11" fmla="*/ 0 h 499"/>
                <a:gd name="T12" fmla="*/ 31 w 115"/>
                <a:gd name="T13" fmla="*/ 97 h 499"/>
                <a:gd name="T14" fmla="*/ 0 w 115"/>
                <a:gd name="T15" fmla="*/ 249 h 499"/>
                <a:gd name="T16" fmla="*/ 33 w 115"/>
                <a:gd name="T17" fmla="*/ 405 h 499"/>
                <a:gd name="T18" fmla="*/ 110 w 115"/>
                <a:gd name="T19" fmla="*/ 499 h 499"/>
                <a:gd name="T20" fmla="*/ 115 w 115"/>
                <a:gd name="T21" fmla="*/ 494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5" h="499">
                  <a:moveTo>
                    <a:pt x="115" y="494"/>
                  </a:moveTo>
                  <a:cubicBezTo>
                    <a:pt x="115" y="492"/>
                    <a:pt x="115" y="491"/>
                    <a:pt x="107" y="483"/>
                  </a:cubicBezTo>
                  <a:cubicBezTo>
                    <a:pt x="45" y="420"/>
                    <a:pt x="29" y="326"/>
                    <a:pt x="29" y="249"/>
                  </a:cubicBezTo>
                  <a:cubicBezTo>
                    <a:pt x="29" y="163"/>
                    <a:pt x="48" y="76"/>
                    <a:pt x="109" y="14"/>
                  </a:cubicBezTo>
                  <a:cubicBezTo>
                    <a:pt x="115" y="8"/>
                    <a:pt x="115" y="7"/>
                    <a:pt x="115" y="5"/>
                  </a:cubicBezTo>
                  <a:cubicBezTo>
                    <a:pt x="115" y="2"/>
                    <a:pt x="113" y="0"/>
                    <a:pt x="110" y="0"/>
                  </a:cubicBezTo>
                  <a:cubicBezTo>
                    <a:pt x="105" y="0"/>
                    <a:pt x="60" y="34"/>
                    <a:pt x="31" y="97"/>
                  </a:cubicBezTo>
                  <a:cubicBezTo>
                    <a:pt x="6" y="152"/>
                    <a:pt x="0" y="208"/>
                    <a:pt x="0" y="249"/>
                  </a:cubicBezTo>
                  <a:cubicBezTo>
                    <a:pt x="0" y="288"/>
                    <a:pt x="5" y="349"/>
                    <a:pt x="33" y="405"/>
                  </a:cubicBezTo>
                  <a:cubicBezTo>
                    <a:pt x="62" y="466"/>
                    <a:pt x="105" y="499"/>
                    <a:pt x="110" y="499"/>
                  </a:cubicBezTo>
                  <a:cubicBezTo>
                    <a:pt x="113" y="499"/>
                    <a:pt x="115" y="497"/>
                    <a:pt x="115" y="49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3" name="Freeform 378">
              <a:extLst>
                <a:ext uri="{FF2B5EF4-FFF2-40B4-BE49-F238E27FC236}">
                  <a16:creationId xmlns:a16="http://schemas.microsoft.com/office/drawing/2014/main" id="{35F55904-1936-4C91-B0EC-3FC74B418228}"/>
                </a:ext>
              </a:extLst>
            </p:cNvPr>
            <p:cNvSpPr>
              <a:spLocks/>
            </p:cNvSpPr>
            <p:nvPr>
              <p:custDataLst>
                <p:tags r:id="rId148"/>
              </p:custDataLst>
            </p:nvPr>
          </p:nvSpPr>
          <p:spPr bwMode="auto">
            <a:xfrm>
              <a:off x="5781677" y="1279526"/>
              <a:ext cx="53975" cy="46038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2 h 226"/>
                <a:gd name="T4" fmla="*/ 39 w 270"/>
                <a:gd name="T5" fmla="*/ 226 h 226"/>
                <a:gd name="T6" fmla="*/ 57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6 w 270"/>
                <a:gd name="T13" fmla="*/ 96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6 w 270"/>
                <a:gd name="T31" fmla="*/ 153 h 226"/>
                <a:gd name="T32" fmla="*/ 206 w 270"/>
                <a:gd name="T33" fmla="*/ 215 h 226"/>
                <a:gd name="T34" fmla="*/ 194 w 270"/>
                <a:gd name="T35" fmla="*/ 198 h 226"/>
                <a:gd name="T36" fmla="*/ 203 w 270"/>
                <a:gd name="T37" fmla="*/ 163 h 226"/>
                <a:gd name="T38" fmla="*/ 233 w 270"/>
                <a:gd name="T39" fmla="*/ 53 h 226"/>
                <a:gd name="T40" fmla="*/ 176 w 270"/>
                <a:gd name="T41" fmla="*/ 0 h 226"/>
                <a:gd name="T42" fmla="*/ 98 w 270"/>
                <a:gd name="T43" fmla="*/ 43 h 226"/>
                <a:gd name="T44" fmla="*/ 52 w 270"/>
                <a:gd name="T45" fmla="*/ 0 h 226"/>
                <a:gd name="T46" fmla="*/ 15 w 270"/>
                <a:gd name="T47" fmla="*/ 28 h 226"/>
                <a:gd name="T48" fmla="*/ 0 w 270"/>
                <a:gd name="T49" fmla="*/ 76 h 226"/>
                <a:gd name="T50" fmla="*/ 6 w 270"/>
                <a:gd name="T51" fmla="*/ 81 h 226"/>
                <a:gd name="T52" fmla="*/ 14 w 270"/>
                <a:gd name="T53" fmla="*/ 70 h 226"/>
                <a:gd name="T54" fmla="*/ 50 w 270"/>
                <a:gd name="T55" fmla="*/ 11 h 226"/>
                <a:gd name="T56" fmla="*/ 66 w 270"/>
                <a:gd name="T57" fmla="*/ 34 h 226"/>
                <a:gd name="T58" fmla="*/ 58 w 270"/>
                <a:gd name="T59" fmla="*/ 75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2" y="226"/>
                    <a:pt x="39" y="226"/>
                  </a:cubicBezTo>
                  <a:cubicBezTo>
                    <a:pt x="45" y="226"/>
                    <a:pt x="54" y="222"/>
                    <a:pt x="57" y="212"/>
                  </a:cubicBezTo>
                  <a:cubicBezTo>
                    <a:pt x="58" y="211"/>
                    <a:pt x="64" y="187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6" y="96"/>
                  </a:cubicBezTo>
                  <a:cubicBezTo>
                    <a:pt x="88" y="88"/>
                    <a:pt x="92" y="74"/>
                    <a:pt x="93" y="72"/>
                  </a:cubicBezTo>
                  <a:cubicBezTo>
                    <a:pt x="100" y="56"/>
                    <a:pt x="127" y="11"/>
                    <a:pt x="174" y="11"/>
                  </a:cubicBezTo>
                  <a:cubicBezTo>
                    <a:pt x="197" y="11"/>
                    <a:pt x="201" y="29"/>
                    <a:pt x="201" y="46"/>
                  </a:cubicBezTo>
                  <a:cubicBezTo>
                    <a:pt x="201" y="76"/>
                    <a:pt x="177" y="140"/>
                    <a:pt x="169" y="162"/>
                  </a:cubicBezTo>
                  <a:cubicBezTo>
                    <a:pt x="164" y="173"/>
                    <a:pt x="164" y="179"/>
                    <a:pt x="164" y="185"/>
                  </a:cubicBezTo>
                  <a:cubicBezTo>
                    <a:pt x="164" y="208"/>
                    <a:pt x="181" y="226"/>
                    <a:pt x="205" y="226"/>
                  </a:cubicBezTo>
                  <a:cubicBezTo>
                    <a:pt x="251" y="226"/>
                    <a:pt x="270" y="153"/>
                    <a:pt x="270" y="149"/>
                  </a:cubicBezTo>
                  <a:cubicBezTo>
                    <a:pt x="270" y="144"/>
                    <a:pt x="265" y="144"/>
                    <a:pt x="264" y="144"/>
                  </a:cubicBezTo>
                  <a:cubicBezTo>
                    <a:pt x="259" y="144"/>
                    <a:pt x="259" y="145"/>
                    <a:pt x="256" y="153"/>
                  </a:cubicBezTo>
                  <a:cubicBezTo>
                    <a:pt x="246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8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6"/>
                    <a:pt x="233" y="81"/>
                    <a:pt x="233" y="53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6" y="32"/>
                    <a:pt x="98" y="43"/>
                  </a:cubicBezTo>
                  <a:cubicBezTo>
                    <a:pt x="95" y="15"/>
                    <a:pt x="75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7" y="45"/>
                    <a:pt x="0" y="74"/>
                    <a:pt x="0" y="76"/>
                  </a:cubicBezTo>
                  <a:cubicBezTo>
                    <a:pt x="0" y="81"/>
                    <a:pt x="5" y="81"/>
                    <a:pt x="6" y="81"/>
                  </a:cubicBezTo>
                  <a:cubicBezTo>
                    <a:pt x="11" y="81"/>
                    <a:pt x="11" y="81"/>
                    <a:pt x="14" y="70"/>
                  </a:cubicBezTo>
                  <a:cubicBezTo>
                    <a:pt x="23" y="35"/>
                    <a:pt x="33" y="11"/>
                    <a:pt x="50" y="11"/>
                  </a:cubicBezTo>
                  <a:cubicBezTo>
                    <a:pt x="60" y="11"/>
                    <a:pt x="66" y="17"/>
                    <a:pt x="66" y="34"/>
                  </a:cubicBezTo>
                  <a:cubicBezTo>
                    <a:pt x="66" y="44"/>
                    <a:pt x="64" y="50"/>
                    <a:pt x="58" y="75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4" name="Freeform 379">
              <a:extLst>
                <a:ext uri="{FF2B5EF4-FFF2-40B4-BE49-F238E27FC236}">
                  <a16:creationId xmlns:a16="http://schemas.microsoft.com/office/drawing/2014/main" id="{34B603C9-FC39-43A0-BB4E-2AE0BEF2C2D4}"/>
                </a:ext>
              </a:extLst>
            </p:cNvPr>
            <p:cNvSpPr>
              <a:spLocks/>
            </p:cNvSpPr>
            <p:nvPr>
              <p:custDataLst>
                <p:tags r:id="rId149"/>
              </p:custDataLst>
            </p:nvPr>
          </p:nvSpPr>
          <p:spPr bwMode="auto">
            <a:xfrm>
              <a:off x="5843589" y="1292226"/>
              <a:ext cx="30163" cy="47625"/>
            </a:xfrm>
            <a:custGeom>
              <a:avLst/>
              <a:gdLst>
                <a:gd name="T0" fmla="*/ 154 w 154"/>
                <a:gd name="T1" fmla="*/ 168 h 232"/>
                <a:gd name="T2" fmla="*/ 142 w 154"/>
                <a:gd name="T3" fmla="*/ 168 h 232"/>
                <a:gd name="T4" fmla="*/ 133 w 154"/>
                <a:gd name="T5" fmla="*/ 200 h 232"/>
                <a:gd name="T6" fmla="*/ 99 w 154"/>
                <a:gd name="T7" fmla="*/ 202 h 232"/>
                <a:gd name="T8" fmla="*/ 35 w 154"/>
                <a:gd name="T9" fmla="*/ 202 h 232"/>
                <a:gd name="T10" fmla="*/ 104 w 154"/>
                <a:gd name="T11" fmla="*/ 144 h 232"/>
                <a:gd name="T12" fmla="*/ 154 w 154"/>
                <a:gd name="T13" fmla="*/ 68 h 232"/>
                <a:gd name="T14" fmla="*/ 73 w 154"/>
                <a:gd name="T15" fmla="*/ 0 h 232"/>
                <a:gd name="T16" fmla="*/ 0 w 154"/>
                <a:gd name="T17" fmla="*/ 63 h 232"/>
                <a:gd name="T18" fmla="*/ 19 w 154"/>
                <a:gd name="T19" fmla="*/ 82 h 232"/>
                <a:gd name="T20" fmla="*/ 37 w 154"/>
                <a:gd name="T21" fmla="*/ 64 h 232"/>
                <a:gd name="T22" fmla="*/ 16 w 154"/>
                <a:gd name="T23" fmla="*/ 45 h 232"/>
                <a:gd name="T24" fmla="*/ 67 w 154"/>
                <a:gd name="T25" fmla="*/ 13 h 232"/>
                <a:gd name="T26" fmla="*/ 120 w 154"/>
                <a:gd name="T27" fmla="*/ 68 h 232"/>
                <a:gd name="T28" fmla="*/ 88 w 154"/>
                <a:gd name="T29" fmla="*/ 135 h 232"/>
                <a:gd name="T30" fmla="*/ 4 w 154"/>
                <a:gd name="T31" fmla="*/ 218 h 232"/>
                <a:gd name="T32" fmla="*/ 0 w 154"/>
                <a:gd name="T33" fmla="*/ 232 h 232"/>
                <a:gd name="T34" fmla="*/ 144 w 154"/>
                <a:gd name="T35" fmla="*/ 232 h 232"/>
                <a:gd name="T36" fmla="*/ 154 w 154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8"/>
                  </a:moveTo>
                  <a:lnTo>
                    <a:pt x="142" y="168"/>
                  </a:lnTo>
                  <a:cubicBezTo>
                    <a:pt x="141" y="176"/>
                    <a:pt x="138" y="197"/>
                    <a:pt x="133" y="200"/>
                  </a:cubicBezTo>
                  <a:cubicBezTo>
                    <a:pt x="131" y="202"/>
                    <a:pt x="104" y="202"/>
                    <a:pt x="99" y="202"/>
                  </a:cubicBezTo>
                  <a:lnTo>
                    <a:pt x="35" y="202"/>
                  </a:lnTo>
                  <a:cubicBezTo>
                    <a:pt x="71" y="170"/>
                    <a:pt x="83" y="160"/>
                    <a:pt x="104" y="144"/>
                  </a:cubicBezTo>
                  <a:cubicBezTo>
                    <a:pt x="130" y="123"/>
                    <a:pt x="154" y="101"/>
                    <a:pt x="154" y="68"/>
                  </a:cubicBezTo>
                  <a:cubicBezTo>
                    <a:pt x="154" y="26"/>
                    <a:pt x="117" y="0"/>
                    <a:pt x="73" y="0"/>
                  </a:cubicBezTo>
                  <a:cubicBezTo>
                    <a:pt x="29" y="0"/>
                    <a:pt x="0" y="31"/>
                    <a:pt x="0" y="63"/>
                  </a:cubicBezTo>
                  <a:cubicBezTo>
                    <a:pt x="0" y="80"/>
                    <a:pt x="15" y="82"/>
                    <a:pt x="19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7"/>
                    <a:pt x="35" y="45"/>
                    <a:pt x="16" y="45"/>
                  </a:cubicBezTo>
                  <a:cubicBezTo>
                    <a:pt x="27" y="20"/>
                    <a:pt x="51" y="13"/>
                    <a:pt x="67" y="13"/>
                  </a:cubicBezTo>
                  <a:cubicBezTo>
                    <a:pt x="102" y="13"/>
                    <a:pt x="120" y="40"/>
                    <a:pt x="120" y="68"/>
                  </a:cubicBezTo>
                  <a:cubicBezTo>
                    <a:pt x="120" y="99"/>
                    <a:pt x="99" y="123"/>
                    <a:pt x="88" y="135"/>
                  </a:cubicBezTo>
                  <a:lnTo>
                    <a:pt x="4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4" y="232"/>
                  </a:lnTo>
                  <a:lnTo>
                    <a:pt x="154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5" name="Freeform 380">
              <a:extLst>
                <a:ext uri="{FF2B5EF4-FFF2-40B4-BE49-F238E27FC236}">
                  <a16:creationId xmlns:a16="http://schemas.microsoft.com/office/drawing/2014/main" id="{D8AA8208-2EB4-4F08-B3CC-BC4D9452E121}"/>
                </a:ext>
              </a:extLst>
            </p:cNvPr>
            <p:cNvSpPr>
              <a:spLocks/>
            </p:cNvSpPr>
            <p:nvPr>
              <p:custDataLst>
                <p:tags r:id="rId150"/>
              </p:custDataLst>
            </p:nvPr>
          </p:nvSpPr>
          <p:spPr bwMode="auto">
            <a:xfrm>
              <a:off x="5889627" y="1247776"/>
              <a:ext cx="23813" cy="103188"/>
            </a:xfrm>
            <a:custGeom>
              <a:avLst/>
              <a:gdLst>
                <a:gd name="T0" fmla="*/ 116 w 116"/>
                <a:gd name="T1" fmla="*/ 249 h 499"/>
                <a:gd name="T2" fmla="*/ 83 w 116"/>
                <a:gd name="T3" fmla="*/ 94 h 499"/>
                <a:gd name="T4" fmla="*/ 5 w 116"/>
                <a:gd name="T5" fmla="*/ 0 h 499"/>
                <a:gd name="T6" fmla="*/ 0 w 116"/>
                <a:gd name="T7" fmla="*/ 5 h 499"/>
                <a:gd name="T8" fmla="*/ 9 w 116"/>
                <a:gd name="T9" fmla="*/ 17 h 499"/>
                <a:gd name="T10" fmla="*/ 87 w 116"/>
                <a:gd name="T11" fmla="*/ 249 h 499"/>
                <a:gd name="T12" fmla="*/ 6 w 116"/>
                <a:gd name="T13" fmla="*/ 485 h 499"/>
                <a:gd name="T14" fmla="*/ 0 w 116"/>
                <a:gd name="T15" fmla="*/ 494 h 499"/>
                <a:gd name="T16" fmla="*/ 5 w 116"/>
                <a:gd name="T17" fmla="*/ 499 h 499"/>
                <a:gd name="T18" fmla="*/ 84 w 116"/>
                <a:gd name="T19" fmla="*/ 402 h 499"/>
                <a:gd name="T20" fmla="*/ 116 w 116"/>
                <a:gd name="T21" fmla="*/ 24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9">
                  <a:moveTo>
                    <a:pt x="116" y="249"/>
                  </a:moveTo>
                  <a:cubicBezTo>
                    <a:pt x="116" y="211"/>
                    <a:pt x="110" y="150"/>
                    <a:pt x="83" y="94"/>
                  </a:cubicBezTo>
                  <a:cubicBezTo>
                    <a:pt x="53" y="33"/>
                    <a:pt x="10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0" y="8"/>
                    <a:pt x="9" y="17"/>
                  </a:cubicBezTo>
                  <a:cubicBezTo>
                    <a:pt x="58" y="66"/>
                    <a:pt x="87" y="145"/>
                    <a:pt x="87" y="249"/>
                  </a:cubicBezTo>
                  <a:cubicBezTo>
                    <a:pt x="87" y="335"/>
                    <a:pt x="68" y="422"/>
                    <a:pt x="6" y="485"/>
                  </a:cubicBezTo>
                  <a:cubicBezTo>
                    <a:pt x="0" y="491"/>
                    <a:pt x="0" y="492"/>
                    <a:pt x="0" y="494"/>
                  </a:cubicBezTo>
                  <a:cubicBezTo>
                    <a:pt x="0" y="497"/>
                    <a:pt x="2" y="499"/>
                    <a:pt x="5" y="499"/>
                  </a:cubicBezTo>
                  <a:cubicBezTo>
                    <a:pt x="10" y="499"/>
                    <a:pt x="55" y="465"/>
                    <a:pt x="84" y="402"/>
                  </a:cubicBezTo>
                  <a:cubicBezTo>
                    <a:pt x="110" y="347"/>
                    <a:pt x="116" y="291"/>
                    <a:pt x="116" y="2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6" name="Freeform 381">
              <a:extLst>
                <a:ext uri="{FF2B5EF4-FFF2-40B4-BE49-F238E27FC236}">
                  <a16:creationId xmlns:a16="http://schemas.microsoft.com/office/drawing/2014/main" id="{EBA1FD94-0A73-4551-AAE5-398B82CD78C8}"/>
                </a:ext>
              </a:extLst>
            </p:cNvPr>
            <p:cNvSpPr>
              <a:spLocks/>
            </p:cNvSpPr>
            <p:nvPr>
              <p:custDataLst>
                <p:tags r:id="rId151"/>
              </p:custDataLst>
            </p:nvPr>
          </p:nvSpPr>
          <p:spPr bwMode="auto">
            <a:xfrm>
              <a:off x="5959477" y="1296988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8 w 305"/>
                <a:gd name="T7" fmla="*/ 0 h 20"/>
                <a:gd name="T8" fmla="*/ 0 w 305"/>
                <a:gd name="T9" fmla="*/ 10 h 20"/>
                <a:gd name="T10" fmla="*/ 18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8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8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7" name="Freeform 382">
              <a:extLst>
                <a:ext uri="{FF2B5EF4-FFF2-40B4-BE49-F238E27FC236}">
                  <a16:creationId xmlns:a16="http://schemas.microsoft.com/office/drawing/2014/main" id="{71EB89B6-4AEF-493B-B29F-2E6A5F1DEF47}"/>
                </a:ext>
              </a:extLst>
            </p:cNvPr>
            <p:cNvSpPr>
              <a:spLocks/>
            </p:cNvSpPr>
            <p:nvPr>
              <p:custDataLst>
                <p:tags r:id="rId152"/>
              </p:custDataLst>
            </p:nvPr>
          </p:nvSpPr>
          <p:spPr bwMode="auto">
            <a:xfrm>
              <a:off x="6013452" y="1296988"/>
              <a:ext cx="60325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8" name="Freeform 383">
              <a:extLst>
                <a:ext uri="{FF2B5EF4-FFF2-40B4-BE49-F238E27FC236}">
                  <a16:creationId xmlns:a16="http://schemas.microsoft.com/office/drawing/2014/main" id="{7D4E96DE-11A3-4D00-BC26-5828E64D4F71}"/>
                </a:ext>
              </a:extLst>
            </p:cNvPr>
            <p:cNvSpPr>
              <a:spLocks/>
            </p:cNvSpPr>
            <p:nvPr>
              <p:custDataLst>
                <p:tags r:id="rId153"/>
              </p:custDataLst>
            </p:nvPr>
          </p:nvSpPr>
          <p:spPr bwMode="auto">
            <a:xfrm>
              <a:off x="6062664" y="1271588"/>
              <a:ext cx="90488" cy="53975"/>
            </a:xfrm>
            <a:custGeom>
              <a:avLst/>
              <a:gdLst>
                <a:gd name="T0" fmla="*/ 388 w 443"/>
                <a:gd name="T1" fmla="*/ 140 h 261"/>
                <a:gd name="T2" fmla="*/ 344 w 443"/>
                <a:gd name="T3" fmla="*/ 188 h 261"/>
                <a:gd name="T4" fmla="*/ 317 w 443"/>
                <a:gd name="T5" fmla="*/ 255 h 261"/>
                <a:gd name="T6" fmla="*/ 327 w 443"/>
                <a:gd name="T7" fmla="*/ 261 h 261"/>
                <a:gd name="T8" fmla="*/ 338 w 443"/>
                <a:gd name="T9" fmla="*/ 251 h 261"/>
                <a:gd name="T10" fmla="*/ 435 w 443"/>
                <a:gd name="T11" fmla="*/ 137 h 261"/>
                <a:gd name="T12" fmla="*/ 443 w 443"/>
                <a:gd name="T13" fmla="*/ 130 h 261"/>
                <a:gd name="T14" fmla="*/ 439 w 443"/>
                <a:gd name="T15" fmla="*/ 125 h 261"/>
                <a:gd name="T16" fmla="*/ 338 w 443"/>
                <a:gd name="T17" fmla="*/ 8 h 261"/>
                <a:gd name="T18" fmla="*/ 327 w 443"/>
                <a:gd name="T19" fmla="*/ 0 h 261"/>
                <a:gd name="T20" fmla="*/ 317 w 443"/>
                <a:gd name="T21" fmla="*/ 6 h 261"/>
                <a:gd name="T22" fmla="*/ 343 w 443"/>
                <a:gd name="T23" fmla="*/ 72 h 261"/>
                <a:gd name="T24" fmla="*/ 388 w 443"/>
                <a:gd name="T25" fmla="*/ 120 h 261"/>
                <a:gd name="T26" fmla="*/ 18 w 443"/>
                <a:gd name="T27" fmla="*/ 120 h 261"/>
                <a:gd name="T28" fmla="*/ 0 w 443"/>
                <a:gd name="T29" fmla="*/ 130 h 261"/>
                <a:gd name="T30" fmla="*/ 18 w 443"/>
                <a:gd name="T31" fmla="*/ 140 h 261"/>
                <a:gd name="T32" fmla="*/ 388 w 443"/>
                <a:gd name="T33" fmla="*/ 14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3" h="261">
                  <a:moveTo>
                    <a:pt x="388" y="140"/>
                  </a:moveTo>
                  <a:cubicBezTo>
                    <a:pt x="361" y="161"/>
                    <a:pt x="348" y="182"/>
                    <a:pt x="344" y="188"/>
                  </a:cubicBezTo>
                  <a:cubicBezTo>
                    <a:pt x="321" y="223"/>
                    <a:pt x="317" y="254"/>
                    <a:pt x="317" y="255"/>
                  </a:cubicBezTo>
                  <a:cubicBezTo>
                    <a:pt x="317" y="261"/>
                    <a:pt x="323" y="261"/>
                    <a:pt x="327" y="261"/>
                  </a:cubicBezTo>
                  <a:cubicBezTo>
                    <a:pt x="336" y="261"/>
                    <a:pt x="336" y="260"/>
                    <a:pt x="338" y="251"/>
                  </a:cubicBezTo>
                  <a:cubicBezTo>
                    <a:pt x="350" y="202"/>
                    <a:pt x="379" y="160"/>
                    <a:pt x="435" y="137"/>
                  </a:cubicBezTo>
                  <a:cubicBezTo>
                    <a:pt x="441" y="135"/>
                    <a:pt x="443" y="134"/>
                    <a:pt x="443" y="130"/>
                  </a:cubicBezTo>
                  <a:cubicBezTo>
                    <a:pt x="443" y="127"/>
                    <a:pt x="440" y="125"/>
                    <a:pt x="439" y="125"/>
                  </a:cubicBezTo>
                  <a:cubicBezTo>
                    <a:pt x="417" y="116"/>
                    <a:pt x="356" y="92"/>
                    <a:pt x="338" y="8"/>
                  </a:cubicBezTo>
                  <a:cubicBezTo>
                    <a:pt x="336" y="2"/>
                    <a:pt x="336" y="0"/>
                    <a:pt x="327" y="0"/>
                  </a:cubicBezTo>
                  <a:cubicBezTo>
                    <a:pt x="323" y="0"/>
                    <a:pt x="317" y="0"/>
                    <a:pt x="317" y="6"/>
                  </a:cubicBezTo>
                  <a:cubicBezTo>
                    <a:pt x="317" y="7"/>
                    <a:pt x="322" y="39"/>
                    <a:pt x="343" y="72"/>
                  </a:cubicBezTo>
                  <a:cubicBezTo>
                    <a:pt x="352" y="87"/>
                    <a:pt x="367" y="105"/>
                    <a:pt x="388" y="120"/>
                  </a:cubicBezTo>
                  <a:lnTo>
                    <a:pt x="18" y="120"/>
                  </a:lnTo>
                  <a:cubicBezTo>
                    <a:pt x="9" y="120"/>
                    <a:pt x="0" y="120"/>
                    <a:pt x="0" y="130"/>
                  </a:cubicBezTo>
                  <a:cubicBezTo>
                    <a:pt x="0" y="140"/>
                    <a:pt x="9" y="140"/>
                    <a:pt x="18" y="140"/>
                  </a:cubicBezTo>
                  <a:lnTo>
                    <a:pt x="388" y="14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89" name="Freeform 384">
              <a:extLst>
                <a:ext uri="{FF2B5EF4-FFF2-40B4-BE49-F238E27FC236}">
                  <a16:creationId xmlns:a16="http://schemas.microsoft.com/office/drawing/2014/main" id="{09E09EF8-5383-49DD-A885-D192F648AE1F}"/>
                </a:ext>
              </a:extLst>
            </p:cNvPr>
            <p:cNvSpPr>
              <a:spLocks/>
            </p:cNvSpPr>
            <p:nvPr>
              <p:custDataLst>
                <p:tags r:id="rId154"/>
              </p:custDataLst>
            </p:nvPr>
          </p:nvSpPr>
          <p:spPr bwMode="auto">
            <a:xfrm>
              <a:off x="6199189" y="1254126"/>
              <a:ext cx="26988" cy="15875"/>
            </a:xfrm>
            <a:custGeom>
              <a:avLst/>
              <a:gdLst>
                <a:gd name="T0" fmla="*/ 67 w 133"/>
                <a:gd name="T1" fmla="*/ 0 h 77"/>
                <a:gd name="T2" fmla="*/ 0 w 133"/>
                <a:gd name="T3" fmla="*/ 68 h 77"/>
                <a:gd name="T4" fmla="*/ 9 w 133"/>
                <a:gd name="T5" fmla="*/ 77 h 77"/>
                <a:gd name="T6" fmla="*/ 67 w 133"/>
                <a:gd name="T7" fmla="*/ 26 h 77"/>
                <a:gd name="T8" fmla="*/ 125 w 133"/>
                <a:gd name="T9" fmla="*/ 77 h 77"/>
                <a:gd name="T10" fmla="*/ 133 w 133"/>
                <a:gd name="T11" fmla="*/ 68 h 77"/>
                <a:gd name="T12" fmla="*/ 67 w 133"/>
                <a:gd name="T1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" h="77">
                  <a:moveTo>
                    <a:pt x="67" y="0"/>
                  </a:moveTo>
                  <a:lnTo>
                    <a:pt x="0" y="68"/>
                  </a:lnTo>
                  <a:lnTo>
                    <a:pt x="9" y="77"/>
                  </a:lnTo>
                  <a:lnTo>
                    <a:pt x="67" y="26"/>
                  </a:lnTo>
                  <a:lnTo>
                    <a:pt x="125" y="77"/>
                  </a:lnTo>
                  <a:lnTo>
                    <a:pt x="133" y="68"/>
                  </a:lnTo>
                  <a:lnTo>
                    <a:pt x="67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0" name="Freeform 385">
              <a:extLst>
                <a:ext uri="{FF2B5EF4-FFF2-40B4-BE49-F238E27FC236}">
                  <a16:creationId xmlns:a16="http://schemas.microsoft.com/office/drawing/2014/main" id="{C24DF48E-B8AA-4187-9A65-330E145C0C49}"/>
                </a:ext>
              </a:extLst>
            </p:cNvPr>
            <p:cNvSpPr>
              <a:spLocks noEditPoints="1"/>
            </p:cNvSpPr>
            <p:nvPr>
              <p:custDataLst>
                <p:tags r:id="rId155"/>
              </p:custDataLst>
            </p:nvPr>
          </p:nvSpPr>
          <p:spPr bwMode="auto">
            <a:xfrm>
              <a:off x="6191252" y="1279526"/>
              <a:ext cx="46038" cy="46038"/>
            </a:xfrm>
            <a:custGeom>
              <a:avLst/>
              <a:gdLst>
                <a:gd name="T0" fmla="*/ 166 w 229"/>
                <a:gd name="T1" fmla="*/ 32 h 226"/>
                <a:gd name="T2" fmla="*/ 120 w 229"/>
                <a:gd name="T3" fmla="*/ 0 h 226"/>
                <a:gd name="T4" fmla="*/ 0 w 229"/>
                <a:gd name="T5" fmla="*/ 146 h 226"/>
                <a:gd name="T6" fmla="*/ 67 w 229"/>
                <a:gd name="T7" fmla="*/ 226 h 226"/>
                <a:gd name="T8" fmla="*/ 131 w 229"/>
                <a:gd name="T9" fmla="*/ 188 h 226"/>
                <a:gd name="T10" fmla="*/ 177 w 229"/>
                <a:gd name="T11" fmla="*/ 226 h 226"/>
                <a:gd name="T12" fmla="*/ 214 w 229"/>
                <a:gd name="T13" fmla="*/ 198 h 226"/>
                <a:gd name="T14" fmla="*/ 229 w 229"/>
                <a:gd name="T15" fmla="*/ 149 h 226"/>
                <a:gd name="T16" fmla="*/ 223 w 229"/>
                <a:gd name="T17" fmla="*/ 144 h 226"/>
                <a:gd name="T18" fmla="*/ 216 w 229"/>
                <a:gd name="T19" fmla="*/ 153 h 226"/>
                <a:gd name="T20" fmla="*/ 178 w 229"/>
                <a:gd name="T21" fmla="*/ 215 h 226"/>
                <a:gd name="T22" fmla="*/ 163 w 229"/>
                <a:gd name="T23" fmla="*/ 192 h 226"/>
                <a:gd name="T24" fmla="*/ 169 w 229"/>
                <a:gd name="T25" fmla="*/ 155 h 226"/>
                <a:gd name="T26" fmla="*/ 180 w 229"/>
                <a:gd name="T27" fmla="*/ 110 h 226"/>
                <a:gd name="T28" fmla="*/ 198 w 229"/>
                <a:gd name="T29" fmla="*/ 40 h 226"/>
                <a:gd name="T30" fmla="*/ 202 w 229"/>
                <a:gd name="T31" fmla="*/ 23 h 226"/>
                <a:gd name="T32" fmla="*/ 187 w 229"/>
                <a:gd name="T33" fmla="*/ 10 h 226"/>
                <a:gd name="T34" fmla="*/ 166 w 229"/>
                <a:gd name="T35" fmla="*/ 32 h 226"/>
                <a:gd name="T36" fmla="*/ 134 w 229"/>
                <a:gd name="T37" fmla="*/ 161 h 226"/>
                <a:gd name="T38" fmla="*/ 124 w 229"/>
                <a:gd name="T39" fmla="*/ 179 h 226"/>
                <a:gd name="T40" fmla="*/ 68 w 229"/>
                <a:gd name="T41" fmla="*/ 215 h 226"/>
                <a:gd name="T42" fmla="*/ 36 w 229"/>
                <a:gd name="T43" fmla="*/ 168 h 226"/>
                <a:gd name="T44" fmla="*/ 63 w 229"/>
                <a:gd name="T45" fmla="*/ 59 h 226"/>
                <a:gd name="T46" fmla="*/ 121 w 229"/>
                <a:gd name="T47" fmla="*/ 11 h 226"/>
                <a:gd name="T48" fmla="*/ 160 w 229"/>
                <a:gd name="T49" fmla="*/ 55 h 226"/>
                <a:gd name="T50" fmla="*/ 159 w 229"/>
                <a:gd name="T51" fmla="*/ 63 h 226"/>
                <a:gd name="T52" fmla="*/ 134 w 229"/>
                <a:gd name="T53" fmla="*/ 16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9" h="226">
                  <a:moveTo>
                    <a:pt x="166" y="32"/>
                  </a:moveTo>
                  <a:cubicBezTo>
                    <a:pt x="157" y="13"/>
                    <a:pt x="143" y="0"/>
                    <a:pt x="120" y="0"/>
                  </a:cubicBezTo>
                  <a:cubicBezTo>
                    <a:pt x="62" y="0"/>
                    <a:pt x="0" y="73"/>
                    <a:pt x="0" y="146"/>
                  </a:cubicBezTo>
                  <a:cubicBezTo>
                    <a:pt x="0" y="193"/>
                    <a:pt x="28" y="226"/>
                    <a:pt x="67" y="226"/>
                  </a:cubicBezTo>
                  <a:cubicBezTo>
                    <a:pt x="77" y="226"/>
                    <a:pt x="101" y="224"/>
                    <a:pt x="131" y="188"/>
                  </a:cubicBezTo>
                  <a:cubicBezTo>
                    <a:pt x="135" y="209"/>
                    <a:pt x="153" y="226"/>
                    <a:pt x="177" y="226"/>
                  </a:cubicBezTo>
                  <a:cubicBezTo>
                    <a:pt x="194" y="226"/>
                    <a:pt x="206" y="214"/>
                    <a:pt x="214" y="198"/>
                  </a:cubicBezTo>
                  <a:cubicBezTo>
                    <a:pt x="222" y="180"/>
                    <a:pt x="229" y="150"/>
                    <a:pt x="229" y="149"/>
                  </a:cubicBezTo>
                  <a:cubicBezTo>
                    <a:pt x="229" y="144"/>
                    <a:pt x="224" y="144"/>
                    <a:pt x="223" y="144"/>
                  </a:cubicBezTo>
                  <a:cubicBezTo>
                    <a:pt x="218" y="144"/>
                    <a:pt x="217" y="146"/>
                    <a:pt x="216" y="153"/>
                  </a:cubicBezTo>
                  <a:cubicBezTo>
                    <a:pt x="207" y="185"/>
                    <a:pt x="198" y="215"/>
                    <a:pt x="178" y="215"/>
                  </a:cubicBezTo>
                  <a:cubicBezTo>
                    <a:pt x="164" y="215"/>
                    <a:pt x="163" y="202"/>
                    <a:pt x="163" y="192"/>
                  </a:cubicBezTo>
                  <a:cubicBezTo>
                    <a:pt x="163" y="181"/>
                    <a:pt x="164" y="177"/>
                    <a:pt x="169" y="155"/>
                  </a:cubicBezTo>
                  <a:cubicBezTo>
                    <a:pt x="175" y="134"/>
                    <a:pt x="176" y="129"/>
                    <a:pt x="180" y="110"/>
                  </a:cubicBezTo>
                  <a:lnTo>
                    <a:pt x="198" y="40"/>
                  </a:lnTo>
                  <a:cubicBezTo>
                    <a:pt x="202" y="26"/>
                    <a:pt x="202" y="25"/>
                    <a:pt x="202" y="23"/>
                  </a:cubicBezTo>
                  <a:cubicBezTo>
                    <a:pt x="202" y="15"/>
                    <a:pt x="196" y="10"/>
                    <a:pt x="187" y="10"/>
                  </a:cubicBezTo>
                  <a:cubicBezTo>
                    <a:pt x="175" y="10"/>
                    <a:pt x="168" y="21"/>
                    <a:pt x="166" y="32"/>
                  </a:cubicBezTo>
                  <a:close/>
                  <a:moveTo>
                    <a:pt x="134" y="161"/>
                  </a:moveTo>
                  <a:cubicBezTo>
                    <a:pt x="131" y="170"/>
                    <a:pt x="131" y="171"/>
                    <a:pt x="124" y="179"/>
                  </a:cubicBezTo>
                  <a:cubicBezTo>
                    <a:pt x="102" y="207"/>
                    <a:pt x="82" y="215"/>
                    <a:pt x="68" y="215"/>
                  </a:cubicBezTo>
                  <a:cubicBezTo>
                    <a:pt x="43" y="215"/>
                    <a:pt x="36" y="187"/>
                    <a:pt x="36" y="168"/>
                  </a:cubicBezTo>
                  <a:cubicBezTo>
                    <a:pt x="36" y="143"/>
                    <a:pt x="52" y="81"/>
                    <a:pt x="63" y="59"/>
                  </a:cubicBezTo>
                  <a:cubicBezTo>
                    <a:pt x="79" y="29"/>
                    <a:pt x="101" y="11"/>
                    <a:pt x="121" y="11"/>
                  </a:cubicBezTo>
                  <a:cubicBezTo>
                    <a:pt x="153" y="11"/>
                    <a:pt x="160" y="52"/>
                    <a:pt x="160" y="55"/>
                  </a:cubicBezTo>
                  <a:cubicBezTo>
                    <a:pt x="160" y="58"/>
                    <a:pt x="159" y="61"/>
                    <a:pt x="159" y="63"/>
                  </a:cubicBezTo>
                  <a:lnTo>
                    <a:pt x="134" y="16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1" name="Freeform 386">
              <a:extLst>
                <a:ext uri="{FF2B5EF4-FFF2-40B4-BE49-F238E27FC236}">
                  <a16:creationId xmlns:a16="http://schemas.microsoft.com/office/drawing/2014/main" id="{E72DFE14-2DCE-468D-999D-EF0AF5376F08}"/>
                </a:ext>
              </a:extLst>
            </p:cNvPr>
            <p:cNvSpPr>
              <a:spLocks/>
            </p:cNvSpPr>
            <p:nvPr>
              <p:custDataLst>
                <p:tags r:id="rId156"/>
              </p:custDataLst>
            </p:nvPr>
          </p:nvSpPr>
          <p:spPr bwMode="auto">
            <a:xfrm>
              <a:off x="6245227" y="1292226"/>
              <a:ext cx="30163" cy="47625"/>
            </a:xfrm>
            <a:custGeom>
              <a:avLst/>
              <a:gdLst>
                <a:gd name="T0" fmla="*/ 154 w 154"/>
                <a:gd name="T1" fmla="*/ 168 h 232"/>
                <a:gd name="T2" fmla="*/ 142 w 154"/>
                <a:gd name="T3" fmla="*/ 168 h 232"/>
                <a:gd name="T4" fmla="*/ 133 w 154"/>
                <a:gd name="T5" fmla="*/ 200 h 232"/>
                <a:gd name="T6" fmla="*/ 98 w 154"/>
                <a:gd name="T7" fmla="*/ 202 h 232"/>
                <a:gd name="T8" fmla="*/ 34 w 154"/>
                <a:gd name="T9" fmla="*/ 202 h 232"/>
                <a:gd name="T10" fmla="*/ 104 w 154"/>
                <a:gd name="T11" fmla="*/ 144 h 232"/>
                <a:gd name="T12" fmla="*/ 154 w 154"/>
                <a:gd name="T13" fmla="*/ 68 h 232"/>
                <a:gd name="T14" fmla="*/ 72 w 154"/>
                <a:gd name="T15" fmla="*/ 0 h 232"/>
                <a:gd name="T16" fmla="*/ 0 w 154"/>
                <a:gd name="T17" fmla="*/ 63 h 232"/>
                <a:gd name="T18" fmla="*/ 18 w 154"/>
                <a:gd name="T19" fmla="*/ 82 h 232"/>
                <a:gd name="T20" fmla="*/ 37 w 154"/>
                <a:gd name="T21" fmla="*/ 64 h 232"/>
                <a:gd name="T22" fmla="*/ 16 w 154"/>
                <a:gd name="T23" fmla="*/ 45 h 232"/>
                <a:gd name="T24" fmla="*/ 67 w 154"/>
                <a:gd name="T25" fmla="*/ 13 h 232"/>
                <a:gd name="T26" fmla="*/ 120 w 154"/>
                <a:gd name="T27" fmla="*/ 68 h 232"/>
                <a:gd name="T28" fmla="*/ 87 w 154"/>
                <a:gd name="T29" fmla="*/ 135 h 232"/>
                <a:gd name="T30" fmla="*/ 3 w 154"/>
                <a:gd name="T31" fmla="*/ 218 h 232"/>
                <a:gd name="T32" fmla="*/ 0 w 154"/>
                <a:gd name="T33" fmla="*/ 232 h 232"/>
                <a:gd name="T34" fmla="*/ 143 w 154"/>
                <a:gd name="T35" fmla="*/ 232 h 232"/>
                <a:gd name="T36" fmla="*/ 154 w 154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8"/>
                  </a:moveTo>
                  <a:lnTo>
                    <a:pt x="142" y="168"/>
                  </a:lnTo>
                  <a:cubicBezTo>
                    <a:pt x="141" y="176"/>
                    <a:pt x="137" y="197"/>
                    <a:pt x="133" y="200"/>
                  </a:cubicBezTo>
                  <a:cubicBezTo>
                    <a:pt x="130" y="202"/>
                    <a:pt x="103" y="202"/>
                    <a:pt x="98" y="202"/>
                  </a:cubicBezTo>
                  <a:lnTo>
                    <a:pt x="34" y="202"/>
                  </a:lnTo>
                  <a:cubicBezTo>
                    <a:pt x="71" y="170"/>
                    <a:pt x="83" y="160"/>
                    <a:pt x="104" y="144"/>
                  </a:cubicBezTo>
                  <a:cubicBezTo>
                    <a:pt x="130" y="123"/>
                    <a:pt x="154" y="101"/>
                    <a:pt x="154" y="68"/>
                  </a:cubicBezTo>
                  <a:cubicBezTo>
                    <a:pt x="154" y="26"/>
                    <a:pt x="117" y="0"/>
                    <a:pt x="72" y="0"/>
                  </a:cubicBezTo>
                  <a:cubicBezTo>
                    <a:pt x="29" y="0"/>
                    <a:pt x="0" y="31"/>
                    <a:pt x="0" y="63"/>
                  </a:cubicBezTo>
                  <a:cubicBezTo>
                    <a:pt x="0" y="80"/>
                    <a:pt x="15" y="82"/>
                    <a:pt x="18" y="82"/>
                  </a:cubicBezTo>
                  <a:cubicBezTo>
                    <a:pt x="26" y="82"/>
                    <a:pt x="37" y="76"/>
                    <a:pt x="37" y="64"/>
                  </a:cubicBezTo>
                  <a:cubicBezTo>
                    <a:pt x="37" y="57"/>
                    <a:pt x="34" y="45"/>
                    <a:pt x="16" y="45"/>
                  </a:cubicBezTo>
                  <a:cubicBezTo>
                    <a:pt x="27" y="20"/>
                    <a:pt x="51" y="13"/>
                    <a:pt x="67" y="13"/>
                  </a:cubicBezTo>
                  <a:cubicBezTo>
                    <a:pt x="102" y="13"/>
                    <a:pt x="120" y="40"/>
                    <a:pt x="120" y="68"/>
                  </a:cubicBezTo>
                  <a:cubicBezTo>
                    <a:pt x="120" y="99"/>
                    <a:pt x="98" y="123"/>
                    <a:pt x="87" y="135"/>
                  </a:cubicBezTo>
                  <a:lnTo>
                    <a:pt x="3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3" y="232"/>
                  </a:lnTo>
                  <a:lnTo>
                    <a:pt x="154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2" name="Freeform 387">
              <a:extLst>
                <a:ext uri="{FF2B5EF4-FFF2-40B4-BE49-F238E27FC236}">
                  <a16:creationId xmlns:a16="http://schemas.microsoft.com/office/drawing/2014/main" id="{4D9396B9-0B60-4B51-B14F-407EB0D8EC78}"/>
                </a:ext>
              </a:extLst>
            </p:cNvPr>
            <p:cNvSpPr>
              <a:spLocks/>
            </p:cNvSpPr>
            <p:nvPr>
              <p:custDataLst>
                <p:tags r:id="rId157"/>
              </p:custDataLst>
            </p:nvPr>
          </p:nvSpPr>
          <p:spPr bwMode="auto">
            <a:xfrm>
              <a:off x="6321427" y="1296988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3" name="Freeform 388">
              <a:extLst>
                <a:ext uri="{FF2B5EF4-FFF2-40B4-BE49-F238E27FC236}">
                  <a16:creationId xmlns:a16="http://schemas.microsoft.com/office/drawing/2014/main" id="{A86F42B0-7712-4859-AA90-47AFC0FA3394}"/>
                </a:ext>
              </a:extLst>
            </p:cNvPr>
            <p:cNvSpPr>
              <a:spLocks/>
            </p:cNvSpPr>
            <p:nvPr>
              <p:custDataLst>
                <p:tags r:id="rId158"/>
              </p:custDataLst>
            </p:nvPr>
          </p:nvSpPr>
          <p:spPr bwMode="auto">
            <a:xfrm>
              <a:off x="6375402" y="1296988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4" name="Freeform 389">
              <a:extLst>
                <a:ext uri="{FF2B5EF4-FFF2-40B4-BE49-F238E27FC236}">
                  <a16:creationId xmlns:a16="http://schemas.microsoft.com/office/drawing/2014/main" id="{71B63C84-3039-4446-840A-D0962202DE30}"/>
                </a:ext>
              </a:extLst>
            </p:cNvPr>
            <p:cNvSpPr>
              <a:spLocks/>
            </p:cNvSpPr>
            <p:nvPr>
              <p:custDataLst>
                <p:tags r:id="rId159"/>
              </p:custDataLst>
            </p:nvPr>
          </p:nvSpPr>
          <p:spPr bwMode="auto">
            <a:xfrm>
              <a:off x="6426202" y="1271588"/>
              <a:ext cx="88900" cy="53975"/>
            </a:xfrm>
            <a:custGeom>
              <a:avLst/>
              <a:gdLst>
                <a:gd name="T0" fmla="*/ 388 w 443"/>
                <a:gd name="T1" fmla="*/ 140 h 261"/>
                <a:gd name="T2" fmla="*/ 343 w 443"/>
                <a:gd name="T3" fmla="*/ 188 h 261"/>
                <a:gd name="T4" fmla="*/ 317 w 443"/>
                <a:gd name="T5" fmla="*/ 255 h 261"/>
                <a:gd name="T6" fmla="*/ 327 w 443"/>
                <a:gd name="T7" fmla="*/ 261 h 261"/>
                <a:gd name="T8" fmla="*/ 338 w 443"/>
                <a:gd name="T9" fmla="*/ 251 h 261"/>
                <a:gd name="T10" fmla="*/ 435 w 443"/>
                <a:gd name="T11" fmla="*/ 137 h 261"/>
                <a:gd name="T12" fmla="*/ 443 w 443"/>
                <a:gd name="T13" fmla="*/ 130 h 261"/>
                <a:gd name="T14" fmla="*/ 439 w 443"/>
                <a:gd name="T15" fmla="*/ 125 h 261"/>
                <a:gd name="T16" fmla="*/ 338 w 443"/>
                <a:gd name="T17" fmla="*/ 8 h 261"/>
                <a:gd name="T18" fmla="*/ 327 w 443"/>
                <a:gd name="T19" fmla="*/ 0 h 261"/>
                <a:gd name="T20" fmla="*/ 317 w 443"/>
                <a:gd name="T21" fmla="*/ 6 h 261"/>
                <a:gd name="T22" fmla="*/ 342 w 443"/>
                <a:gd name="T23" fmla="*/ 72 h 261"/>
                <a:gd name="T24" fmla="*/ 388 w 443"/>
                <a:gd name="T25" fmla="*/ 120 h 261"/>
                <a:gd name="T26" fmla="*/ 18 w 443"/>
                <a:gd name="T27" fmla="*/ 120 h 261"/>
                <a:gd name="T28" fmla="*/ 0 w 443"/>
                <a:gd name="T29" fmla="*/ 130 h 261"/>
                <a:gd name="T30" fmla="*/ 18 w 443"/>
                <a:gd name="T31" fmla="*/ 140 h 261"/>
                <a:gd name="T32" fmla="*/ 388 w 443"/>
                <a:gd name="T33" fmla="*/ 14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3" h="261">
                  <a:moveTo>
                    <a:pt x="388" y="140"/>
                  </a:moveTo>
                  <a:cubicBezTo>
                    <a:pt x="361" y="161"/>
                    <a:pt x="347" y="182"/>
                    <a:pt x="343" y="188"/>
                  </a:cubicBezTo>
                  <a:cubicBezTo>
                    <a:pt x="321" y="223"/>
                    <a:pt x="317" y="254"/>
                    <a:pt x="317" y="255"/>
                  </a:cubicBezTo>
                  <a:cubicBezTo>
                    <a:pt x="317" y="261"/>
                    <a:pt x="323" y="261"/>
                    <a:pt x="327" y="261"/>
                  </a:cubicBezTo>
                  <a:cubicBezTo>
                    <a:pt x="336" y="261"/>
                    <a:pt x="336" y="260"/>
                    <a:pt x="338" y="251"/>
                  </a:cubicBezTo>
                  <a:cubicBezTo>
                    <a:pt x="349" y="202"/>
                    <a:pt x="379" y="160"/>
                    <a:pt x="435" y="137"/>
                  </a:cubicBezTo>
                  <a:cubicBezTo>
                    <a:pt x="441" y="135"/>
                    <a:pt x="443" y="134"/>
                    <a:pt x="443" y="130"/>
                  </a:cubicBezTo>
                  <a:cubicBezTo>
                    <a:pt x="443" y="127"/>
                    <a:pt x="440" y="125"/>
                    <a:pt x="439" y="125"/>
                  </a:cubicBezTo>
                  <a:cubicBezTo>
                    <a:pt x="417" y="116"/>
                    <a:pt x="356" y="92"/>
                    <a:pt x="338" y="8"/>
                  </a:cubicBezTo>
                  <a:cubicBezTo>
                    <a:pt x="336" y="2"/>
                    <a:pt x="336" y="0"/>
                    <a:pt x="327" y="0"/>
                  </a:cubicBezTo>
                  <a:cubicBezTo>
                    <a:pt x="323" y="0"/>
                    <a:pt x="317" y="0"/>
                    <a:pt x="317" y="6"/>
                  </a:cubicBezTo>
                  <a:cubicBezTo>
                    <a:pt x="317" y="7"/>
                    <a:pt x="322" y="39"/>
                    <a:pt x="342" y="72"/>
                  </a:cubicBezTo>
                  <a:cubicBezTo>
                    <a:pt x="352" y="87"/>
                    <a:pt x="367" y="105"/>
                    <a:pt x="388" y="120"/>
                  </a:cubicBezTo>
                  <a:lnTo>
                    <a:pt x="18" y="120"/>
                  </a:lnTo>
                  <a:cubicBezTo>
                    <a:pt x="9" y="120"/>
                    <a:pt x="0" y="120"/>
                    <a:pt x="0" y="130"/>
                  </a:cubicBezTo>
                  <a:cubicBezTo>
                    <a:pt x="0" y="140"/>
                    <a:pt x="9" y="140"/>
                    <a:pt x="18" y="140"/>
                  </a:cubicBezTo>
                  <a:lnTo>
                    <a:pt x="388" y="14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5" name="Freeform 390">
              <a:extLst>
                <a:ext uri="{FF2B5EF4-FFF2-40B4-BE49-F238E27FC236}">
                  <a16:creationId xmlns:a16="http://schemas.microsoft.com/office/drawing/2014/main" id="{782752BD-4D9C-4AA2-AFCA-CAE262977DF8}"/>
                </a:ext>
              </a:extLst>
            </p:cNvPr>
            <p:cNvSpPr>
              <a:spLocks noEditPoints="1"/>
            </p:cNvSpPr>
            <p:nvPr>
              <p:custDataLst>
                <p:tags r:id="rId160"/>
              </p:custDataLst>
            </p:nvPr>
          </p:nvSpPr>
          <p:spPr bwMode="auto">
            <a:xfrm>
              <a:off x="6553202" y="1279526"/>
              <a:ext cx="46038" cy="46038"/>
            </a:xfrm>
            <a:custGeom>
              <a:avLst/>
              <a:gdLst>
                <a:gd name="T0" fmla="*/ 166 w 229"/>
                <a:gd name="T1" fmla="*/ 32 h 226"/>
                <a:gd name="T2" fmla="*/ 120 w 229"/>
                <a:gd name="T3" fmla="*/ 0 h 226"/>
                <a:gd name="T4" fmla="*/ 0 w 229"/>
                <a:gd name="T5" fmla="*/ 146 h 226"/>
                <a:gd name="T6" fmla="*/ 66 w 229"/>
                <a:gd name="T7" fmla="*/ 226 h 226"/>
                <a:gd name="T8" fmla="*/ 131 w 229"/>
                <a:gd name="T9" fmla="*/ 188 h 226"/>
                <a:gd name="T10" fmla="*/ 177 w 229"/>
                <a:gd name="T11" fmla="*/ 226 h 226"/>
                <a:gd name="T12" fmla="*/ 214 w 229"/>
                <a:gd name="T13" fmla="*/ 198 h 226"/>
                <a:gd name="T14" fmla="*/ 229 w 229"/>
                <a:gd name="T15" fmla="*/ 149 h 226"/>
                <a:gd name="T16" fmla="*/ 223 w 229"/>
                <a:gd name="T17" fmla="*/ 144 h 226"/>
                <a:gd name="T18" fmla="*/ 216 w 229"/>
                <a:gd name="T19" fmla="*/ 153 h 226"/>
                <a:gd name="T20" fmla="*/ 178 w 229"/>
                <a:gd name="T21" fmla="*/ 215 h 226"/>
                <a:gd name="T22" fmla="*/ 163 w 229"/>
                <a:gd name="T23" fmla="*/ 192 h 226"/>
                <a:gd name="T24" fmla="*/ 169 w 229"/>
                <a:gd name="T25" fmla="*/ 155 h 226"/>
                <a:gd name="T26" fmla="*/ 180 w 229"/>
                <a:gd name="T27" fmla="*/ 110 h 226"/>
                <a:gd name="T28" fmla="*/ 198 w 229"/>
                <a:gd name="T29" fmla="*/ 40 h 226"/>
                <a:gd name="T30" fmla="*/ 202 w 229"/>
                <a:gd name="T31" fmla="*/ 23 h 226"/>
                <a:gd name="T32" fmla="*/ 187 w 229"/>
                <a:gd name="T33" fmla="*/ 10 h 226"/>
                <a:gd name="T34" fmla="*/ 166 w 229"/>
                <a:gd name="T35" fmla="*/ 32 h 226"/>
                <a:gd name="T36" fmla="*/ 134 w 229"/>
                <a:gd name="T37" fmla="*/ 161 h 226"/>
                <a:gd name="T38" fmla="*/ 124 w 229"/>
                <a:gd name="T39" fmla="*/ 179 h 226"/>
                <a:gd name="T40" fmla="*/ 67 w 229"/>
                <a:gd name="T41" fmla="*/ 215 h 226"/>
                <a:gd name="T42" fmla="*/ 36 w 229"/>
                <a:gd name="T43" fmla="*/ 168 h 226"/>
                <a:gd name="T44" fmla="*/ 63 w 229"/>
                <a:gd name="T45" fmla="*/ 59 h 226"/>
                <a:gd name="T46" fmla="*/ 121 w 229"/>
                <a:gd name="T47" fmla="*/ 11 h 226"/>
                <a:gd name="T48" fmla="*/ 160 w 229"/>
                <a:gd name="T49" fmla="*/ 55 h 226"/>
                <a:gd name="T50" fmla="*/ 159 w 229"/>
                <a:gd name="T51" fmla="*/ 63 h 226"/>
                <a:gd name="T52" fmla="*/ 134 w 229"/>
                <a:gd name="T53" fmla="*/ 16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9" h="226">
                  <a:moveTo>
                    <a:pt x="166" y="32"/>
                  </a:moveTo>
                  <a:cubicBezTo>
                    <a:pt x="157" y="13"/>
                    <a:pt x="143" y="0"/>
                    <a:pt x="120" y="0"/>
                  </a:cubicBezTo>
                  <a:cubicBezTo>
                    <a:pt x="62" y="0"/>
                    <a:pt x="0" y="73"/>
                    <a:pt x="0" y="146"/>
                  </a:cubicBezTo>
                  <a:cubicBezTo>
                    <a:pt x="0" y="193"/>
                    <a:pt x="28" y="226"/>
                    <a:pt x="66" y="226"/>
                  </a:cubicBezTo>
                  <a:cubicBezTo>
                    <a:pt x="76" y="226"/>
                    <a:pt x="101" y="224"/>
                    <a:pt x="131" y="188"/>
                  </a:cubicBezTo>
                  <a:cubicBezTo>
                    <a:pt x="135" y="209"/>
                    <a:pt x="153" y="226"/>
                    <a:pt x="177" y="226"/>
                  </a:cubicBezTo>
                  <a:cubicBezTo>
                    <a:pt x="194" y="226"/>
                    <a:pt x="206" y="214"/>
                    <a:pt x="214" y="198"/>
                  </a:cubicBezTo>
                  <a:cubicBezTo>
                    <a:pt x="222" y="180"/>
                    <a:pt x="229" y="150"/>
                    <a:pt x="229" y="149"/>
                  </a:cubicBezTo>
                  <a:cubicBezTo>
                    <a:pt x="229" y="144"/>
                    <a:pt x="224" y="144"/>
                    <a:pt x="223" y="144"/>
                  </a:cubicBezTo>
                  <a:cubicBezTo>
                    <a:pt x="218" y="144"/>
                    <a:pt x="217" y="146"/>
                    <a:pt x="216" y="153"/>
                  </a:cubicBezTo>
                  <a:cubicBezTo>
                    <a:pt x="207" y="185"/>
                    <a:pt x="198" y="215"/>
                    <a:pt x="178" y="215"/>
                  </a:cubicBezTo>
                  <a:cubicBezTo>
                    <a:pt x="164" y="215"/>
                    <a:pt x="163" y="202"/>
                    <a:pt x="163" y="192"/>
                  </a:cubicBezTo>
                  <a:cubicBezTo>
                    <a:pt x="163" y="181"/>
                    <a:pt x="164" y="177"/>
                    <a:pt x="169" y="155"/>
                  </a:cubicBezTo>
                  <a:cubicBezTo>
                    <a:pt x="175" y="134"/>
                    <a:pt x="176" y="129"/>
                    <a:pt x="180" y="110"/>
                  </a:cubicBezTo>
                  <a:lnTo>
                    <a:pt x="198" y="40"/>
                  </a:lnTo>
                  <a:cubicBezTo>
                    <a:pt x="202" y="26"/>
                    <a:pt x="202" y="25"/>
                    <a:pt x="202" y="23"/>
                  </a:cubicBezTo>
                  <a:cubicBezTo>
                    <a:pt x="202" y="15"/>
                    <a:pt x="196" y="10"/>
                    <a:pt x="187" y="10"/>
                  </a:cubicBezTo>
                  <a:cubicBezTo>
                    <a:pt x="175" y="10"/>
                    <a:pt x="168" y="21"/>
                    <a:pt x="166" y="32"/>
                  </a:cubicBezTo>
                  <a:close/>
                  <a:moveTo>
                    <a:pt x="134" y="161"/>
                  </a:moveTo>
                  <a:cubicBezTo>
                    <a:pt x="131" y="170"/>
                    <a:pt x="131" y="171"/>
                    <a:pt x="124" y="179"/>
                  </a:cubicBezTo>
                  <a:cubicBezTo>
                    <a:pt x="102" y="207"/>
                    <a:pt x="81" y="215"/>
                    <a:pt x="67" y="215"/>
                  </a:cubicBezTo>
                  <a:cubicBezTo>
                    <a:pt x="43" y="215"/>
                    <a:pt x="36" y="187"/>
                    <a:pt x="36" y="168"/>
                  </a:cubicBezTo>
                  <a:cubicBezTo>
                    <a:pt x="36" y="143"/>
                    <a:pt x="52" y="81"/>
                    <a:pt x="63" y="59"/>
                  </a:cubicBezTo>
                  <a:cubicBezTo>
                    <a:pt x="78" y="29"/>
                    <a:pt x="101" y="11"/>
                    <a:pt x="121" y="11"/>
                  </a:cubicBezTo>
                  <a:cubicBezTo>
                    <a:pt x="153" y="11"/>
                    <a:pt x="160" y="52"/>
                    <a:pt x="160" y="55"/>
                  </a:cubicBezTo>
                  <a:cubicBezTo>
                    <a:pt x="160" y="58"/>
                    <a:pt x="159" y="61"/>
                    <a:pt x="159" y="63"/>
                  </a:cubicBezTo>
                  <a:lnTo>
                    <a:pt x="134" y="16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6" name="Freeform 391">
              <a:extLst>
                <a:ext uri="{FF2B5EF4-FFF2-40B4-BE49-F238E27FC236}">
                  <a16:creationId xmlns:a16="http://schemas.microsoft.com/office/drawing/2014/main" id="{EDF07923-3525-437A-8C9D-833676F026D2}"/>
                </a:ext>
              </a:extLst>
            </p:cNvPr>
            <p:cNvSpPr>
              <a:spLocks/>
            </p:cNvSpPr>
            <p:nvPr>
              <p:custDataLst>
                <p:tags r:id="rId161"/>
              </p:custDataLst>
            </p:nvPr>
          </p:nvSpPr>
          <p:spPr bwMode="auto">
            <a:xfrm>
              <a:off x="6607177" y="1292226"/>
              <a:ext cx="30163" cy="47625"/>
            </a:xfrm>
            <a:custGeom>
              <a:avLst/>
              <a:gdLst>
                <a:gd name="T0" fmla="*/ 154 w 154"/>
                <a:gd name="T1" fmla="*/ 168 h 232"/>
                <a:gd name="T2" fmla="*/ 142 w 154"/>
                <a:gd name="T3" fmla="*/ 168 h 232"/>
                <a:gd name="T4" fmla="*/ 133 w 154"/>
                <a:gd name="T5" fmla="*/ 200 h 232"/>
                <a:gd name="T6" fmla="*/ 98 w 154"/>
                <a:gd name="T7" fmla="*/ 202 h 232"/>
                <a:gd name="T8" fmla="*/ 34 w 154"/>
                <a:gd name="T9" fmla="*/ 202 h 232"/>
                <a:gd name="T10" fmla="*/ 104 w 154"/>
                <a:gd name="T11" fmla="*/ 144 h 232"/>
                <a:gd name="T12" fmla="*/ 154 w 154"/>
                <a:gd name="T13" fmla="*/ 68 h 232"/>
                <a:gd name="T14" fmla="*/ 72 w 154"/>
                <a:gd name="T15" fmla="*/ 0 h 232"/>
                <a:gd name="T16" fmla="*/ 0 w 154"/>
                <a:gd name="T17" fmla="*/ 63 h 232"/>
                <a:gd name="T18" fmla="*/ 18 w 154"/>
                <a:gd name="T19" fmla="*/ 82 h 232"/>
                <a:gd name="T20" fmla="*/ 37 w 154"/>
                <a:gd name="T21" fmla="*/ 64 h 232"/>
                <a:gd name="T22" fmla="*/ 16 w 154"/>
                <a:gd name="T23" fmla="*/ 45 h 232"/>
                <a:gd name="T24" fmla="*/ 67 w 154"/>
                <a:gd name="T25" fmla="*/ 13 h 232"/>
                <a:gd name="T26" fmla="*/ 120 w 154"/>
                <a:gd name="T27" fmla="*/ 68 h 232"/>
                <a:gd name="T28" fmla="*/ 87 w 154"/>
                <a:gd name="T29" fmla="*/ 135 h 232"/>
                <a:gd name="T30" fmla="*/ 3 w 154"/>
                <a:gd name="T31" fmla="*/ 218 h 232"/>
                <a:gd name="T32" fmla="*/ 0 w 154"/>
                <a:gd name="T33" fmla="*/ 232 h 232"/>
                <a:gd name="T34" fmla="*/ 143 w 154"/>
                <a:gd name="T35" fmla="*/ 232 h 232"/>
                <a:gd name="T36" fmla="*/ 154 w 154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8"/>
                  </a:moveTo>
                  <a:lnTo>
                    <a:pt x="142" y="168"/>
                  </a:lnTo>
                  <a:cubicBezTo>
                    <a:pt x="141" y="176"/>
                    <a:pt x="137" y="197"/>
                    <a:pt x="133" y="200"/>
                  </a:cubicBezTo>
                  <a:cubicBezTo>
                    <a:pt x="130" y="202"/>
                    <a:pt x="103" y="202"/>
                    <a:pt x="98" y="202"/>
                  </a:cubicBezTo>
                  <a:lnTo>
                    <a:pt x="34" y="202"/>
                  </a:lnTo>
                  <a:cubicBezTo>
                    <a:pt x="71" y="170"/>
                    <a:pt x="83" y="160"/>
                    <a:pt x="104" y="144"/>
                  </a:cubicBezTo>
                  <a:cubicBezTo>
                    <a:pt x="130" y="123"/>
                    <a:pt x="154" y="101"/>
                    <a:pt x="154" y="68"/>
                  </a:cubicBezTo>
                  <a:cubicBezTo>
                    <a:pt x="154" y="26"/>
                    <a:pt x="117" y="0"/>
                    <a:pt x="72" y="0"/>
                  </a:cubicBezTo>
                  <a:cubicBezTo>
                    <a:pt x="29" y="0"/>
                    <a:pt x="0" y="31"/>
                    <a:pt x="0" y="63"/>
                  </a:cubicBezTo>
                  <a:cubicBezTo>
                    <a:pt x="0" y="80"/>
                    <a:pt x="15" y="82"/>
                    <a:pt x="18" y="82"/>
                  </a:cubicBezTo>
                  <a:cubicBezTo>
                    <a:pt x="26" y="82"/>
                    <a:pt x="37" y="76"/>
                    <a:pt x="37" y="64"/>
                  </a:cubicBezTo>
                  <a:cubicBezTo>
                    <a:pt x="37" y="57"/>
                    <a:pt x="34" y="45"/>
                    <a:pt x="16" y="45"/>
                  </a:cubicBezTo>
                  <a:cubicBezTo>
                    <a:pt x="27" y="20"/>
                    <a:pt x="50" y="13"/>
                    <a:pt x="67" y="13"/>
                  </a:cubicBezTo>
                  <a:cubicBezTo>
                    <a:pt x="102" y="13"/>
                    <a:pt x="120" y="40"/>
                    <a:pt x="120" y="68"/>
                  </a:cubicBezTo>
                  <a:cubicBezTo>
                    <a:pt x="120" y="99"/>
                    <a:pt x="98" y="123"/>
                    <a:pt x="87" y="135"/>
                  </a:cubicBezTo>
                  <a:lnTo>
                    <a:pt x="3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3" y="232"/>
                  </a:lnTo>
                  <a:lnTo>
                    <a:pt x="154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7" name="Freeform 392">
              <a:extLst>
                <a:ext uri="{FF2B5EF4-FFF2-40B4-BE49-F238E27FC236}">
                  <a16:creationId xmlns:a16="http://schemas.microsoft.com/office/drawing/2014/main" id="{4752A32B-8B2E-4BB6-943F-491C6838D3CF}"/>
                </a:ext>
              </a:extLst>
            </p:cNvPr>
            <p:cNvSpPr>
              <a:spLocks/>
            </p:cNvSpPr>
            <p:nvPr>
              <p:custDataLst>
                <p:tags r:id="rId162"/>
              </p:custDataLst>
            </p:nvPr>
          </p:nvSpPr>
          <p:spPr bwMode="auto">
            <a:xfrm>
              <a:off x="6683377" y="1296988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8" name="Freeform 393">
              <a:extLst>
                <a:ext uri="{FF2B5EF4-FFF2-40B4-BE49-F238E27FC236}">
                  <a16:creationId xmlns:a16="http://schemas.microsoft.com/office/drawing/2014/main" id="{858C1C9C-F028-47BB-87B7-E33F23F89A25}"/>
                </a:ext>
              </a:extLst>
            </p:cNvPr>
            <p:cNvSpPr>
              <a:spLocks/>
            </p:cNvSpPr>
            <p:nvPr>
              <p:custDataLst>
                <p:tags r:id="rId163"/>
              </p:custDataLst>
            </p:nvPr>
          </p:nvSpPr>
          <p:spPr bwMode="auto">
            <a:xfrm>
              <a:off x="6737352" y="1296988"/>
              <a:ext cx="61913" cy="4763"/>
            </a:xfrm>
            <a:custGeom>
              <a:avLst/>
              <a:gdLst>
                <a:gd name="T0" fmla="*/ 287 w 304"/>
                <a:gd name="T1" fmla="*/ 20 h 20"/>
                <a:gd name="T2" fmla="*/ 304 w 304"/>
                <a:gd name="T3" fmla="*/ 10 h 20"/>
                <a:gd name="T4" fmla="*/ 287 w 304"/>
                <a:gd name="T5" fmla="*/ 0 h 20"/>
                <a:gd name="T6" fmla="*/ 17 w 304"/>
                <a:gd name="T7" fmla="*/ 0 h 20"/>
                <a:gd name="T8" fmla="*/ 0 w 304"/>
                <a:gd name="T9" fmla="*/ 10 h 20"/>
                <a:gd name="T10" fmla="*/ 17 w 304"/>
                <a:gd name="T11" fmla="*/ 20 h 20"/>
                <a:gd name="T12" fmla="*/ 287 w 304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20">
                  <a:moveTo>
                    <a:pt x="287" y="20"/>
                  </a:moveTo>
                  <a:cubicBezTo>
                    <a:pt x="295" y="20"/>
                    <a:pt x="304" y="20"/>
                    <a:pt x="304" y="10"/>
                  </a:cubicBezTo>
                  <a:cubicBezTo>
                    <a:pt x="304" y="0"/>
                    <a:pt x="295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599" name="Freeform 394">
              <a:extLst>
                <a:ext uri="{FF2B5EF4-FFF2-40B4-BE49-F238E27FC236}">
                  <a16:creationId xmlns:a16="http://schemas.microsoft.com/office/drawing/2014/main" id="{8A171528-E40E-4CF3-A8B6-9DB48A459C96}"/>
                </a:ext>
              </a:extLst>
            </p:cNvPr>
            <p:cNvSpPr>
              <a:spLocks/>
            </p:cNvSpPr>
            <p:nvPr>
              <p:custDataLst>
                <p:tags r:id="rId164"/>
              </p:custDataLst>
            </p:nvPr>
          </p:nvSpPr>
          <p:spPr bwMode="auto">
            <a:xfrm>
              <a:off x="6788152" y="1271588"/>
              <a:ext cx="88900" cy="53975"/>
            </a:xfrm>
            <a:custGeom>
              <a:avLst/>
              <a:gdLst>
                <a:gd name="T0" fmla="*/ 388 w 442"/>
                <a:gd name="T1" fmla="*/ 140 h 261"/>
                <a:gd name="T2" fmla="*/ 343 w 442"/>
                <a:gd name="T3" fmla="*/ 188 h 261"/>
                <a:gd name="T4" fmla="*/ 317 w 442"/>
                <a:gd name="T5" fmla="*/ 255 h 261"/>
                <a:gd name="T6" fmla="*/ 327 w 442"/>
                <a:gd name="T7" fmla="*/ 261 h 261"/>
                <a:gd name="T8" fmla="*/ 338 w 442"/>
                <a:gd name="T9" fmla="*/ 251 h 261"/>
                <a:gd name="T10" fmla="*/ 435 w 442"/>
                <a:gd name="T11" fmla="*/ 137 h 261"/>
                <a:gd name="T12" fmla="*/ 442 w 442"/>
                <a:gd name="T13" fmla="*/ 130 h 261"/>
                <a:gd name="T14" fmla="*/ 439 w 442"/>
                <a:gd name="T15" fmla="*/ 125 h 261"/>
                <a:gd name="T16" fmla="*/ 337 w 442"/>
                <a:gd name="T17" fmla="*/ 8 h 261"/>
                <a:gd name="T18" fmla="*/ 327 w 442"/>
                <a:gd name="T19" fmla="*/ 0 h 261"/>
                <a:gd name="T20" fmla="*/ 317 w 442"/>
                <a:gd name="T21" fmla="*/ 6 h 261"/>
                <a:gd name="T22" fmla="*/ 342 w 442"/>
                <a:gd name="T23" fmla="*/ 72 h 261"/>
                <a:gd name="T24" fmla="*/ 388 w 442"/>
                <a:gd name="T25" fmla="*/ 120 h 261"/>
                <a:gd name="T26" fmla="*/ 18 w 442"/>
                <a:gd name="T27" fmla="*/ 120 h 261"/>
                <a:gd name="T28" fmla="*/ 0 w 442"/>
                <a:gd name="T29" fmla="*/ 130 h 261"/>
                <a:gd name="T30" fmla="*/ 18 w 442"/>
                <a:gd name="T31" fmla="*/ 140 h 261"/>
                <a:gd name="T32" fmla="*/ 388 w 442"/>
                <a:gd name="T33" fmla="*/ 14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2" h="261">
                  <a:moveTo>
                    <a:pt x="388" y="140"/>
                  </a:moveTo>
                  <a:cubicBezTo>
                    <a:pt x="361" y="161"/>
                    <a:pt x="347" y="182"/>
                    <a:pt x="343" y="188"/>
                  </a:cubicBezTo>
                  <a:cubicBezTo>
                    <a:pt x="321" y="223"/>
                    <a:pt x="317" y="254"/>
                    <a:pt x="317" y="255"/>
                  </a:cubicBezTo>
                  <a:cubicBezTo>
                    <a:pt x="317" y="261"/>
                    <a:pt x="323" y="261"/>
                    <a:pt x="327" y="261"/>
                  </a:cubicBezTo>
                  <a:cubicBezTo>
                    <a:pt x="335" y="261"/>
                    <a:pt x="336" y="260"/>
                    <a:pt x="338" y="251"/>
                  </a:cubicBezTo>
                  <a:cubicBezTo>
                    <a:pt x="349" y="202"/>
                    <a:pt x="379" y="160"/>
                    <a:pt x="435" y="137"/>
                  </a:cubicBezTo>
                  <a:cubicBezTo>
                    <a:pt x="441" y="135"/>
                    <a:pt x="442" y="134"/>
                    <a:pt x="442" y="130"/>
                  </a:cubicBezTo>
                  <a:cubicBezTo>
                    <a:pt x="442" y="127"/>
                    <a:pt x="440" y="125"/>
                    <a:pt x="439" y="125"/>
                  </a:cubicBezTo>
                  <a:cubicBezTo>
                    <a:pt x="417" y="116"/>
                    <a:pt x="356" y="92"/>
                    <a:pt x="337" y="8"/>
                  </a:cubicBezTo>
                  <a:cubicBezTo>
                    <a:pt x="336" y="2"/>
                    <a:pt x="335" y="0"/>
                    <a:pt x="327" y="0"/>
                  </a:cubicBezTo>
                  <a:cubicBezTo>
                    <a:pt x="323" y="0"/>
                    <a:pt x="317" y="0"/>
                    <a:pt x="317" y="6"/>
                  </a:cubicBezTo>
                  <a:cubicBezTo>
                    <a:pt x="317" y="7"/>
                    <a:pt x="321" y="39"/>
                    <a:pt x="342" y="72"/>
                  </a:cubicBezTo>
                  <a:cubicBezTo>
                    <a:pt x="352" y="87"/>
                    <a:pt x="367" y="105"/>
                    <a:pt x="388" y="120"/>
                  </a:cubicBezTo>
                  <a:lnTo>
                    <a:pt x="18" y="120"/>
                  </a:lnTo>
                  <a:cubicBezTo>
                    <a:pt x="9" y="120"/>
                    <a:pt x="0" y="120"/>
                    <a:pt x="0" y="130"/>
                  </a:cubicBezTo>
                  <a:cubicBezTo>
                    <a:pt x="0" y="140"/>
                    <a:pt x="9" y="140"/>
                    <a:pt x="18" y="140"/>
                  </a:cubicBezTo>
                  <a:lnTo>
                    <a:pt x="388" y="14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0" name="Freeform 395">
              <a:extLst>
                <a:ext uri="{FF2B5EF4-FFF2-40B4-BE49-F238E27FC236}">
                  <a16:creationId xmlns:a16="http://schemas.microsoft.com/office/drawing/2014/main" id="{8E97AD2F-11DF-42D4-B71B-2B540D96548B}"/>
                </a:ext>
              </a:extLst>
            </p:cNvPr>
            <p:cNvSpPr>
              <a:spLocks/>
            </p:cNvSpPr>
            <p:nvPr>
              <p:custDataLst>
                <p:tags r:id="rId165"/>
              </p:custDataLst>
            </p:nvPr>
          </p:nvSpPr>
          <p:spPr bwMode="auto">
            <a:xfrm>
              <a:off x="6916739" y="1279526"/>
              <a:ext cx="36513" cy="46038"/>
            </a:xfrm>
            <a:custGeom>
              <a:avLst/>
              <a:gdLst>
                <a:gd name="T0" fmla="*/ 169 w 183"/>
                <a:gd name="T1" fmla="*/ 34 h 226"/>
                <a:gd name="T2" fmla="*/ 145 w 183"/>
                <a:gd name="T3" fmla="*/ 56 h 226"/>
                <a:gd name="T4" fmla="*/ 161 w 183"/>
                <a:gd name="T5" fmla="*/ 70 h 226"/>
                <a:gd name="T6" fmla="*/ 183 w 183"/>
                <a:gd name="T7" fmla="*/ 43 h 226"/>
                <a:gd name="T8" fmla="*/ 124 w 183"/>
                <a:gd name="T9" fmla="*/ 0 h 226"/>
                <a:gd name="T10" fmla="*/ 40 w 183"/>
                <a:gd name="T11" fmla="*/ 72 h 226"/>
                <a:gd name="T12" fmla="*/ 91 w 183"/>
                <a:gd name="T13" fmla="*/ 122 h 226"/>
                <a:gd name="T14" fmla="*/ 143 w 183"/>
                <a:gd name="T15" fmla="*/ 160 h 226"/>
                <a:gd name="T16" fmla="*/ 72 w 183"/>
                <a:gd name="T17" fmla="*/ 215 h 226"/>
                <a:gd name="T18" fmla="*/ 15 w 183"/>
                <a:gd name="T19" fmla="*/ 188 h 226"/>
                <a:gd name="T20" fmla="*/ 46 w 183"/>
                <a:gd name="T21" fmla="*/ 162 h 226"/>
                <a:gd name="T22" fmla="*/ 28 w 183"/>
                <a:gd name="T23" fmla="*/ 144 h 226"/>
                <a:gd name="T24" fmla="*/ 0 w 183"/>
                <a:gd name="T25" fmla="*/ 177 h 226"/>
                <a:gd name="T26" fmla="*/ 71 w 183"/>
                <a:gd name="T27" fmla="*/ 226 h 226"/>
                <a:gd name="T28" fmla="*/ 172 w 183"/>
                <a:gd name="T29" fmla="*/ 143 h 226"/>
                <a:gd name="T30" fmla="*/ 156 w 183"/>
                <a:gd name="T31" fmla="*/ 106 h 226"/>
                <a:gd name="T32" fmla="*/ 106 w 183"/>
                <a:gd name="T33" fmla="*/ 85 h 226"/>
                <a:gd name="T34" fmla="*/ 68 w 183"/>
                <a:gd name="T35" fmla="*/ 56 h 226"/>
                <a:gd name="T36" fmla="*/ 124 w 183"/>
                <a:gd name="T37" fmla="*/ 11 h 226"/>
                <a:gd name="T38" fmla="*/ 169 w 183"/>
                <a:gd name="T39" fmla="*/ 34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3" h="226">
                  <a:moveTo>
                    <a:pt x="169" y="34"/>
                  </a:moveTo>
                  <a:cubicBezTo>
                    <a:pt x="155" y="34"/>
                    <a:pt x="145" y="45"/>
                    <a:pt x="145" y="56"/>
                  </a:cubicBezTo>
                  <a:cubicBezTo>
                    <a:pt x="145" y="63"/>
                    <a:pt x="150" y="70"/>
                    <a:pt x="161" y="70"/>
                  </a:cubicBezTo>
                  <a:cubicBezTo>
                    <a:pt x="172" y="70"/>
                    <a:pt x="183" y="62"/>
                    <a:pt x="183" y="43"/>
                  </a:cubicBezTo>
                  <a:cubicBezTo>
                    <a:pt x="183" y="20"/>
                    <a:pt x="162" y="0"/>
                    <a:pt x="124" y="0"/>
                  </a:cubicBezTo>
                  <a:cubicBezTo>
                    <a:pt x="58" y="0"/>
                    <a:pt x="40" y="51"/>
                    <a:pt x="40" y="72"/>
                  </a:cubicBezTo>
                  <a:cubicBezTo>
                    <a:pt x="40" y="111"/>
                    <a:pt x="77" y="119"/>
                    <a:pt x="91" y="122"/>
                  </a:cubicBezTo>
                  <a:cubicBezTo>
                    <a:pt x="117" y="127"/>
                    <a:pt x="143" y="132"/>
                    <a:pt x="143" y="160"/>
                  </a:cubicBezTo>
                  <a:cubicBezTo>
                    <a:pt x="143" y="173"/>
                    <a:pt x="132" y="215"/>
                    <a:pt x="72" y="215"/>
                  </a:cubicBezTo>
                  <a:cubicBezTo>
                    <a:pt x="65" y="215"/>
                    <a:pt x="26" y="215"/>
                    <a:pt x="15" y="188"/>
                  </a:cubicBezTo>
                  <a:cubicBezTo>
                    <a:pt x="34" y="191"/>
                    <a:pt x="46" y="176"/>
                    <a:pt x="46" y="162"/>
                  </a:cubicBezTo>
                  <a:cubicBezTo>
                    <a:pt x="46" y="150"/>
                    <a:pt x="38" y="144"/>
                    <a:pt x="28" y="144"/>
                  </a:cubicBezTo>
                  <a:cubicBezTo>
                    <a:pt x="15" y="144"/>
                    <a:pt x="0" y="155"/>
                    <a:pt x="0" y="177"/>
                  </a:cubicBezTo>
                  <a:cubicBezTo>
                    <a:pt x="0" y="206"/>
                    <a:pt x="28" y="226"/>
                    <a:pt x="71" y="226"/>
                  </a:cubicBezTo>
                  <a:cubicBezTo>
                    <a:pt x="152" y="226"/>
                    <a:pt x="172" y="165"/>
                    <a:pt x="172" y="143"/>
                  </a:cubicBezTo>
                  <a:cubicBezTo>
                    <a:pt x="172" y="125"/>
                    <a:pt x="162" y="112"/>
                    <a:pt x="156" y="106"/>
                  </a:cubicBezTo>
                  <a:cubicBezTo>
                    <a:pt x="143" y="92"/>
                    <a:pt x="128" y="90"/>
                    <a:pt x="106" y="85"/>
                  </a:cubicBezTo>
                  <a:cubicBezTo>
                    <a:pt x="88" y="81"/>
                    <a:pt x="68" y="78"/>
                    <a:pt x="68" y="56"/>
                  </a:cubicBezTo>
                  <a:cubicBezTo>
                    <a:pt x="68" y="41"/>
                    <a:pt x="80" y="11"/>
                    <a:pt x="124" y="11"/>
                  </a:cubicBezTo>
                  <a:cubicBezTo>
                    <a:pt x="137" y="11"/>
                    <a:pt x="162" y="14"/>
                    <a:pt x="169" y="3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1" name="Freeform 396">
              <a:extLst>
                <a:ext uri="{FF2B5EF4-FFF2-40B4-BE49-F238E27FC236}">
                  <a16:creationId xmlns:a16="http://schemas.microsoft.com/office/drawing/2014/main" id="{00A4BA7F-286E-459A-85DC-ABD303E49AF0}"/>
                </a:ext>
              </a:extLst>
            </p:cNvPr>
            <p:cNvSpPr>
              <a:spLocks/>
            </p:cNvSpPr>
            <p:nvPr>
              <p:custDataLst>
                <p:tags r:id="rId166"/>
              </p:custDataLst>
            </p:nvPr>
          </p:nvSpPr>
          <p:spPr bwMode="auto">
            <a:xfrm>
              <a:off x="6969127" y="1247776"/>
              <a:ext cx="22225" cy="103188"/>
            </a:xfrm>
            <a:custGeom>
              <a:avLst/>
              <a:gdLst>
                <a:gd name="T0" fmla="*/ 116 w 116"/>
                <a:gd name="T1" fmla="*/ 494 h 499"/>
                <a:gd name="T2" fmla="*/ 107 w 116"/>
                <a:gd name="T3" fmla="*/ 483 h 499"/>
                <a:gd name="T4" fmla="*/ 29 w 116"/>
                <a:gd name="T5" fmla="*/ 249 h 499"/>
                <a:gd name="T6" fmla="*/ 109 w 116"/>
                <a:gd name="T7" fmla="*/ 14 h 499"/>
                <a:gd name="T8" fmla="*/ 116 w 116"/>
                <a:gd name="T9" fmla="*/ 5 h 499"/>
                <a:gd name="T10" fmla="*/ 111 w 116"/>
                <a:gd name="T11" fmla="*/ 0 h 499"/>
                <a:gd name="T12" fmla="*/ 31 w 116"/>
                <a:gd name="T13" fmla="*/ 97 h 499"/>
                <a:gd name="T14" fmla="*/ 0 w 116"/>
                <a:gd name="T15" fmla="*/ 249 h 499"/>
                <a:gd name="T16" fmla="*/ 33 w 116"/>
                <a:gd name="T17" fmla="*/ 405 h 499"/>
                <a:gd name="T18" fmla="*/ 111 w 116"/>
                <a:gd name="T19" fmla="*/ 499 h 499"/>
                <a:gd name="T20" fmla="*/ 116 w 116"/>
                <a:gd name="T21" fmla="*/ 494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9">
                  <a:moveTo>
                    <a:pt x="116" y="494"/>
                  </a:moveTo>
                  <a:cubicBezTo>
                    <a:pt x="116" y="492"/>
                    <a:pt x="116" y="491"/>
                    <a:pt x="107" y="483"/>
                  </a:cubicBezTo>
                  <a:cubicBezTo>
                    <a:pt x="45" y="420"/>
                    <a:pt x="29" y="326"/>
                    <a:pt x="29" y="249"/>
                  </a:cubicBezTo>
                  <a:cubicBezTo>
                    <a:pt x="29" y="163"/>
                    <a:pt x="48" y="76"/>
                    <a:pt x="109" y="14"/>
                  </a:cubicBezTo>
                  <a:cubicBezTo>
                    <a:pt x="116" y="8"/>
                    <a:pt x="116" y="7"/>
                    <a:pt x="116" y="5"/>
                  </a:cubicBezTo>
                  <a:cubicBezTo>
                    <a:pt x="116" y="2"/>
                    <a:pt x="114" y="0"/>
                    <a:pt x="111" y="0"/>
                  </a:cubicBezTo>
                  <a:cubicBezTo>
                    <a:pt x="106" y="0"/>
                    <a:pt x="61" y="34"/>
                    <a:pt x="31" y="97"/>
                  </a:cubicBezTo>
                  <a:cubicBezTo>
                    <a:pt x="6" y="152"/>
                    <a:pt x="0" y="208"/>
                    <a:pt x="0" y="249"/>
                  </a:cubicBezTo>
                  <a:cubicBezTo>
                    <a:pt x="0" y="288"/>
                    <a:pt x="6" y="349"/>
                    <a:pt x="33" y="405"/>
                  </a:cubicBezTo>
                  <a:cubicBezTo>
                    <a:pt x="63" y="466"/>
                    <a:pt x="106" y="499"/>
                    <a:pt x="111" y="499"/>
                  </a:cubicBezTo>
                  <a:cubicBezTo>
                    <a:pt x="114" y="499"/>
                    <a:pt x="116" y="497"/>
                    <a:pt x="116" y="49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2" name="Freeform 397">
              <a:extLst>
                <a:ext uri="{FF2B5EF4-FFF2-40B4-BE49-F238E27FC236}">
                  <a16:creationId xmlns:a16="http://schemas.microsoft.com/office/drawing/2014/main" id="{4EE2DBF7-99A2-469B-BD9B-32D911BBA287}"/>
                </a:ext>
              </a:extLst>
            </p:cNvPr>
            <p:cNvSpPr>
              <a:spLocks/>
            </p:cNvSpPr>
            <p:nvPr>
              <p:custDataLst>
                <p:tags r:id="rId167"/>
              </p:custDataLst>
            </p:nvPr>
          </p:nvSpPr>
          <p:spPr bwMode="auto">
            <a:xfrm>
              <a:off x="7000877" y="1279526"/>
              <a:ext cx="53975" cy="46038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2 h 226"/>
                <a:gd name="T4" fmla="*/ 39 w 270"/>
                <a:gd name="T5" fmla="*/ 226 h 226"/>
                <a:gd name="T6" fmla="*/ 58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7 w 270"/>
                <a:gd name="T13" fmla="*/ 96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7 w 270"/>
                <a:gd name="T31" fmla="*/ 153 h 226"/>
                <a:gd name="T32" fmla="*/ 206 w 270"/>
                <a:gd name="T33" fmla="*/ 215 h 226"/>
                <a:gd name="T34" fmla="*/ 194 w 270"/>
                <a:gd name="T35" fmla="*/ 198 h 226"/>
                <a:gd name="T36" fmla="*/ 203 w 270"/>
                <a:gd name="T37" fmla="*/ 163 h 226"/>
                <a:gd name="T38" fmla="*/ 233 w 270"/>
                <a:gd name="T39" fmla="*/ 53 h 226"/>
                <a:gd name="T40" fmla="*/ 176 w 270"/>
                <a:gd name="T41" fmla="*/ 0 h 226"/>
                <a:gd name="T42" fmla="*/ 98 w 270"/>
                <a:gd name="T43" fmla="*/ 43 h 226"/>
                <a:gd name="T44" fmla="*/ 52 w 270"/>
                <a:gd name="T45" fmla="*/ 0 h 226"/>
                <a:gd name="T46" fmla="*/ 15 w 270"/>
                <a:gd name="T47" fmla="*/ 28 h 226"/>
                <a:gd name="T48" fmla="*/ 0 w 270"/>
                <a:gd name="T49" fmla="*/ 76 h 226"/>
                <a:gd name="T50" fmla="*/ 6 w 270"/>
                <a:gd name="T51" fmla="*/ 81 h 226"/>
                <a:gd name="T52" fmla="*/ 14 w 270"/>
                <a:gd name="T53" fmla="*/ 70 h 226"/>
                <a:gd name="T54" fmla="*/ 51 w 270"/>
                <a:gd name="T55" fmla="*/ 11 h 226"/>
                <a:gd name="T56" fmla="*/ 66 w 270"/>
                <a:gd name="T57" fmla="*/ 34 h 226"/>
                <a:gd name="T58" fmla="*/ 58 w 270"/>
                <a:gd name="T59" fmla="*/ 75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8" y="211"/>
                    <a:pt x="64" y="187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7" y="96"/>
                  </a:cubicBezTo>
                  <a:cubicBezTo>
                    <a:pt x="89" y="88"/>
                    <a:pt x="93" y="74"/>
                    <a:pt x="93" y="72"/>
                  </a:cubicBezTo>
                  <a:cubicBezTo>
                    <a:pt x="101" y="56"/>
                    <a:pt x="127" y="11"/>
                    <a:pt x="174" y="11"/>
                  </a:cubicBezTo>
                  <a:cubicBezTo>
                    <a:pt x="197" y="11"/>
                    <a:pt x="201" y="29"/>
                    <a:pt x="201" y="46"/>
                  </a:cubicBezTo>
                  <a:cubicBezTo>
                    <a:pt x="201" y="76"/>
                    <a:pt x="177" y="140"/>
                    <a:pt x="169" y="162"/>
                  </a:cubicBezTo>
                  <a:cubicBezTo>
                    <a:pt x="164" y="173"/>
                    <a:pt x="164" y="179"/>
                    <a:pt x="164" y="185"/>
                  </a:cubicBezTo>
                  <a:cubicBezTo>
                    <a:pt x="164" y="208"/>
                    <a:pt x="181" y="226"/>
                    <a:pt x="205" y="226"/>
                  </a:cubicBezTo>
                  <a:cubicBezTo>
                    <a:pt x="252" y="226"/>
                    <a:pt x="270" y="153"/>
                    <a:pt x="270" y="149"/>
                  </a:cubicBezTo>
                  <a:cubicBezTo>
                    <a:pt x="270" y="144"/>
                    <a:pt x="266" y="144"/>
                    <a:pt x="264" y="144"/>
                  </a:cubicBezTo>
                  <a:cubicBezTo>
                    <a:pt x="259" y="144"/>
                    <a:pt x="259" y="145"/>
                    <a:pt x="257" y="153"/>
                  </a:cubicBezTo>
                  <a:cubicBezTo>
                    <a:pt x="247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8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6"/>
                    <a:pt x="233" y="81"/>
                    <a:pt x="233" y="53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7" y="32"/>
                    <a:pt x="98" y="43"/>
                  </a:cubicBezTo>
                  <a:cubicBezTo>
                    <a:pt x="96" y="15"/>
                    <a:pt x="75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7" y="45"/>
                    <a:pt x="0" y="74"/>
                    <a:pt x="0" y="76"/>
                  </a:cubicBezTo>
                  <a:cubicBezTo>
                    <a:pt x="0" y="81"/>
                    <a:pt x="5" y="81"/>
                    <a:pt x="6" y="81"/>
                  </a:cubicBezTo>
                  <a:cubicBezTo>
                    <a:pt x="11" y="81"/>
                    <a:pt x="11" y="81"/>
                    <a:pt x="14" y="70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61" y="11"/>
                    <a:pt x="66" y="17"/>
                    <a:pt x="66" y="34"/>
                  </a:cubicBezTo>
                  <a:cubicBezTo>
                    <a:pt x="66" y="44"/>
                    <a:pt x="65" y="50"/>
                    <a:pt x="58" y="75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3" name="Freeform 398">
              <a:extLst>
                <a:ext uri="{FF2B5EF4-FFF2-40B4-BE49-F238E27FC236}">
                  <a16:creationId xmlns:a16="http://schemas.microsoft.com/office/drawing/2014/main" id="{128E8C90-06C5-4F67-BA5B-4871CB7555EA}"/>
                </a:ext>
              </a:extLst>
            </p:cNvPr>
            <p:cNvSpPr>
              <a:spLocks/>
            </p:cNvSpPr>
            <p:nvPr>
              <p:custDataLst>
                <p:tags r:id="rId168"/>
              </p:custDataLst>
            </p:nvPr>
          </p:nvSpPr>
          <p:spPr bwMode="auto">
            <a:xfrm>
              <a:off x="7062789" y="1292226"/>
              <a:ext cx="33338" cy="49213"/>
            </a:xfrm>
            <a:custGeom>
              <a:avLst/>
              <a:gdLst>
                <a:gd name="T0" fmla="*/ 162 w 165"/>
                <a:gd name="T1" fmla="*/ 25 h 243"/>
                <a:gd name="T2" fmla="*/ 165 w 165"/>
                <a:gd name="T3" fmla="*/ 11 h 243"/>
                <a:gd name="T4" fmla="*/ 74 w 165"/>
                <a:gd name="T5" fmla="*/ 11 h 243"/>
                <a:gd name="T6" fmla="*/ 44 w 165"/>
                <a:gd name="T7" fmla="*/ 10 h 243"/>
                <a:gd name="T8" fmla="*/ 24 w 165"/>
                <a:gd name="T9" fmla="*/ 0 h 243"/>
                <a:gd name="T10" fmla="*/ 12 w 165"/>
                <a:gd name="T11" fmla="*/ 0 h 243"/>
                <a:gd name="T12" fmla="*/ 0 w 165"/>
                <a:gd name="T13" fmla="*/ 75 h 243"/>
                <a:gd name="T14" fmla="*/ 12 w 165"/>
                <a:gd name="T15" fmla="*/ 75 h 243"/>
                <a:gd name="T16" fmla="*/ 21 w 165"/>
                <a:gd name="T17" fmla="*/ 43 h 243"/>
                <a:gd name="T18" fmla="*/ 58 w 165"/>
                <a:gd name="T19" fmla="*/ 41 h 243"/>
                <a:gd name="T20" fmla="*/ 134 w 165"/>
                <a:gd name="T21" fmla="*/ 41 h 243"/>
                <a:gd name="T22" fmla="*/ 97 w 165"/>
                <a:gd name="T23" fmla="*/ 87 h 243"/>
                <a:gd name="T24" fmla="*/ 48 w 165"/>
                <a:gd name="T25" fmla="*/ 223 h 243"/>
                <a:gd name="T26" fmla="*/ 64 w 165"/>
                <a:gd name="T27" fmla="*/ 243 h 243"/>
                <a:gd name="T28" fmla="*/ 81 w 165"/>
                <a:gd name="T29" fmla="*/ 222 h 243"/>
                <a:gd name="T30" fmla="*/ 81 w 165"/>
                <a:gd name="T31" fmla="*/ 209 h 243"/>
                <a:gd name="T32" fmla="*/ 110 w 165"/>
                <a:gd name="T33" fmla="*/ 91 h 243"/>
                <a:gd name="T34" fmla="*/ 162 w 165"/>
                <a:gd name="T35" fmla="*/ 2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5" h="243">
                  <a:moveTo>
                    <a:pt x="162" y="25"/>
                  </a:moveTo>
                  <a:cubicBezTo>
                    <a:pt x="165" y="21"/>
                    <a:pt x="165" y="20"/>
                    <a:pt x="165" y="11"/>
                  </a:cubicBezTo>
                  <a:lnTo>
                    <a:pt x="74" y="11"/>
                  </a:lnTo>
                  <a:cubicBezTo>
                    <a:pt x="60" y="11"/>
                    <a:pt x="56" y="11"/>
                    <a:pt x="44" y="10"/>
                  </a:cubicBezTo>
                  <a:cubicBezTo>
                    <a:pt x="26" y="8"/>
                    <a:pt x="25" y="6"/>
                    <a:pt x="24" y="0"/>
                  </a:cubicBezTo>
                  <a:lnTo>
                    <a:pt x="12" y="0"/>
                  </a:lnTo>
                  <a:lnTo>
                    <a:pt x="0" y="75"/>
                  </a:lnTo>
                  <a:lnTo>
                    <a:pt x="12" y="75"/>
                  </a:lnTo>
                  <a:cubicBezTo>
                    <a:pt x="12" y="69"/>
                    <a:pt x="16" y="46"/>
                    <a:pt x="21" y="43"/>
                  </a:cubicBezTo>
                  <a:cubicBezTo>
                    <a:pt x="24" y="41"/>
                    <a:pt x="52" y="41"/>
                    <a:pt x="58" y="41"/>
                  </a:cubicBezTo>
                  <a:lnTo>
                    <a:pt x="134" y="41"/>
                  </a:lnTo>
                  <a:cubicBezTo>
                    <a:pt x="122" y="55"/>
                    <a:pt x="105" y="77"/>
                    <a:pt x="97" y="87"/>
                  </a:cubicBezTo>
                  <a:cubicBezTo>
                    <a:pt x="52" y="147"/>
                    <a:pt x="48" y="202"/>
                    <a:pt x="48" y="223"/>
                  </a:cubicBezTo>
                  <a:cubicBezTo>
                    <a:pt x="48" y="227"/>
                    <a:pt x="48" y="243"/>
                    <a:pt x="64" y="243"/>
                  </a:cubicBezTo>
                  <a:cubicBezTo>
                    <a:pt x="81" y="243"/>
                    <a:pt x="81" y="227"/>
                    <a:pt x="81" y="222"/>
                  </a:cubicBezTo>
                  <a:lnTo>
                    <a:pt x="81" y="209"/>
                  </a:lnTo>
                  <a:cubicBezTo>
                    <a:pt x="81" y="141"/>
                    <a:pt x="95" y="110"/>
                    <a:pt x="110" y="91"/>
                  </a:cubicBezTo>
                  <a:lnTo>
                    <a:pt x="162" y="2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4" name="Freeform 399">
              <a:extLst>
                <a:ext uri="{FF2B5EF4-FFF2-40B4-BE49-F238E27FC236}">
                  <a16:creationId xmlns:a16="http://schemas.microsoft.com/office/drawing/2014/main" id="{DA708B3B-7ED3-4D28-B03E-09DC83D08E54}"/>
                </a:ext>
              </a:extLst>
            </p:cNvPr>
            <p:cNvSpPr>
              <a:spLocks/>
            </p:cNvSpPr>
            <p:nvPr>
              <p:custDataLst>
                <p:tags r:id="rId169"/>
              </p:custDataLst>
            </p:nvPr>
          </p:nvSpPr>
          <p:spPr bwMode="auto">
            <a:xfrm>
              <a:off x="7108827" y="1247776"/>
              <a:ext cx="23813" cy="103188"/>
            </a:xfrm>
            <a:custGeom>
              <a:avLst/>
              <a:gdLst>
                <a:gd name="T0" fmla="*/ 116 w 116"/>
                <a:gd name="T1" fmla="*/ 249 h 499"/>
                <a:gd name="T2" fmla="*/ 83 w 116"/>
                <a:gd name="T3" fmla="*/ 94 h 499"/>
                <a:gd name="T4" fmla="*/ 5 w 116"/>
                <a:gd name="T5" fmla="*/ 0 h 499"/>
                <a:gd name="T6" fmla="*/ 0 w 116"/>
                <a:gd name="T7" fmla="*/ 5 h 499"/>
                <a:gd name="T8" fmla="*/ 10 w 116"/>
                <a:gd name="T9" fmla="*/ 17 h 499"/>
                <a:gd name="T10" fmla="*/ 87 w 116"/>
                <a:gd name="T11" fmla="*/ 249 h 499"/>
                <a:gd name="T12" fmla="*/ 7 w 116"/>
                <a:gd name="T13" fmla="*/ 485 h 499"/>
                <a:gd name="T14" fmla="*/ 0 w 116"/>
                <a:gd name="T15" fmla="*/ 494 h 499"/>
                <a:gd name="T16" fmla="*/ 5 w 116"/>
                <a:gd name="T17" fmla="*/ 499 h 499"/>
                <a:gd name="T18" fmla="*/ 85 w 116"/>
                <a:gd name="T19" fmla="*/ 402 h 499"/>
                <a:gd name="T20" fmla="*/ 116 w 116"/>
                <a:gd name="T21" fmla="*/ 24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9">
                  <a:moveTo>
                    <a:pt x="116" y="249"/>
                  </a:moveTo>
                  <a:cubicBezTo>
                    <a:pt x="116" y="211"/>
                    <a:pt x="111" y="150"/>
                    <a:pt x="83" y="94"/>
                  </a:cubicBezTo>
                  <a:cubicBezTo>
                    <a:pt x="53" y="33"/>
                    <a:pt x="10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0" y="8"/>
                    <a:pt x="10" y="17"/>
                  </a:cubicBezTo>
                  <a:cubicBezTo>
                    <a:pt x="59" y="66"/>
                    <a:pt x="87" y="145"/>
                    <a:pt x="87" y="249"/>
                  </a:cubicBezTo>
                  <a:cubicBezTo>
                    <a:pt x="87" y="335"/>
                    <a:pt x="69" y="422"/>
                    <a:pt x="7" y="485"/>
                  </a:cubicBezTo>
                  <a:cubicBezTo>
                    <a:pt x="0" y="491"/>
                    <a:pt x="0" y="492"/>
                    <a:pt x="0" y="494"/>
                  </a:cubicBezTo>
                  <a:cubicBezTo>
                    <a:pt x="0" y="497"/>
                    <a:pt x="2" y="499"/>
                    <a:pt x="5" y="499"/>
                  </a:cubicBezTo>
                  <a:cubicBezTo>
                    <a:pt x="10" y="499"/>
                    <a:pt x="55" y="465"/>
                    <a:pt x="85" y="402"/>
                  </a:cubicBezTo>
                  <a:cubicBezTo>
                    <a:pt x="110" y="347"/>
                    <a:pt x="116" y="291"/>
                    <a:pt x="116" y="2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5" name="Freeform 400">
              <a:extLst>
                <a:ext uri="{FF2B5EF4-FFF2-40B4-BE49-F238E27FC236}">
                  <a16:creationId xmlns:a16="http://schemas.microsoft.com/office/drawing/2014/main" id="{9A2AE31B-0481-4F24-A482-15BA78B40EB2}"/>
                </a:ext>
              </a:extLst>
            </p:cNvPr>
            <p:cNvSpPr>
              <a:spLocks/>
            </p:cNvSpPr>
            <p:nvPr>
              <p:custDataLst>
                <p:tags r:id="rId170"/>
              </p:custDataLst>
            </p:nvPr>
          </p:nvSpPr>
          <p:spPr bwMode="auto">
            <a:xfrm>
              <a:off x="7151689" y="1314451"/>
              <a:ext cx="11113" cy="30163"/>
            </a:xfrm>
            <a:custGeom>
              <a:avLst/>
              <a:gdLst>
                <a:gd name="T0" fmla="*/ 58 w 58"/>
                <a:gd name="T1" fmla="*/ 53 h 149"/>
                <a:gd name="T2" fmla="*/ 26 w 58"/>
                <a:gd name="T3" fmla="*/ 0 h 149"/>
                <a:gd name="T4" fmla="*/ 0 w 58"/>
                <a:gd name="T5" fmla="*/ 27 h 149"/>
                <a:gd name="T6" fmla="*/ 26 w 58"/>
                <a:gd name="T7" fmla="*/ 53 h 149"/>
                <a:gd name="T8" fmla="*/ 43 w 58"/>
                <a:gd name="T9" fmla="*/ 47 h 149"/>
                <a:gd name="T10" fmla="*/ 46 w 58"/>
                <a:gd name="T11" fmla="*/ 45 h 149"/>
                <a:gd name="T12" fmla="*/ 47 w 58"/>
                <a:gd name="T13" fmla="*/ 53 h 149"/>
                <a:gd name="T14" fmla="*/ 13 w 58"/>
                <a:gd name="T15" fmla="*/ 136 h 149"/>
                <a:gd name="T16" fmla="*/ 8 w 58"/>
                <a:gd name="T17" fmla="*/ 144 h 149"/>
                <a:gd name="T18" fmla="*/ 13 w 58"/>
                <a:gd name="T19" fmla="*/ 149 h 149"/>
                <a:gd name="T20" fmla="*/ 58 w 58"/>
                <a:gd name="T21" fmla="*/ 53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149">
                  <a:moveTo>
                    <a:pt x="58" y="53"/>
                  </a:moveTo>
                  <a:cubicBezTo>
                    <a:pt x="58" y="20"/>
                    <a:pt x="45" y="0"/>
                    <a:pt x="26" y="0"/>
                  </a:cubicBezTo>
                  <a:cubicBezTo>
                    <a:pt x="10" y="0"/>
                    <a:pt x="0" y="13"/>
                    <a:pt x="0" y="27"/>
                  </a:cubicBezTo>
                  <a:cubicBezTo>
                    <a:pt x="0" y="40"/>
                    <a:pt x="10" y="53"/>
                    <a:pt x="26" y="53"/>
                  </a:cubicBezTo>
                  <a:cubicBezTo>
                    <a:pt x="32" y="53"/>
                    <a:pt x="38" y="51"/>
                    <a:pt x="43" y="47"/>
                  </a:cubicBezTo>
                  <a:cubicBezTo>
                    <a:pt x="45" y="46"/>
                    <a:pt x="45" y="45"/>
                    <a:pt x="46" y="45"/>
                  </a:cubicBezTo>
                  <a:cubicBezTo>
                    <a:pt x="46" y="45"/>
                    <a:pt x="47" y="46"/>
                    <a:pt x="47" y="53"/>
                  </a:cubicBezTo>
                  <a:cubicBezTo>
                    <a:pt x="47" y="89"/>
                    <a:pt x="29" y="119"/>
                    <a:pt x="13" y="136"/>
                  </a:cubicBezTo>
                  <a:cubicBezTo>
                    <a:pt x="8" y="141"/>
                    <a:pt x="8" y="142"/>
                    <a:pt x="8" y="144"/>
                  </a:cubicBezTo>
                  <a:cubicBezTo>
                    <a:pt x="8" y="147"/>
                    <a:pt x="10" y="149"/>
                    <a:pt x="13" y="149"/>
                  </a:cubicBezTo>
                  <a:cubicBezTo>
                    <a:pt x="18" y="149"/>
                    <a:pt x="58" y="111"/>
                    <a:pt x="58" y="53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6" name="Freeform 401">
              <a:extLst>
                <a:ext uri="{FF2B5EF4-FFF2-40B4-BE49-F238E27FC236}">
                  <a16:creationId xmlns:a16="http://schemas.microsoft.com/office/drawing/2014/main" id="{A2201D94-CAB8-41A5-99FB-A68F2BB0DCD1}"/>
                </a:ext>
              </a:extLst>
            </p:cNvPr>
            <p:cNvSpPr>
              <a:spLocks/>
            </p:cNvSpPr>
            <p:nvPr>
              <p:custDataLst>
                <p:tags r:id="rId171"/>
              </p:custDataLst>
            </p:nvPr>
          </p:nvSpPr>
          <p:spPr bwMode="auto">
            <a:xfrm>
              <a:off x="7189789" y="1279526"/>
              <a:ext cx="41275" cy="46038"/>
            </a:xfrm>
            <a:custGeom>
              <a:avLst/>
              <a:gdLst>
                <a:gd name="T0" fmla="*/ 29 w 203"/>
                <a:gd name="T1" fmla="*/ 191 h 226"/>
                <a:gd name="T2" fmla="*/ 25 w 203"/>
                <a:gd name="T3" fmla="*/ 212 h 226"/>
                <a:gd name="T4" fmla="*/ 39 w 203"/>
                <a:gd name="T5" fmla="*/ 226 h 226"/>
                <a:gd name="T6" fmla="*/ 58 w 203"/>
                <a:gd name="T7" fmla="*/ 212 h 226"/>
                <a:gd name="T8" fmla="*/ 78 w 203"/>
                <a:gd name="T9" fmla="*/ 133 h 226"/>
                <a:gd name="T10" fmla="*/ 94 w 203"/>
                <a:gd name="T11" fmla="*/ 68 h 226"/>
                <a:gd name="T12" fmla="*/ 121 w 203"/>
                <a:gd name="T13" fmla="*/ 27 h 226"/>
                <a:gd name="T14" fmla="*/ 161 w 203"/>
                <a:gd name="T15" fmla="*/ 11 h 226"/>
                <a:gd name="T16" fmla="*/ 182 w 203"/>
                <a:gd name="T17" fmla="*/ 17 h 226"/>
                <a:gd name="T18" fmla="*/ 156 w 203"/>
                <a:gd name="T19" fmla="*/ 44 h 226"/>
                <a:gd name="T20" fmla="*/ 175 w 203"/>
                <a:gd name="T21" fmla="*/ 62 h 226"/>
                <a:gd name="T22" fmla="*/ 203 w 203"/>
                <a:gd name="T23" fmla="*/ 32 h 226"/>
                <a:gd name="T24" fmla="*/ 161 w 203"/>
                <a:gd name="T25" fmla="*/ 0 h 226"/>
                <a:gd name="T26" fmla="*/ 98 w 203"/>
                <a:gd name="T27" fmla="*/ 38 h 226"/>
                <a:gd name="T28" fmla="*/ 52 w 203"/>
                <a:gd name="T29" fmla="*/ 0 h 226"/>
                <a:gd name="T30" fmla="*/ 15 w 203"/>
                <a:gd name="T31" fmla="*/ 28 h 226"/>
                <a:gd name="T32" fmla="*/ 0 w 203"/>
                <a:gd name="T33" fmla="*/ 76 h 226"/>
                <a:gd name="T34" fmla="*/ 6 w 203"/>
                <a:gd name="T35" fmla="*/ 81 h 226"/>
                <a:gd name="T36" fmla="*/ 14 w 203"/>
                <a:gd name="T37" fmla="*/ 70 h 226"/>
                <a:gd name="T38" fmla="*/ 51 w 203"/>
                <a:gd name="T39" fmla="*/ 11 h 226"/>
                <a:gd name="T40" fmla="*/ 66 w 203"/>
                <a:gd name="T41" fmla="*/ 34 h 226"/>
                <a:gd name="T42" fmla="*/ 58 w 203"/>
                <a:gd name="T43" fmla="*/ 75 h 226"/>
                <a:gd name="T44" fmla="*/ 29 w 203"/>
                <a:gd name="T4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9" y="210"/>
                    <a:pt x="76" y="142"/>
                    <a:pt x="78" y="133"/>
                  </a:cubicBezTo>
                  <a:cubicBezTo>
                    <a:pt x="82" y="116"/>
                    <a:pt x="91" y="81"/>
                    <a:pt x="94" y="68"/>
                  </a:cubicBezTo>
                  <a:cubicBezTo>
                    <a:pt x="96" y="62"/>
                    <a:pt x="109" y="38"/>
                    <a:pt x="121" y="27"/>
                  </a:cubicBezTo>
                  <a:cubicBezTo>
                    <a:pt x="125" y="24"/>
                    <a:pt x="140" y="11"/>
                    <a:pt x="161" y="11"/>
                  </a:cubicBezTo>
                  <a:cubicBezTo>
                    <a:pt x="174" y="11"/>
                    <a:pt x="182" y="17"/>
                    <a:pt x="182" y="17"/>
                  </a:cubicBezTo>
                  <a:cubicBezTo>
                    <a:pt x="167" y="19"/>
                    <a:pt x="156" y="31"/>
                    <a:pt x="156" y="44"/>
                  </a:cubicBezTo>
                  <a:cubicBezTo>
                    <a:pt x="156" y="52"/>
                    <a:pt x="162" y="62"/>
                    <a:pt x="175" y="62"/>
                  </a:cubicBezTo>
                  <a:cubicBezTo>
                    <a:pt x="189" y="62"/>
                    <a:pt x="203" y="50"/>
                    <a:pt x="203" y="32"/>
                  </a:cubicBezTo>
                  <a:cubicBezTo>
                    <a:pt x="203" y="15"/>
                    <a:pt x="187" y="0"/>
                    <a:pt x="161" y="0"/>
                  </a:cubicBezTo>
                  <a:cubicBezTo>
                    <a:pt x="129" y="0"/>
                    <a:pt x="107" y="24"/>
                    <a:pt x="98" y="38"/>
                  </a:cubicBezTo>
                  <a:cubicBezTo>
                    <a:pt x="94" y="16"/>
                    <a:pt x="76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6" y="45"/>
                    <a:pt x="0" y="75"/>
                    <a:pt x="0" y="76"/>
                  </a:cubicBezTo>
                  <a:cubicBezTo>
                    <a:pt x="0" y="81"/>
                    <a:pt x="5" y="81"/>
                    <a:pt x="6" y="81"/>
                  </a:cubicBezTo>
                  <a:cubicBezTo>
                    <a:pt x="11" y="81"/>
                    <a:pt x="11" y="81"/>
                    <a:pt x="14" y="70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4"/>
                    <a:pt x="65" y="50"/>
                    <a:pt x="58" y="75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7" name="Freeform 402">
              <a:extLst>
                <a:ext uri="{FF2B5EF4-FFF2-40B4-BE49-F238E27FC236}">
                  <a16:creationId xmlns:a16="http://schemas.microsoft.com/office/drawing/2014/main" id="{3BFA2362-BB5C-443A-B4F4-32E9DA772E2B}"/>
                </a:ext>
              </a:extLst>
            </p:cNvPr>
            <p:cNvSpPr>
              <a:spLocks/>
            </p:cNvSpPr>
            <p:nvPr>
              <p:custDataLst>
                <p:tags r:id="rId172"/>
              </p:custDataLst>
            </p:nvPr>
          </p:nvSpPr>
          <p:spPr bwMode="auto">
            <a:xfrm>
              <a:off x="7237414" y="1292226"/>
              <a:ext cx="31750" cy="47625"/>
            </a:xfrm>
            <a:custGeom>
              <a:avLst/>
              <a:gdLst>
                <a:gd name="T0" fmla="*/ 154 w 154"/>
                <a:gd name="T1" fmla="*/ 168 h 232"/>
                <a:gd name="T2" fmla="*/ 142 w 154"/>
                <a:gd name="T3" fmla="*/ 168 h 232"/>
                <a:gd name="T4" fmla="*/ 133 w 154"/>
                <a:gd name="T5" fmla="*/ 200 h 232"/>
                <a:gd name="T6" fmla="*/ 98 w 154"/>
                <a:gd name="T7" fmla="*/ 202 h 232"/>
                <a:gd name="T8" fmla="*/ 34 w 154"/>
                <a:gd name="T9" fmla="*/ 202 h 232"/>
                <a:gd name="T10" fmla="*/ 104 w 154"/>
                <a:gd name="T11" fmla="*/ 144 h 232"/>
                <a:gd name="T12" fmla="*/ 154 w 154"/>
                <a:gd name="T13" fmla="*/ 68 h 232"/>
                <a:gd name="T14" fmla="*/ 72 w 154"/>
                <a:gd name="T15" fmla="*/ 0 h 232"/>
                <a:gd name="T16" fmla="*/ 0 w 154"/>
                <a:gd name="T17" fmla="*/ 63 h 232"/>
                <a:gd name="T18" fmla="*/ 18 w 154"/>
                <a:gd name="T19" fmla="*/ 82 h 232"/>
                <a:gd name="T20" fmla="*/ 37 w 154"/>
                <a:gd name="T21" fmla="*/ 64 h 232"/>
                <a:gd name="T22" fmla="*/ 16 w 154"/>
                <a:gd name="T23" fmla="*/ 45 h 232"/>
                <a:gd name="T24" fmla="*/ 67 w 154"/>
                <a:gd name="T25" fmla="*/ 13 h 232"/>
                <a:gd name="T26" fmla="*/ 120 w 154"/>
                <a:gd name="T27" fmla="*/ 68 h 232"/>
                <a:gd name="T28" fmla="*/ 87 w 154"/>
                <a:gd name="T29" fmla="*/ 135 h 232"/>
                <a:gd name="T30" fmla="*/ 3 w 154"/>
                <a:gd name="T31" fmla="*/ 218 h 232"/>
                <a:gd name="T32" fmla="*/ 0 w 154"/>
                <a:gd name="T33" fmla="*/ 232 h 232"/>
                <a:gd name="T34" fmla="*/ 143 w 154"/>
                <a:gd name="T35" fmla="*/ 232 h 232"/>
                <a:gd name="T36" fmla="*/ 154 w 154"/>
                <a:gd name="T37" fmla="*/ 168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8"/>
                  </a:moveTo>
                  <a:lnTo>
                    <a:pt x="142" y="168"/>
                  </a:lnTo>
                  <a:cubicBezTo>
                    <a:pt x="141" y="176"/>
                    <a:pt x="137" y="197"/>
                    <a:pt x="133" y="200"/>
                  </a:cubicBezTo>
                  <a:cubicBezTo>
                    <a:pt x="130" y="202"/>
                    <a:pt x="103" y="202"/>
                    <a:pt x="98" y="202"/>
                  </a:cubicBezTo>
                  <a:lnTo>
                    <a:pt x="34" y="202"/>
                  </a:lnTo>
                  <a:cubicBezTo>
                    <a:pt x="71" y="170"/>
                    <a:pt x="83" y="160"/>
                    <a:pt x="104" y="144"/>
                  </a:cubicBezTo>
                  <a:cubicBezTo>
                    <a:pt x="130" y="123"/>
                    <a:pt x="154" y="101"/>
                    <a:pt x="154" y="68"/>
                  </a:cubicBezTo>
                  <a:cubicBezTo>
                    <a:pt x="154" y="26"/>
                    <a:pt x="117" y="0"/>
                    <a:pt x="72" y="0"/>
                  </a:cubicBezTo>
                  <a:cubicBezTo>
                    <a:pt x="29" y="0"/>
                    <a:pt x="0" y="31"/>
                    <a:pt x="0" y="63"/>
                  </a:cubicBezTo>
                  <a:cubicBezTo>
                    <a:pt x="0" y="80"/>
                    <a:pt x="15" y="82"/>
                    <a:pt x="18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7"/>
                    <a:pt x="34" y="45"/>
                    <a:pt x="16" y="45"/>
                  </a:cubicBezTo>
                  <a:cubicBezTo>
                    <a:pt x="27" y="20"/>
                    <a:pt x="51" y="13"/>
                    <a:pt x="67" y="13"/>
                  </a:cubicBezTo>
                  <a:cubicBezTo>
                    <a:pt x="102" y="13"/>
                    <a:pt x="120" y="40"/>
                    <a:pt x="120" y="68"/>
                  </a:cubicBezTo>
                  <a:cubicBezTo>
                    <a:pt x="120" y="99"/>
                    <a:pt x="98" y="123"/>
                    <a:pt x="87" y="135"/>
                  </a:cubicBezTo>
                  <a:lnTo>
                    <a:pt x="3" y="218"/>
                  </a:lnTo>
                  <a:cubicBezTo>
                    <a:pt x="0" y="221"/>
                    <a:pt x="0" y="222"/>
                    <a:pt x="0" y="232"/>
                  </a:cubicBezTo>
                  <a:lnTo>
                    <a:pt x="143" y="232"/>
                  </a:lnTo>
                  <a:lnTo>
                    <a:pt x="154" y="16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8" name="Freeform 403">
              <a:extLst>
                <a:ext uri="{FF2B5EF4-FFF2-40B4-BE49-F238E27FC236}">
                  <a16:creationId xmlns:a16="http://schemas.microsoft.com/office/drawing/2014/main" id="{28161A63-555C-4787-97F1-E5FEAE2535ED}"/>
                </a:ext>
              </a:extLst>
            </p:cNvPr>
            <p:cNvSpPr>
              <a:spLocks noEditPoints="1"/>
            </p:cNvSpPr>
            <p:nvPr>
              <p:custDataLst>
                <p:tags r:id="rId173"/>
              </p:custDataLst>
            </p:nvPr>
          </p:nvSpPr>
          <p:spPr bwMode="auto">
            <a:xfrm>
              <a:off x="5535614" y="1462088"/>
              <a:ext cx="36513" cy="71438"/>
            </a:xfrm>
            <a:custGeom>
              <a:avLst/>
              <a:gdLst>
                <a:gd name="T0" fmla="*/ 96 w 184"/>
                <a:gd name="T1" fmla="*/ 5 h 351"/>
                <a:gd name="T2" fmla="*/ 89 w 184"/>
                <a:gd name="T3" fmla="*/ 0 h 351"/>
                <a:gd name="T4" fmla="*/ 29 w 184"/>
                <a:gd name="T5" fmla="*/ 5 h 351"/>
                <a:gd name="T6" fmla="*/ 19 w 184"/>
                <a:gd name="T7" fmla="*/ 15 h 351"/>
                <a:gd name="T8" fmla="*/ 31 w 184"/>
                <a:gd name="T9" fmla="*/ 21 h 351"/>
                <a:gd name="T10" fmla="*/ 56 w 184"/>
                <a:gd name="T11" fmla="*/ 29 h 351"/>
                <a:gd name="T12" fmla="*/ 49 w 184"/>
                <a:gd name="T13" fmla="*/ 60 h 351"/>
                <a:gd name="T14" fmla="*/ 8 w 184"/>
                <a:gd name="T15" fmla="*/ 222 h 351"/>
                <a:gd name="T16" fmla="*/ 0 w 184"/>
                <a:gd name="T17" fmla="*/ 273 h 351"/>
                <a:gd name="T18" fmla="*/ 64 w 184"/>
                <a:gd name="T19" fmla="*/ 351 h 351"/>
                <a:gd name="T20" fmla="*/ 184 w 184"/>
                <a:gd name="T21" fmla="*/ 205 h 351"/>
                <a:gd name="T22" fmla="*/ 117 w 184"/>
                <a:gd name="T23" fmla="*/ 125 h 351"/>
                <a:gd name="T24" fmla="*/ 59 w 184"/>
                <a:gd name="T25" fmla="*/ 155 h 351"/>
                <a:gd name="T26" fmla="*/ 96 w 184"/>
                <a:gd name="T27" fmla="*/ 5 h 351"/>
                <a:gd name="T28" fmla="*/ 49 w 184"/>
                <a:gd name="T29" fmla="*/ 194 h 351"/>
                <a:gd name="T30" fmla="*/ 57 w 184"/>
                <a:gd name="T31" fmla="*/ 176 h 351"/>
                <a:gd name="T32" fmla="*/ 116 w 184"/>
                <a:gd name="T33" fmla="*/ 136 h 351"/>
                <a:gd name="T34" fmla="*/ 148 w 184"/>
                <a:gd name="T35" fmla="*/ 183 h 351"/>
                <a:gd name="T36" fmla="*/ 122 w 184"/>
                <a:gd name="T37" fmla="*/ 289 h 351"/>
                <a:gd name="T38" fmla="*/ 64 w 184"/>
                <a:gd name="T39" fmla="*/ 340 h 351"/>
                <a:gd name="T40" fmla="*/ 30 w 184"/>
                <a:gd name="T41" fmla="*/ 290 h 351"/>
                <a:gd name="T42" fmla="*/ 38 w 184"/>
                <a:gd name="T43" fmla="*/ 239 h 351"/>
                <a:gd name="T44" fmla="*/ 49 w 184"/>
                <a:gd name="T45" fmla="*/ 19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4" h="351">
                  <a:moveTo>
                    <a:pt x="96" y="5"/>
                  </a:moveTo>
                  <a:cubicBezTo>
                    <a:pt x="96" y="5"/>
                    <a:pt x="96" y="0"/>
                    <a:pt x="89" y="0"/>
                  </a:cubicBezTo>
                  <a:cubicBezTo>
                    <a:pt x="78" y="0"/>
                    <a:pt x="42" y="4"/>
                    <a:pt x="29" y="5"/>
                  </a:cubicBezTo>
                  <a:cubicBezTo>
                    <a:pt x="25" y="5"/>
                    <a:pt x="19" y="6"/>
                    <a:pt x="19" y="15"/>
                  </a:cubicBezTo>
                  <a:cubicBezTo>
                    <a:pt x="19" y="21"/>
                    <a:pt x="24" y="21"/>
                    <a:pt x="31" y="21"/>
                  </a:cubicBezTo>
                  <a:cubicBezTo>
                    <a:pt x="55" y="21"/>
                    <a:pt x="56" y="24"/>
                    <a:pt x="56" y="29"/>
                  </a:cubicBezTo>
                  <a:cubicBezTo>
                    <a:pt x="56" y="32"/>
                    <a:pt x="52" y="49"/>
                    <a:pt x="49" y="60"/>
                  </a:cubicBezTo>
                  <a:lnTo>
                    <a:pt x="8" y="222"/>
                  </a:lnTo>
                  <a:cubicBezTo>
                    <a:pt x="2" y="247"/>
                    <a:pt x="0" y="255"/>
                    <a:pt x="0" y="273"/>
                  </a:cubicBezTo>
                  <a:cubicBezTo>
                    <a:pt x="0" y="320"/>
                    <a:pt x="27" y="351"/>
                    <a:pt x="64" y="351"/>
                  </a:cubicBezTo>
                  <a:cubicBezTo>
                    <a:pt x="122" y="351"/>
                    <a:pt x="184" y="277"/>
                    <a:pt x="184" y="205"/>
                  </a:cubicBezTo>
                  <a:cubicBezTo>
                    <a:pt x="184" y="160"/>
                    <a:pt x="157" y="125"/>
                    <a:pt x="117" y="125"/>
                  </a:cubicBezTo>
                  <a:cubicBezTo>
                    <a:pt x="94" y="125"/>
                    <a:pt x="74" y="140"/>
                    <a:pt x="59" y="155"/>
                  </a:cubicBezTo>
                  <a:lnTo>
                    <a:pt x="96" y="5"/>
                  </a:lnTo>
                  <a:close/>
                  <a:moveTo>
                    <a:pt x="49" y="194"/>
                  </a:moveTo>
                  <a:cubicBezTo>
                    <a:pt x="52" y="183"/>
                    <a:pt x="52" y="182"/>
                    <a:pt x="57" y="176"/>
                  </a:cubicBezTo>
                  <a:cubicBezTo>
                    <a:pt x="81" y="144"/>
                    <a:pt x="103" y="136"/>
                    <a:pt x="116" y="136"/>
                  </a:cubicBezTo>
                  <a:cubicBezTo>
                    <a:pt x="134" y="136"/>
                    <a:pt x="148" y="151"/>
                    <a:pt x="148" y="183"/>
                  </a:cubicBezTo>
                  <a:cubicBezTo>
                    <a:pt x="148" y="212"/>
                    <a:pt x="131" y="270"/>
                    <a:pt x="122" y="289"/>
                  </a:cubicBezTo>
                  <a:cubicBezTo>
                    <a:pt x="106" y="322"/>
                    <a:pt x="83" y="340"/>
                    <a:pt x="64" y="340"/>
                  </a:cubicBezTo>
                  <a:cubicBezTo>
                    <a:pt x="47" y="340"/>
                    <a:pt x="30" y="327"/>
                    <a:pt x="30" y="290"/>
                  </a:cubicBezTo>
                  <a:cubicBezTo>
                    <a:pt x="30" y="280"/>
                    <a:pt x="30" y="271"/>
                    <a:pt x="38" y="239"/>
                  </a:cubicBezTo>
                  <a:lnTo>
                    <a:pt x="49" y="194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9" name="Freeform 404">
              <a:extLst>
                <a:ext uri="{FF2B5EF4-FFF2-40B4-BE49-F238E27FC236}">
                  <a16:creationId xmlns:a16="http://schemas.microsoft.com/office/drawing/2014/main" id="{EE8BBFDC-EC65-4CC6-8387-B14F5149E622}"/>
                </a:ext>
              </a:extLst>
            </p:cNvPr>
            <p:cNvSpPr>
              <a:spLocks/>
            </p:cNvSpPr>
            <p:nvPr>
              <p:custDataLst>
                <p:tags r:id="rId174"/>
              </p:custDataLst>
            </p:nvPr>
          </p:nvSpPr>
          <p:spPr bwMode="auto">
            <a:xfrm>
              <a:off x="5576889" y="1500188"/>
              <a:ext cx="33338" cy="49213"/>
            </a:xfrm>
            <a:custGeom>
              <a:avLst/>
              <a:gdLst>
                <a:gd name="T0" fmla="*/ 77 w 161"/>
                <a:gd name="T1" fmla="*/ 115 h 238"/>
                <a:gd name="T2" fmla="*/ 123 w 161"/>
                <a:gd name="T3" fmla="*/ 171 h 238"/>
                <a:gd name="T4" fmla="*/ 78 w 161"/>
                <a:gd name="T5" fmla="*/ 227 h 238"/>
                <a:gd name="T6" fmla="*/ 19 w 161"/>
                <a:gd name="T7" fmla="*/ 203 h 238"/>
                <a:gd name="T8" fmla="*/ 39 w 161"/>
                <a:gd name="T9" fmla="*/ 183 h 238"/>
                <a:gd name="T10" fmla="*/ 20 w 161"/>
                <a:gd name="T11" fmla="*/ 164 h 238"/>
                <a:gd name="T12" fmla="*/ 0 w 161"/>
                <a:gd name="T13" fmla="*/ 184 h 238"/>
                <a:gd name="T14" fmla="*/ 79 w 161"/>
                <a:gd name="T15" fmla="*/ 238 h 238"/>
                <a:gd name="T16" fmla="*/ 161 w 161"/>
                <a:gd name="T17" fmla="*/ 171 h 238"/>
                <a:gd name="T18" fmla="*/ 100 w 161"/>
                <a:gd name="T19" fmla="*/ 109 h 238"/>
                <a:gd name="T20" fmla="*/ 150 w 161"/>
                <a:gd name="T21" fmla="*/ 48 h 238"/>
                <a:gd name="T22" fmla="*/ 79 w 161"/>
                <a:gd name="T23" fmla="*/ 0 h 238"/>
                <a:gd name="T24" fmla="*/ 11 w 161"/>
                <a:gd name="T25" fmla="*/ 47 h 238"/>
                <a:gd name="T26" fmla="*/ 29 w 161"/>
                <a:gd name="T27" fmla="*/ 65 h 238"/>
                <a:gd name="T28" fmla="*/ 47 w 161"/>
                <a:gd name="T29" fmla="*/ 47 h 238"/>
                <a:gd name="T30" fmla="*/ 29 w 161"/>
                <a:gd name="T31" fmla="*/ 29 h 238"/>
                <a:gd name="T32" fmla="*/ 78 w 161"/>
                <a:gd name="T33" fmla="*/ 10 h 238"/>
                <a:gd name="T34" fmla="*/ 116 w 161"/>
                <a:gd name="T35" fmla="*/ 48 h 238"/>
                <a:gd name="T36" fmla="*/ 102 w 161"/>
                <a:gd name="T37" fmla="*/ 90 h 238"/>
                <a:gd name="T38" fmla="*/ 63 w 161"/>
                <a:gd name="T39" fmla="*/ 104 h 238"/>
                <a:gd name="T40" fmla="*/ 52 w 161"/>
                <a:gd name="T41" fmla="*/ 106 h 238"/>
                <a:gd name="T42" fmla="*/ 49 w 161"/>
                <a:gd name="T43" fmla="*/ 110 h 238"/>
                <a:gd name="T44" fmla="*/ 58 w 161"/>
                <a:gd name="T45" fmla="*/ 115 h 238"/>
                <a:gd name="T46" fmla="*/ 77 w 161"/>
                <a:gd name="T47" fmla="*/ 115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" h="238">
                  <a:moveTo>
                    <a:pt x="77" y="115"/>
                  </a:moveTo>
                  <a:cubicBezTo>
                    <a:pt x="104" y="115"/>
                    <a:pt x="123" y="134"/>
                    <a:pt x="123" y="171"/>
                  </a:cubicBezTo>
                  <a:cubicBezTo>
                    <a:pt x="123" y="214"/>
                    <a:pt x="98" y="227"/>
                    <a:pt x="78" y="227"/>
                  </a:cubicBezTo>
                  <a:cubicBezTo>
                    <a:pt x="64" y="227"/>
                    <a:pt x="33" y="223"/>
                    <a:pt x="19" y="203"/>
                  </a:cubicBezTo>
                  <a:cubicBezTo>
                    <a:pt x="35" y="202"/>
                    <a:pt x="39" y="191"/>
                    <a:pt x="39" y="183"/>
                  </a:cubicBezTo>
                  <a:cubicBezTo>
                    <a:pt x="39" y="172"/>
                    <a:pt x="31" y="164"/>
                    <a:pt x="20" y="164"/>
                  </a:cubicBezTo>
                  <a:cubicBezTo>
                    <a:pt x="10" y="164"/>
                    <a:pt x="0" y="170"/>
                    <a:pt x="0" y="184"/>
                  </a:cubicBezTo>
                  <a:cubicBezTo>
                    <a:pt x="0" y="217"/>
                    <a:pt x="37" y="238"/>
                    <a:pt x="79" y="238"/>
                  </a:cubicBezTo>
                  <a:cubicBezTo>
                    <a:pt x="127" y="238"/>
                    <a:pt x="161" y="206"/>
                    <a:pt x="161" y="171"/>
                  </a:cubicBezTo>
                  <a:cubicBezTo>
                    <a:pt x="161" y="144"/>
                    <a:pt x="138" y="117"/>
                    <a:pt x="100" y="109"/>
                  </a:cubicBezTo>
                  <a:cubicBezTo>
                    <a:pt x="137" y="95"/>
                    <a:pt x="150" y="69"/>
                    <a:pt x="150" y="48"/>
                  </a:cubicBezTo>
                  <a:cubicBezTo>
                    <a:pt x="150" y="20"/>
                    <a:pt x="118" y="0"/>
                    <a:pt x="79" y="0"/>
                  </a:cubicBezTo>
                  <a:cubicBezTo>
                    <a:pt x="41" y="0"/>
                    <a:pt x="11" y="19"/>
                    <a:pt x="11" y="47"/>
                  </a:cubicBezTo>
                  <a:cubicBezTo>
                    <a:pt x="11" y="58"/>
                    <a:pt x="19" y="65"/>
                    <a:pt x="29" y="65"/>
                  </a:cubicBezTo>
                  <a:cubicBezTo>
                    <a:pt x="40" y="65"/>
                    <a:pt x="47" y="57"/>
                    <a:pt x="47" y="47"/>
                  </a:cubicBezTo>
                  <a:cubicBezTo>
                    <a:pt x="47" y="37"/>
                    <a:pt x="40" y="30"/>
                    <a:pt x="29" y="29"/>
                  </a:cubicBezTo>
                  <a:cubicBezTo>
                    <a:pt x="41" y="14"/>
                    <a:pt x="65" y="10"/>
                    <a:pt x="78" y="10"/>
                  </a:cubicBezTo>
                  <a:cubicBezTo>
                    <a:pt x="94" y="10"/>
                    <a:pt x="116" y="18"/>
                    <a:pt x="116" y="48"/>
                  </a:cubicBezTo>
                  <a:cubicBezTo>
                    <a:pt x="116" y="63"/>
                    <a:pt x="111" y="79"/>
                    <a:pt x="102" y="90"/>
                  </a:cubicBezTo>
                  <a:cubicBezTo>
                    <a:pt x="91" y="103"/>
                    <a:pt x="81" y="103"/>
                    <a:pt x="63" y="104"/>
                  </a:cubicBezTo>
                  <a:cubicBezTo>
                    <a:pt x="55" y="105"/>
                    <a:pt x="54" y="105"/>
                    <a:pt x="52" y="106"/>
                  </a:cubicBezTo>
                  <a:cubicBezTo>
                    <a:pt x="52" y="106"/>
                    <a:pt x="49" y="106"/>
                    <a:pt x="49" y="110"/>
                  </a:cubicBezTo>
                  <a:cubicBezTo>
                    <a:pt x="49" y="115"/>
                    <a:pt x="52" y="115"/>
                    <a:pt x="58" y="115"/>
                  </a:cubicBezTo>
                  <a:lnTo>
                    <a:pt x="77" y="11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0" name="Freeform 405">
              <a:extLst>
                <a:ext uri="{FF2B5EF4-FFF2-40B4-BE49-F238E27FC236}">
                  <a16:creationId xmlns:a16="http://schemas.microsoft.com/office/drawing/2014/main" id="{38B1ED49-5250-4C83-945E-DDF09016F45C}"/>
                </a:ext>
              </a:extLst>
            </p:cNvPr>
            <p:cNvSpPr>
              <a:spLocks noEditPoints="1"/>
            </p:cNvSpPr>
            <p:nvPr>
              <p:custDataLst>
                <p:tags r:id="rId175"/>
              </p:custDataLst>
            </p:nvPr>
          </p:nvSpPr>
          <p:spPr bwMode="auto">
            <a:xfrm>
              <a:off x="5654677" y="1489076"/>
              <a:ext cx="11113" cy="44450"/>
            </a:xfrm>
            <a:custGeom>
              <a:avLst/>
              <a:gdLst>
                <a:gd name="T0" fmla="*/ 53 w 53"/>
                <a:gd name="T1" fmla="*/ 26 h 215"/>
                <a:gd name="T2" fmla="*/ 27 w 53"/>
                <a:gd name="T3" fmla="*/ 0 h 215"/>
                <a:gd name="T4" fmla="*/ 0 w 53"/>
                <a:gd name="T5" fmla="*/ 26 h 215"/>
                <a:gd name="T6" fmla="*/ 27 w 53"/>
                <a:gd name="T7" fmla="*/ 53 h 215"/>
                <a:gd name="T8" fmla="*/ 53 w 53"/>
                <a:gd name="T9" fmla="*/ 26 h 215"/>
                <a:gd name="T10" fmla="*/ 53 w 53"/>
                <a:gd name="T11" fmla="*/ 188 h 215"/>
                <a:gd name="T12" fmla="*/ 27 w 53"/>
                <a:gd name="T13" fmla="*/ 162 h 215"/>
                <a:gd name="T14" fmla="*/ 0 w 53"/>
                <a:gd name="T15" fmla="*/ 188 h 215"/>
                <a:gd name="T16" fmla="*/ 27 w 53"/>
                <a:gd name="T17" fmla="*/ 215 h 215"/>
                <a:gd name="T18" fmla="*/ 53 w 53"/>
                <a:gd name="T19" fmla="*/ 188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215">
                  <a:moveTo>
                    <a:pt x="53" y="26"/>
                  </a:moveTo>
                  <a:cubicBezTo>
                    <a:pt x="53" y="12"/>
                    <a:pt x="41" y="0"/>
                    <a:pt x="27" y="0"/>
                  </a:cubicBezTo>
                  <a:cubicBezTo>
                    <a:pt x="12" y="0"/>
                    <a:pt x="0" y="12"/>
                    <a:pt x="0" y="26"/>
                  </a:cubicBezTo>
                  <a:cubicBezTo>
                    <a:pt x="0" y="41"/>
                    <a:pt x="12" y="53"/>
                    <a:pt x="27" y="53"/>
                  </a:cubicBezTo>
                  <a:cubicBezTo>
                    <a:pt x="41" y="53"/>
                    <a:pt x="53" y="41"/>
                    <a:pt x="53" y="26"/>
                  </a:cubicBezTo>
                  <a:close/>
                  <a:moveTo>
                    <a:pt x="53" y="188"/>
                  </a:moveTo>
                  <a:cubicBezTo>
                    <a:pt x="53" y="174"/>
                    <a:pt x="41" y="162"/>
                    <a:pt x="27" y="162"/>
                  </a:cubicBezTo>
                  <a:cubicBezTo>
                    <a:pt x="12" y="162"/>
                    <a:pt x="0" y="174"/>
                    <a:pt x="0" y="188"/>
                  </a:cubicBezTo>
                  <a:cubicBezTo>
                    <a:pt x="0" y="203"/>
                    <a:pt x="12" y="215"/>
                    <a:pt x="27" y="215"/>
                  </a:cubicBezTo>
                  <a:cubicBezTo>
                    <a:pt x="41" y="215"/>
                    <a:pt x="53" y="203"/>
                    <a:pt x="53" y="18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1" name="Freeform 406">
              <a:extLst>
                <a:ext uri="{FF2B5EF4-FFF2-40B4-BE49-F238E27FC236}">
                  <a16:creationId xmlns:a16="http://schemas.microsoft.com/office/drawing/2014/main" id="{323C1F06-BB45-460D-A0C6-7F78CE109E7F}"/>
                </a:ext>
              </a:extLst>
            </p:cNvPr>
            <p:cNvSpPr>
              <a:spLocks/>
            </p:cNvSpPr>
            <p:nvPr>
              <p:custDataLst>
                <p:tags r:id="rId176"/>
              </p:custDataLst>
            </p:nvPr>
          </p:nvSpPr>
          <p:spPr bwMode="auto">
            <a:xfrm>
              <a:off x="5697539" y="1487488"/>
              <a:ext cx="36513" cy="46038"/>
            </a:xfrm>
            <a:custGeom>
              <a:avLst/>
              <a:gdLst>
                <a:gd name="T0" fmla="*/ 169 w 183"/>
                <a:gd name="T1" fmla="*/ 34 h 226"/>
                <a:gd name="T2" fmla="*/ 145 w 183"/>
                <a:gd name="T3" fmla="*/ 57 h 226"/>
                <a:gd name="T4" fmla="*/ 160 w 183"/>
                <a:gd name="T5" fmla="*/ 71 h 226"/>
                <a:gd name="T6" fmla="*/ 183 w 183"/>
                <a:gd name="T7" fmla="*/ 43 h 226"/>
                <a:gd name="T8" fmla="*/ 124 w 183"/>
                <a:gd name="T9" fmla="*/ 0 h 226"/>
                <a:gd name="T10" fmla="*/ 40 w 183"/>
                <a:gd name="T11" fmla="*/ 73 h 226"/>
                <a:gd name="T12" fmla="*/ 91 w 183"/>
                <a:gd name="T13" fmla="*/ 122 h 226"/>
                <a:gd name="T14" fmla="*/ 143 w 183"/>
                <a:gd name="T15" fmla="*/ 160 h 226"/>
                <a:gd name="T16" fmla="*/ 72 w 183"/>
                <a:gd name="T17" fmla="*/ 215 h 226"/>
                <a:gd name="T18" fmla="*/ 15 w 183"/>
                <a:gd name="T19" fmla="*/ 189 h 226"/>
                <a:gd name="T20" fmla="*/ 46 w 183"/>
                <a:gd name="T21" fmla="*/ 162 h 226"/>
                <a:gd name="T22" fmla="*/ 28 w 183"/>
                <a:gd name="T23" fmla="*/ 145 h 226"/>
                <a:gd name="T24" fmla="*/ 0 w 183"/>
                <a:gd name="T25" fmla="*/ 178 h 226"/>
                <a:gd name="T26" fmla="*/ 71 w 183"/>
                <a:gd name="T27" fmla="*/ 226 h 226"/>
                <a:gd name="T28" fmla="*/ 171 w 183"/>
                <a:gd name="T29" fmla="*/ 143 h 226"/>
                <a:gd name="T30" fmla="*/ 156 w 183"/>
                <a:gd name="T31" fmla="*/ 107 h 226"/>
                <a:gd name="T32" fmla="*/ 106 w 183"/>
                <a:gd name="T33" fmla="*/ 86 h 226"/>
                <a:gd name="T34" fmla="*/ 68 w 183"/>
                <a:gd name="T35" fmla="*/ 56 h 226"/>
                <a:gd name="T36" fmla="*/ 124 w 183"/>
                <a:gd name="T37" fmla="*/ 11 h 226"/>
                <a:gd name="T38" fmla="*/ 169 w 183"/>
                <a:gd name="T39" fmla="*/ 34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3" h="226">
                  <a:moveTo>
                    <a:pt x="169" y="34"/>
                  </a:moveTo>
                  <a:cubicBezTo>
                    <a:pt x="155" y="35"/>
                    <a:pt x="145" y="46"/>
                    <a:pt x="145" y="57"/>
                  </a:cubicBezTo>
                  <a:cubicBezTo>
                    <a:pt x="145" y="64"/>
                    <a:pt x="149" y="71"/>
                    <a:pt x="160" y="71"/>
                  </a:cubicBezTo>
                  <a:cubicBezTo>
                    <a:pt x="171" y="71"/>
                    <a:pt x="183" y="63"/>
                    <a:pt x="183" y="43"/>
                  </a:cubicBezTo>
                  <a:cubicBezTo>
                    <a:pt x="183" y="21"/>
                    <a:pt x="162" y="0"/>
                    <a:pt x="124" y="0"/>
                  </a:cubicBezTo>
                  <a:cubicBezTo>
                    <a:pt x="58" y="0"/>
                    <a:pt x="40" y="51"/>
                    <a:pt x="40" y="73"/>
                  </a:cubicBezTo>
                  <a:cubicBezTo>
                    <a:pt x="40" y="112"/>
                    <a:pt x="77" y="119"/>
                    <a:pt x="91" y="122"/>
                  </a:cubicBezTo>
                  <a:cubicBezTo>
                    <a:pt x="117" y="127"/>
                    <a:pt x="143" y="133"/>
                    <a:pt x="143" y="160"/>
                  </a:cubicBezTo>
                  <a:cubicBezTo>
                    <a:pt x="143" y="173"/>
                    <a:pt x="131" y="215"/>
                    <a:pt x="72" y="215"/>
                  </a:cubicBezTo>
                  <a:cubicBezTo>
                    <a:pt x="65" y="215"/>
                    <a:pt x="26" y="215"/>
                    <a:pt x="15" y="189"/>
                  </a:cubicBezTo>
                  <a:cubicBezTo>
                    <a:pt x="34" y="191"/>
                    <a:pt x="46" y="176"/>
                    <a:pt x="46" y="162"/>
                  </a:cubicBezTo>
                  <a:cubicBezTo>
                    <a:pt x="46" y="151"/>
                    <a:pt x="38" y="145"/>
                    <a:pt x="28" y="145"/>
                  </a:cubicBezTo>
                  <a:cubicBezTo>
                    <a:pt x="15" y="145"/>
                    <a:pt x="0" y="155"/>
                    <a:pt x="0" y="178"/>
                  </a:cubicBezTo>
                  <a:cubicBezTo>
                    <a:pt x="0" y="206"/>
                    <a:pt x="28" y="226"/>
                    <a:pt x="71" y="226"/>
                  </a:cubicBezTo>
                  <a:cubicBezTo>
                    <a:pt x="152" y="226"/>
                    <a:pt x="171" y="166"/>
                    <a:pt x="171" y="143"/>
                  </a:cubicBezTo>
                  <a:cubicBezTo>
                    <a:pt x="171" y="125"/>
                    <a:pt x="162" y="113"/>
                    <a:pt x="156" y="107"/>
                  </a:cubicBezTo>
                  <a:cubicBezTo>
                    <a:pt x="142" y="93"/>
                    <a:pt x="128" y="90"/>
                    <a:pt x="106" y="86"/>
                  </a:cubicBezTo>
                  <a:cubicBezTo>
                    <a:pt x="88" y="82"/>
                    <a:pt x="68" y="78"/>
                    <a:pt x="68" y="56"/>
                  </a:cubicBezTo>
                  <a:cubicBezTo>
                    <a:pt x="68" y="42"/>
                    <a:pt x="80" y="11"/>
                    <a:pt x="124" y="11"/>
                  </a:cubicBezTo>
                  <a:cubicBezTo>
                    <a:pt x="136" y="11"/>
                    <a:pt x="161" y="15"/>
                    <a:pt x="169" y="3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2" name="Freeform 407">
              <a:extLst>
                <a:ext uri="{FF2B5EF4-FFF2-40B4-BE49-F238E27FC236}">
                  <a16:creationId xmlns:a16="http://schemas.microsoft.com/office/drawing/2014/main" id="{E39566BD-60C1-4B17-B137-A9A3BA715F38}"/>
                </a:ext>
              </a:extLst>
            </p:cNvPr>
            <p:cNvSpPr>
              <a:spLocks/>
            </p:cNvSpPr>
            <p:nvPr>
              <p:custDataLst>
                <p:tags r:id="rId177"/>
              </p:custDataLst>
            </p:nvPr>
          </p:nvSpPr>
          <p:spPr bwMode="auto">
            <a:xfrm>
              <a:off x="5748339" y="1455738"/>
              <a:ext cx="23813" cy="103188"/>
            </a:xfrm>
            <a:custGeom>
              <a:avLst/>
              <a:gdLst>
                <a:gd name="T0" fmla="*/ 115 w 115"/>
                <a:gd name="T1" fmla="*/ 493 h 498"/>
                <a:gd name="T2" fmla="*/ 107 w 115"/>
                <a:gd name="T3" fmla="*/ 482 h 498"/>
                <a:gd name="T4" fmla="*/ 29 w 115"/>
                <a:gd name="T5" fmla="*/ 249 h 498"/>
                <a:gd name="T6" fmla="*/ 109 w 115"/>
                <a:gd name="T7" fmla="*/ 13 h 498"/>
                <a:gd name="T8" fmla="*/ 115 w 115"/>
                <a:gd name="T9" fmla="*/ 5 h 498"/>
                <a:gd name="T10" fmla="*/ 110 w 115"/>
                <a:gd name="T11" fmla="*/ 0 h 498"/>
                <a:gd name="T12" fmla="*/ 31 w 115"/>
                <a:gd name="T13" fmla="*/ 97 h 498"/>
                <a:gd name="T14" fmla="*/ 0 w 115"/>
                <a:gd name="T15" fmla="*/ 249 h 498"/>
                <a:gd name="T16" fmla="*/ 33 w 115"/>
                <a:gd name="T17" fmla="*/ 405 h 498"/>
                <a:gd name="T18" fmla="*/ 110 w 115"/>
                <a:gd name="T19" fmla="*/ 498 h 498"/>
                <a:gd name="T20" fmla="*/ 115 w 115"/>
                <a:gd name="T21" fmla="*/ 49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5" h="498">
                  <a:moveTo>
                    <a:pt x="115" y="493"/>
                  </a:moveTo>
                  <a:cubicBezTo>
                    <a:pt x="115" y="492"/>
                    <a:pt x="115" y="491"/>
                    <a:pt x="107" y="482"/>
                  </a:cubicBezTo>
                  <a:cubicBezTo>
                    <a:pt x="45" y="419"/>
                    <a:pt x="29" y="325"/>
                    <a:pt x="29" y="249"/>
                  </a:cubicBezTo>
                  <a:cubicBezTo>
                    <a:pt x="29" y="162"/>
                    <a:pt x="48" y="75"/>
                    <a:pt x="109" y="13"/>
                  </a:cubicBezTo>
                  <a:cubicBezTo>
                    <a:pt x="115" y="7"/>
                    <a:pt x="115" y="6"/>
                    <a:pt x="115" y="5"/>
                  </a:cubicBezTo>
                  <a:cubicBezTo>
                    <a:pt x="115" y="1"/>
                    <a:pt x="113" y="0"/>
                    <a:pt x="110" y="0"/>
                  </a:cubicBezTo>
                  <a:cubicBezTo>
                    <a:pt x="105" y="0"/>
                    <a:pt x="60" y="34"/>
                    <a:pt x="31" y="97"/>
                  </a:cubicBezTo>
                  <a:cubicBezTo>
                    <a:pt x="6" y="152"/>
                    <a:pt x="0" y="207"/>
                    <a:pt x="0" y="249"/>
                  </a:cubicBezTo>
                  <a:cubicBezTo>
                    <a:pt x="0" y="288"/>
                    <a:pt x="5" y="348"/>
                    <a:pt x="33" y="405"/>
                  </a:cubicBezTo>
                  <a:cubicBezTo>
                    <a:pt x="62" y="466"/>
                    <a:pt x="105" y="498"/>
                    <a:pt x="110" y="498"/>
                  </a:cubicBezTo>
                  <a:cubicBezTo>
                    <a:pt x="113" y="498"/>
                    <a:pt x="115" y="497"/>
                    <a:pt x="115" y="493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3" name="Freeform 408">
              <a:extLst>
                <a:ext uri="{FF2B5EF4-FFF2-40B4-BE49-F238E27FC236}">
                  <a16:creationId xmlns:a16="http://schemas.microsoft.com/office/drawing/2014/main" id="{DA5A3B16-FDA4-46E3-ADCF-4B69A160731E}"/>
                </a:ext>
              </a:extLst>
            </p:cNvPr>
            <p:cNvSpPr>
              <a:spLocks/>
            </p:cNvSpPr>
            <p:nvPr>
              <p:custDataLst>
                <p:tags r:id="rId178"/>
              </p:custDataLst>
            </p:nvPr>
          </p:nvSpPr>
          <p:spPr bwMode="auto">
            <a:xfrm>
              <a:off x="5781677" y="1487488"/>
              <a:ext cx="53975" cy="46038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3 h 226"/>
                <a:gd name="T4" fmla="*/ 39 w 270"/>
                <a:gd name="T5" fmla="*/ 226 h 226"/>
                <a:gd name="T6" fmla="*/ 57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6 w 270"/>
                <a:gd name="T13" fmla="*/ 97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6 w 270"/>
                <a:gd name="T31" fmla="*/ 153 h 226"/>
                <a:gd name="T32" fmla="*/ 206 w 270"/>
                <a:gd name="T33" fmla="*/ 215 h 226"/>
                <a:gd name="T34" fmla="*/ 194 w 270"/>
                <a:gd name="T35" fmla="*/ 199 h 226"/>
                <a:gd name="T36" fmla="*/ 203 w 270"/>
                <a:gd name="T37" fmla="*/ 163 h 226"/>
                <a:gd name="T38" fmla="*/ 233 w 270"/>
                <a:gd name="T39" fmla="*/ 54 h 226"/>
                <a:gd name="T40" fmla="*/ 176 w 270"/>
                <a:gd name="T41" fmla="*/ 0 h 226"/>
                <a:gd name="T42" fmla="*/ 98 w 270"/>
                <a:gd name="T43" fmla="*/ 44 h 226"/>
                <a:gd name="T44" fmla="*/ 52 w 270"/>
                <a:gd name="T45" fmla="*/ 0 h 226"/>
                <a:gd name="T46" fmla="*/ 15 w 270"/>
                <a:gd name="T47" fmla="*/ 29 h 226"/>
                <a:gd name="T48" fmla="*/ 0 w 270"/>
                <a:gd name="T49" fmla="*/ 77 h 226"/>
                <a:gd name="T50" fmla="*/ 6 w 270"/>
                <a:gd name="T51" fmla="*/ 82 h 226"/>
                <a:gd name="T52" fmla="*/ 14 w 270"/>
                <a:gd name="T53" fmla="*/ 71 h 226"/>
                <a:gd name="T54" fmla="*/ 50 w 270"/>
                <a:gd name="T55" fmla="*/ 11 h 226"/>
                <a:gd name="T56" fmla="*/ 66 w 270"/>
                <a:gd name="T57" fmla="*/ 34 h 226"/>
                <a:gd name="T58" fmla="*/ 58 w 270"/>
                <a:gd name="T59" fmla="*/ 76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9"/>
                    <a:pt x="25" y="210"/>
                    <a:pt x="25" y="213"/>
                  </a:cubicBezTo>
                  <a:cubicBezTo>
                    <a:pt x="25" y="222"/>
                    <a:pt x="32" y="226"/>
                    <a:pt x="39" y="226"/>
                  </a:cubicBezTo>
                  <a:cubicBezTo>
                    <a:pt x="45" y="226"/>
                    <a:pt x="54" y="222"/>
                    <a:pt x="57" y="212"/>
                  </a:cubicBezTo>
                  <a:cubicBezTo>
                    <a:pt x="58" y="211"/>
                    <a:pt x="64" y="188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6" y="97"/>
                  </a:cubicBezTo>
                  <a:cubicBezTo>
                    <a:pt x="88" y="88"/>
                    <a:pt x="92" y="74"/>
                    <a:pt x="93" y="72"/>
                  </a:cubicBezTo>
                  <a:cubicBezTo>
                    <a:pt x="100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2"/>
                  </a:cubicBezTo>
                  <a:cubicBezTo>
                    <a:pt x="164" y="174"/>
                    <a:pt x="164" y="180"/>
                    <a:pt x="164" y="185"/>
                  </a:cubicBezTo>
                  <a:cubicBezTo>
                    <a:pt x="164" y="209"/>
                    <a:pt x="181" y="226"/>
                    <a:pt x="205" y="226"/>
                  </a:cubicBezTo>
                  <a:cubicBezTo>
                    <a:pt x="251" y="226"/>
                    <a:pt x="270" y="153"/>
                    <a:pt x="270" y="149"/>
                  </a:cubicBezTo>
                  <a:cubicBezTo>
                    <a:pt x="270" y="144"/>
                    <a:pt x="265" y="144"/>
                    <a:pt x="264" y="144"/>
                  </a:cubicBezTo>
                  <a:cubicBezTo>
                    <a:pt x="259" y="144"/>
                    <a:pt x="259" y="146"/>
                    <a:pt x="256" y="153"/>
                  </a:cubicBezTo>
                  <a:cubicBezTo>
                    <a:pt x="246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9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6" y="32"/>
                    <a:pt x="98" y="44"/>
                  </a:cubicBezTo>
                  <a:cubicBezTo>
                    <a:pt x="95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1"/>
                  </a:cubicBezTo>
                  <a:cubicBezTo>
                    <a:pt x="23" y="35"/>
                    <a:pt x="33" y="11"/>
                    <a:pt x="50" y="11"/>
                  </a:cubicBezTo>
                  <a:cubicBezTo>
                    <a:pt x="60" y="11"/>
                    <a:pt x="66" y="18"/>
                    <a:pt x="66" y="34"/>
                  </a:cubicBezTo>
                  <a:cubicBezTo>
                    <a:pt x="66" y="45"/>
                    <a:pt x="64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4" name="Freeform 409">
              <a:extLst>
                <a:ext uri="{FF2B5EF4-FFF2-40B4-BE49-F238E27FC236}">
                  <a16:creationId xmlns:a16="http://schemas.microsoft.com/office/drawing/2014/main" id="{EB140659-E7A4-42CA-9FF3-A4F7D28E6294}"/>
                </a:ext>
              </a:extLst>
            </p:cNvPr>
            <p:cNvSpPr>
              <a:spLocks noEditPoints="1"/>
            </p:cNvSpPr>
            <p:nvPr>
              <p:custDataLst>
                <p:tags r:id="rId179"/>
              </p:custDataLst>
            </p:nvPr>
          </p:nvSpPr>
          <p:spPr bwMode="auto">
            <a:xfrm>
              <a:off x="5842002" y="1500188"/>
              <a:ext cx="33338" cy="47625"/>
            </a:xfrm>
            <a:custGeom>
              <a:avLst/>
              <a:gdLst>
                <a:gd name="T0" fmla="*/ 171 w 171"/>
                <a:gd name="T1" fmla="*/ 178 h 235"/>
                <a:gd name="T2" fmla="*/ 171 w 171"/>
                <a:gd name="T3" fmla="*/ 166 h 235"/>
                <a:gd name="T4" fmla="*/ 132 w 171"/>
                <a:gd name="T5" fmla="*/ 166 h 235"/>
                <a:gd name="T6" fmla="*/ 132 w 171"/>
                <a:gd name="T7" fmla="*/ 10 h 235"/>
                <a:gd name="T8" fmla="*/ 124 w 171"/>
                <a:gd name="T9" fmla="*/ 0 h 235"/>
                <a:gd name="T10" fmla="*/ 115 w 171"/>
                <a:gd name="T11" fmla="*/ 5 h 235"/>
                <a:gd name="T12" fmla="*/ 0 w 171"/>
                <a:gd name="T13" fmla="*/ 166 h 235"/>
                <a:gd name="T14" fmla="*/ 0 w 171"/>
                <a:gd name="T15" fmla="*/ 178 h 235"/>
                <a:gd name="T16" fmla="*/ 102 w 171"/>
                <a:gd name="T17" fmla="*/ 178 h 235"/>
                <a:gd name="T18" fmla="*/ 102 w 171"/>
                <a:gd name="T19" fmla="*/ 207 h 235"/>
                <a:gd name="T20" fmla="*/ 74 w 171"/>
                <a:gd name="T21" fmla="*/ 223 h 235"/>
                <a:gd name="T22" fmla="*/ 65 w 171"/>
                <a:gd name="T23" fmla="*/ 223 h 235"/>
                <a:gd name="T24" fmla="*/ 65 w 171"/>
                <a:gd name="T25" fmla="*/ 235 h 235"/>
                <a:gd name="T26" fmla="*/ 117 w 171"/>
                <a:gd name="T27" fmla="*/ 234 h 235"/>
                <a:gd name="T28" fmla="*/ 170 w 171"/>
                <a:gd name="T29" fmla="*/ 235 h 235"/>
                <a:gd name="T30" fmla="*/ 170 w 171"/>
                <a:gd name="T31" fmla="*/ 223 h 235"/>
                <a:gd name="T32" fmla="*/ 160 w 171"/>
                <a:gd name="T33" fmla="*/ 223 h 235"/>
                <a:gd name="T34" fmla="*/ 132 w 171"/>
                <a:gd name="T35" fmla="*/ 207 h 235"/>
                <a:gd name="T36" fmla="*/ 132 w 171"/>
                <a:gd name="T37" fmla="*/ 178 h 235"/>
                <a:gd name="T38" fmla="*/ 171 w 171"/>
                <a:gd name="T39" fmla="*/ 178 h 235"/>
                <a:gd name="T40" fmla="*/ 105 w 171"/>
                <a:gd name="T41" fmla="*/ 38 h 235"/>
                <a:gd name="T42" fmla="*/ 105 w 171"/>
                <a:gd name="T43" fmla="*/ 166 h 235"/>
                <a:gd name="T44" fmla="*/ 13 w 171"/>
                <a:gd name="T45" fmla="*/ 166 h 235"/>
                <a:gd name="T46" fmla="*/ 105 w 171"/>
                <a:gd name="T47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1" h="235">
                  <a:moveTo>
                    <a:pt x="171" y="178"/>
                  </a:moveTo>
                  <a:lnTo>
                    <a:pt x="171" y="166"/>
                  </a:lnTo>
                  <a:lnTo>
                    <a:pt x="132" y="166"/>
                  </a:lnTo>
                  <a:lnTo>
                    <a:pt x="132" y="10"/>
                  </a:lnTo>
                  <a:cubicBezTo>
                    <a:pt x="132" y="3"/>
                    <a:pt x="132" y="0"/>
                    <a:pt x="124" y="0"/>
                  </a:cubicBezTo>
                  <a:cubicBezTo>
                    <a:pt x="120" y="0"/>
                    <a:pt x="119" y="0"/>
                    <a:pt x="115" y="5"/>
                  </a:cubicBezTo>
                  <a:lnTo>
                    <a:pt x="0" y="166"/>
                  </a:lnTo>
                  <a:lnTo>
                    <a:pt x="0" y="178"/>
                  </a:lnTo>
                  <a:lnTo>
                    <a:pt x="102" y="178"/>
                  </a:lnTo>
                  <a:lnTo>
                    <a:pt x="102" y="207"/>
                  </a:lnTo>
                  <a:cubicBezTo>
                    <a:pt x="102" y="219"/>
                    <a:pt x="102" y="223"/>
                    <a:pt x="74" y="223"/>
                  </a:cubicBezTo>
                  <a:lnTo>
                    <a:pt x="65" y="223"/>
                  </a:lnTo>
                  <a:lnTo>
                    <a:pt x="65" y="235"/>
                  </a:lnTo>
                  <a:cubicBezTo>
                    <a:pt x="82" y="235"/>
                    <a:pt x="104" y="234"/>
                    <a:pt x="117" y="234"/>
                  </a:cubicBezTo>
                  <a:cubicBezTo>
                    <a:pt x="130" y="234"/>
                    <a:pt x="152" y="235"/>
                    <a:pt x="170" y="235"/>
                  </a:cubicBezTo>
                  <a:lnTo>
                    <a:pt x="170" y="223"/>
                  </a:lnTo>
                  <a:lnTo>
                    <a:pt x="160" y="223"/>
                  </a:lnTo>
                  <a:cubicBezTo>
                    <a:pt x="132" y="223"/>
                    <a:pt x="132" y="219"/>
                    <a:pt x="132" y="207"/>
                  </a:cubicBezTo>
                  <a:lnTo>
                    <a:pt x="132" y="178"/>
                  </a:lnTo>
                  <a:lnTo>
                    <a:pt x="171" y="178"/>
                  </a:lnTo>
                  <a:close/>
                  <a:moveTo>
                    <a:pt x="105" y="38"/>
                  </a:moveTo>
                  <a:lnTo>
                    <a:pt x="105" y="166"/>
                  </a:lnTo>
                  <a:lnTo>
                    <a:pt x="13" y="166"/>
                  </a:lnTo>
                  <a:lnTo>
                    <a:pt x="10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5" name="Freeform 410">
              <a:extLst>
                <a:ext uri="{FF2B5EF4-FFF2-40B4-BE49-F238E27FC236}">
                  <a16:creationId xmlns:a16="http://schemas.microsoft.com/office/drawing/2014/main" id="{FE236A57-3690-42C7-A12E-453EBB44116E}"/>
                </a:ext>
              </a:extLst>
            </p:cNvPr>
            <p:cNvSpPr>
              <a:spLocks/>
            </p:cNvSpPr>
            <p:nvPr>
              <p:custDataLst>
                <p:tags r:id="rId180"/>
              </p:custDataLst>
            </p:nvPr>
          </p:nvSpPr>
          <p:spPr bwMode="auto">
            <a:xfrm>
              <a:off x="5889627" y="1455738"/>
              <a:ext cx="23813" cy="103188"/>
            </a:xfrm>
            <a:custGeom>
              <a:avLst/>
              <a:gdLst>
                <a:gd name="T0" fmla="*/ 116 w 116"/>
                <a:gd name="T1" fmla="*/ 249 h 498"/>
                <a:gd name="T2" fmla="*/ 83 w 116"/>
                <a:gd name="T3" fmla="*/ 93 h 498"/>
                <a:gd name="T4" fmla="*/ 5 w 116"/>
                <a:gd name="T5" fmla="*/ 0 h 498"/>
                <a:gd name="T6" fmla="*/ 0 w 116"/>
                <a:gd name="T7" fmla="*/ 5 h 498"/>
                <a:gd name="T8" fmla="*/ 9 w 116"/>
                <a:gd name="T9" fmla="*/ 16 h 498"/>
                <a:gd name="T10" fmla="*/ 87 w 116"/>
                <a:gd name="T11" fmla="*/ 249 h 498"/>
                <a:gd name="T12" fmla="*/ 6 w 116"/>
                <a:gd name="T13" fmla="*/ 485 h 498"/>
                <a:gd name="T14" fmla="*/ 0 w 116"/>
                <a:gd name="T15" fmla="*/ 493 h 498"/>
                <a:gd name="T16" fmla="*/ 5 w 116"/>
                <a:gd name="T17" fmla="*/ 498 h 498"/>
                <a:gd name="T18" fmla="*/ 84 w 116"/>
                <a:gd name="T19" fmla="*/ 401 h 498"/>
                <a:gd name="T20" fmla="*/ 116 w 116"/>
                <a:gd name="T21" fmla="*/ 249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8">
                  <a:moveTo>
                    <a:pt x="116" y="249"/>
                  </a:moveTo>
                  <a:cubicBezTo>
                    <a:pt x="116" y="210"/>
                    <a:pt x="110" y="150"/>
                    <a:pt x="83" y="93"/>
                  </a:cubicBezTo>
                  <a:cubicBezTo>
                    <a:pt x="53" y="32"/>
                    <a:pt x="10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"/>
                    <a:pt x="0" y="7"/>
                    <a:pt x="9" y="16"/>
                  </a:cubicBezTo>
                  <a:cubicBezTo>
                    <a:pt x="58" y="65"/>
                    <a:pt x="87" y="145"/>
                    <a:pt x="87" y="249"/>
                  </a:cubicBezTo>
                  <a:cubicBezTo>
                    <a:pt x="87" y="334"/>
                    <a:pt x="68" y="422"/>
                    <a:pt x="6" y="485"/>
                  </a:cubicBezTo>
                  <a:cubicBezTo>
                    <a:pt x="0" y="491"/>
                    <a:pt x="0" y="492"/>
                    <a:pt x="0" y="493"/>
                  </a:cubicBezTo>
                  <a:cubicBezTo>
                    <a:pt x="0" y="496"/>
                    <a:pt x="2" y="498"/>
                    <a:pt x="5" y="498"/>
                  </a:cubicBezTo>
                  <a:cubicBezTo>
                    <a:pt x="10" y="498"/>
                    <a:pt x="55" y="464"/>
                    <a:pt x="84" y="401"/>
                  </a:cubicBezTo>
                  <a:cubicBezTo>
                    <a:pt x="110" y="346"/>
                    <a:pt x="116" y="291"/>
                    <a:pt x="116" y="2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6" name="Freeform 411">
              <a:extLst>
                <a:ext uri="{FF2B5EF4-FFF2-40B4-BE49-F238E27FC236}">
                  <a16:creationId xmlns:a16="http://schemas.microsoft.com/office/drawing/2014/main" id="{B9C5029A-EA53-44F6-818B-3108A2310272}"/>
                </a:ext>
              </a:extLst>
            </p:cNvPr>
            <p:cNvSpPr>
              <a:spLocks/>
            </p:cNvSpPr>
            <p:nvPr>
              <p:custDataLst>
                <p:tags r:id="rId181"/>
              </p:custDataLst>
            </p:nvPr>
          </p:nvSpPr>
          <p:spPr bwMode="auto">
            <a:xfrm>
              <a:off x="5959477" y="1504951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8 w 305"/>
                <a:gd name="T7" fmla="*/ 0 h 20"/>
                <a:gd name="T8" fmla="*/ 0 w 305"/>
                <a:gd name="T9" fmla="*/ 10 h 20"/>
                <a:gd name="T10" fmla="*/ 18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8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8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7" name="Freeform 412">
              <a:extLst>
                <a:ext uri="{FF2B5EF4-FFF2-40B4-BE49-F238E27FC236}">
                  <a16:creationId xmlns:a16="http://schemas.microsoft.com/office/drawing/2014/main" id="{BDA7A595-9B45-47B4-BAA4-7D80BADE979B}"/>
                </a:ext>
              </a:extLst>
            </p:cNvPr>
            <p:cNvSpPr>
              <a:spLocks/>
            </p:cNvSpPr>
            <p:nvPr>
              <p:custDataLst>
                <p:tags r:id="rId182"/>
              </p:custDataLst>
            </p:nvPr>
          </p:nvSpPr>
          <p:spPr bwMode="auto">
            <a:xfrm>
              <a:off x="6013452" y="1504951"/>
              <a:ext cx="60325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8" name="Freeform 413">
              <a:extLst>
                <a:ext uri="{FF2B5EF4-FFF2-40B4-BE49-F238E27FC236}">
                  <a16:creationId xmlns:a16="http://schemas.microsoft.com/office/drawing/2014/main" id="{D8E8AEC8-48C7-492F-8EBF-CE051F23E4BE}"/>
                </a:ext>
              </a:extLst>
            </p:cNvPr>
            <p:cNvSpPr>
              <a:spLocks/>
            </p:cNvSpPr>
            <p:nvPr>
              <p:custDataLst>
                <p:tags r:id="rId183"/>
              </p:custDataLst>
            </p:nvPr>
          </p:nvSpPr>
          <p:spPr bwMode="auto">
            <a:xfrm>
              <a:off x="6062664" y="1479551"/>
              <a:ext cx="90488" cy="53975"/>
            </a:xfrm>
            <a:custGeom>
              <a:avLst/>
              <a:gdLst>
                <a:gd name="T0" fmla="*/ 388 w 443"/>
                <a:gd name="T1" fmla="*/ 140 h 260"/>
                <a:gd name="T2" fmla="*/ 344 w 443"/>
                <a:gd name="T3" fmla="*/ 188 h 260"/>
                <a:gd name="T4" fmla="*/ 317 w 443"/>
                <a:gd name="T5" fmla="*/ 254 h 260"/>
                <a:gd name="T6" fmla="*/ 327 w 443"/>
                <a:gd name="T7" fmla="*/ 260 h 260"/>
                <a:gd name="T8" fmla="*/ 338 w 443"/>
                <a:gd name="T9" fmla="*/ 250 h 260"/>
                <a:gd name="T10" fmla="*/ 435 w 443"/>
                <a:gd name="T11" fmla="*/ 136 h 260"/>
                <a:gd name="T12" fmla="*/ 443 w 443"/>
                <a:gd name="T13" fmla="*/ 130 h 260"/>
                <a:gd name="T14" fmla="*/ 439 w 443"/>
                <a:gd name="T15" fmla="*/ 124 h 260"/>
                <a:gd name="T16" fmla="*/ 338 w 443"/>
                <a:gd name="T17" fmla="*/ 7 h 260"/>
                <a:gd name="T18" fmla="*/ 327 w 443"/>
                <a:gd name="T19" fmla="*/ 0 h 260"/>
                <a:gd name="T20" fmla="*/ 317 w 443"/>
                <a:gd name="T21" fmla="*/ 6 h 260"/>
                <a:gd name="T22" fmla="*/ 343 w 443"/>
                <a:gd name="T23" fmla="*/ 72 h 260"/>
                <a:gd name="T24" fmla="*/ 388 w 443"/>
                <a:gd name="T25" fmla="*/ 120 h 260"/>
                <a:gd name="T26" fmla="*/ 18 w 443"/>
                <a:gd name="T27" fmla="*/ 120 h 260"/>
                <a:gd name="T28" fmla="*/ 0 w 443"/>
                <a:gd name="T29" fmla="*/ 130 h 260"/>
                <a:gd name="T30" fmla="*/ 18 w 443"/>
                <a:gd name="T31" fmla="*/ 140 h 260"/>
                <a:gd name="T32" fmla="*/ 388 w 443"/>
                <a:gd name="T33" fmla="*/ 14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3" h="260">
                  <a:moveTo>
                    <a:pt x="388" y="140"/>
                  </a:moveTo>
                  <a:cubicBezTo>
                    <a:pt x="361" y="161"/>
                    <a:pt x="348" y="181"/>
                    <a:pt x="344" y="188"/>
                  </a:cubicBezTo>
                  <a:cubicBezTo>
                    <a:pt x="321" y="222"/>
                    <a:pt x="317" y="254"/>
                    <a:pt x="317" y="254"/>
                  </a:cubicBezTo>
                  <a:cubicBezTo>
                    <a:pt x="317" y="260"/>
                    <a:pt x="323" y="260"/>
                    <a:pt x="327" y="260"/>
                  </a:cubicBezTo>
                  <a:cubicBezTo>
                    <a:pt x="336" y="260"/>
                    <a:pt x="336" y="259"/>
                    <a:pt x="338" y="250"/>
                  </a:cubicBezTo>
                  <a:cubicBezTo>
                    <a:pt x="350" y="201"/>
                    <a:pt x="379" y="159"/>
                    <a:pt x="435" y="136"/>
                  </a:cubicBezTo>
                  <a:cubicBezTo>
                    <a:pt x="441" y="134"/>
                    <a:pt x="443" y="133"/>
                    <a:pt x="443" y="130"/>
                  </a:cubicBezTo>
                  <a:cubicBezTo>
                    <a:pt x="443" y="126"/>
                    <a:pt x="440" y="125"/>
                    <a:pt x="439" y="124"/>
                  </a:cubicBezTo>
                  <a:cubicBezTo>
                    <a:pt x="417" y="116"/>
                    <a:pt x="356" y="91"/>
                    <a:pt x="338" y="7"/>
                  </a:cubicBezTo>
                  <a:cubicBezTo>
                    <a:pt x="336" y="1"/>
                    <a:pt x="336" y="0"/>
                    <a:pt x="327" y="0"/>
                  </a:cubicBezTo>
                  <a:cubicBezTo>
                    <a:pt x="323" y="0"/>
                    <a:pt x="317" y="0"/>
                    <a:pt x="317" y="6"/>
                  </a:cubicBezTo>
                  <a:cubicBezTo>
                    <a:pt x="317" y="7"/>
                    <a:pt x="322" y="38"/>
                    <a:pt x="343" y="72"/>
                  </a:cubicBezTo>
                  <a:cubicBezTo>
                    <a:pt x="352" y="87"/>
                    <a:pt x="367" y="104"/>
                    <a:pt x="388" y="120"/>
                  </a:cubicBezTo>
                  <a:lnTo>
                    <a:pt x="18" y="120"/>
                  </a:lnTo>
                  <a:cubicBezTo>
                    <a:pt x="9" y="120"/>
                    <a:pt x="0" y="120"/>
                    <a:pt x="0" y="130"/>
                  </a:cubicBezTo>
                  <a:cubicBezTo>
                    <a:pt x="0" y="140"/>
                    <a:pt x="9" y="140"/>
                    <a:pt x="18" y="140"/>
                  </a:cubicBezTo>
                  <a:lnTo>
                    <a:pt x="388" y="14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9" name="Freeform 414">
              <a:extLst>
                <a:ext uri="{FF2B5EF4-FFF2-40B4-BE49-F238E27FC236}">
                  <a16:creationId xmlns:a16="http://schemas.microsoft.com/office/drawing/2014/main" id="{27587EF8-6570-47EA-8007-458A513770BD}"/>
                </a:ext>
              </a:extLst>
            </p:cNvPr>
            <p:cNvSpPr>
              <a:spLocks/>
            </p:cNvSpPr>
            <p:nvPr>
              <p:custDataLst>
                <p:tags r:id="rId184"/>
              </p:custDataLst>
            </p:nvPr>
          </p:nvSpPr>
          <p:spPr bwMode="auto">
            <a:xfrm>
              <a:off x="6199189" y="1462088"/>
              <a:ext cx="26988" cy="15875"/>
            </a:xfrm>
            <a:custGeom>
              <a:avLst/>
              <a:gdLst>
                <a:gd name="T0" fmla="*/ 67 w 133"/>
                <a:gd name="T1" fmla="*/ 0 h 76"/>
                <a:gd name="T2" fmla="*/ 0 w 133"/>
                <a:gd name="T3" fmla="*/ 67 h 76"/>
                <a:gd name="T4" fmla="*/ 9 w 133"/>
                <a:gd name="T5" fmla="*/ 76 h 76"/>
                <a:gd name="T6" fmla="*/ 67 w 133"/>
                <a:gd name="T7" fmla="*/ 25 h 76"/>
                <a:gd name="T8" fmla="*/ 125 w 133"/>
                <a:gd name="T9" fmla="*/ 76 h 76"/>
                <a:gd name="T10" fmla="*/ 133 w 133"/>
                <a:gd name="T11" fmla="*/ 67 h 76"/>
                <a:gd name="T12" fmla="*/ 67 w 133"/>
                <a:gd name="T1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" h="76">
                  <a:moveTo>
                    <a:pt x="67" y="0"/>
                  </a:moveTo>
                  <a:lnTo>
                    <a:pt x="0" y="67"/>
                  </a:lnTo>
                  <a:lnTo>
                    <a:pt x="9" y="76"/>
                  </a:lnTo>
                  <a:lnTo>
                    <a:pt x="67" y="25"/>
                  </a:lnTo>
                  <a:lnTo>
                    <a:pt x="125" y="76"/>
                  </a:lnTo>
                  <a:lnTo>
                    <a:pt x="133" y="67"/>
                  </a:lnTo>
                  <a:lnTo>
                    <a:pt x="67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0" name="Freeform 415">
              <a:extLst>
                <a:ext uri="{FF2B5EF4-FFF2-40B4-BE49-F238E27FC236}">
                  <a16:creationId xmlns:a16="http://schemas.microsoft.com/office/drawing/2014/main" id="{B733F5A8-3E8A-48C0-B082-B7F25F36FC83}"/>
                </a:ext>
              </a:extLst>
            </p:cNvPr>
            <p:cNvSpPr>
              <a:spLocks noEditPoints="1"/>
            </p:cNvSpPr>
            <p:nvPr>
              <p:custDataLst>
                <p:tags r:id="rId185"/>
              </p:custDataLst>
            </p:nvPr>
          </p:nvSpPr>
          <p:spPr bwMode="auto">
            <a:xfrm>
              <a:off x="6191252" y="1487488"/>
              <a:ext cx="46038" cy="46038"/>
            </a:xfrm>
            <a:custGeom>
              <a:avLst/>
              <a:gdLst>
                <a:gd name="T0" fmla="*/ 166 w 229"/>
                <a:gd name="T1" fmla="*/ 32 h 226"/>
                <a:gd name="T2" fmla="*/ 120 w 229"/>
                <a:gd name="T3" fmla="*/ 0 h 226"/>
                <a:gd name="T4" fmla="*/ 0 w 229"/>
                <a:gd name="T5" fmla="*/ 146 h 226"/>
                <a:gd name="T6" fmla="*/ 67 w 229"/>
                <a:gd name="T7" fmla="*/ 226 h 226"/>
                <a:gd name="T8" fmla="*/ 131 w 229"/>
                <a:gd name="T9" fmla="*/ 189 h 226"/>
                <a:gd name="T10" fmla="*/ 177 w 229"/>
                <a:gd name="T11" fmla="*/ 226 h 226"/>
                <a:gd name="T12" fmla="*/ 214 w 229"/>
                <a:gd name="T13" fmla="*/ 199 h 226"/>
                <a:gd name="T14" fmla="*/ 229 w 229"/>
                <a:gd name="T15" fmla="*/ 149 h 226"/>
                <a:gd name="T16" fmla="*/ 223 w 229"/>
                <a:gd name="T17" fmla="*/ 144 h 226"/>
                <a:gd name="T18" fmla="*/ 216 w 229"/>
                <a:gd name="T19" fmla="*/ 153 h 226"/>
                <a:gd name="T20" fmla="*/ 178 w 229"/>
                <a:gd name="T21" fmla="*/ 215 h 226"/>
                <a:gd name="T22" fmla="*/ 163 w 229"/>
                <a:gd name="T23" fmla="*/ 192 h 226"/>
                <a:gd name="T24" fmla="*/ 169 w 229"/>
                <a:gd name="T25" fmla="*/ 155 h 226"/>
                <a:gd name="T26" fmla="*/ 180 w 229"/>
                <a:gd name="T27" fmla="*/ 110 h 226"/>
                <a:gd name="T28" fmla="*/ 198 w 229"/>
                <a:gd name="T29" fmla="*/ 41 h 226"/>
                <a:gd name="T30" fmla="*/ 202 w 229"/>
                <a:gd name="T31" fmla="*/ 24 h 226"/>
                <a:gd name="T32" fmla="*/ 187 w 229"/>
                <a:gd name="T33" fmla="*/ 10 h 226"/>
                <a:gd name="T34" fmla="*/ 166 w 229"/>
                <a:gd name="T35" fmla="*/ 32 h 226"/>
                <a:gd name="T36" fmla="*/ 134 w 229"/>
                <a:gd name="T37" fmla="*/ 161 h 226"/>
                <a:gd name="T38" fmla="*/ 124 w 229"/>
                <a:gd name="T39" fmla="*/ 180 h 226"/>
                <a:gd name="T40" fmla="*/ 68 w 229"/>
                <a:gd name="T41" fmla="*/ 215 h 226"/>
                <a:gd name="T42" fmla="*/ 36 w 229"/>
                <a:gd name="T43" fmla="*/ 168 h 226"/>
                <a:gd name="T44" fmla="*/ 63 w 229"/>
                <a:gd name="T45" fmla="*/ 59 h 226"/>
                <a:gd name="T46" fmla="*/ 121 w 229"/>
                <a:gd name="T47" fmla="*/ 11 h 226"/>
                <a:gd name="T48" fmla="*/ 160 w 229"/>
                <a:gd name="T49" fmla="*/ 55 h 226"/>
                <a:gd name="T50" fmla="*/ 159 w 229"/>
                <a:gd name="T51" fmla="*/ 64 h 226"/>
                <a:gd name="T52" fmla="*/ 134 w 229"/>
                <a:gd name="T53" fmla="*/ 16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9" h="226">
                  <a:moveTo>
                    <a:pt x="166" y="32"/>
                  </a:moveTo>
                  <a:cubicBezTo>
                    <a:pt x="157" y="14"/>
                    <a:pt x="143" y="0"/>
                    <a:pt x="120" y="0"/>
                  </a:cubicBezTo>
                  <a:cubicBezTo>
                    <a:pt x="62" y="0"/>
                    <a:pt x="0" y="73"/>
                    <a:pt x="0" y="146"/>
                  </a:cubicBezTo>
                  <a:cubicBezTo>
                    <a:pt x="0" y="193"/>
                    <a:pt x="28" y="226"/>
                    <a:pt x="67" y="226"/>
                  </a:cubicBezTo>
                  <a:cubicBezTo>
                    <a:pt x="77" y="226"/>
                    <a:pt x="101" y="224"/>
                    <a:pt x="131" y="189"/>
                  </a:cubicBezTo>
                  <a:cubicBezTo>
                    <a:pt x="135" y="210"/>
                    <a:pt x="153" y="226"/>
                    <a:pt x="177" y="226"/>
                  </a:cubicBezTo>
                  <a:cubicBezTo>
                    <a:pt x="194" y="226"/>
                    <a:pt x="206" y="215"/>
                    <a:pt x="214" y="199"/>
                  </a:cubicBezTo>
                  <a:cubicBezTo>
                    <a:pt x="222" y="181"/>
                    <a:pt x="229" y="150"/>
                    <a:pt x="229" y="149"/>
                  </a:cubicBezTo>
                  <a:cubicBezTo>
                    <a:pt x="229" y="144"/>
                    <a:pt x="224" y="144"/>
                    <a:pt x="223" y="144"/>
                  </a:cubicBezTo>
                  <a:cubicBezTo>
                    <a:pt x="218" y="144"/>
                    <a:pt x="217" y="146"/>
                    <a:pt x="216" y="153"/>
                  </a:cubicBezTo>
                  <a:cubicBezTo>
                    <a:pt x="207" y="186"/>
                    <a:pt x="198" y="215"/>
                    <a:pt x="178" y="215"/>
                  </a:cubicBezTo>
                  <a:cubicBezTo>
                    <a:pt x="164" y="215"/>
                    <a:pt x="163" y="202"/>
                    <a:pt x="163" y="192"/>
                  </a:cubicBezTo>
                  <a:cubicBezTo>
                    <a:pt x="163" y="181"/>
                    <a:pt x="164" y="177"/>
                    <a:pt x="169" y="155"/>
                  </a:cubicBezTo>
                  <a:cubicBezTo>
                    <a:pt x="175" y="134"/>
                    <a:pt x="176" y="129"/>
                    <a:pt x="180" y="110"/>
                  </a:cubicBezTo>
                  <a:lnTo>
                    <a:pt x="198" y="41"/>
                  </a:lnTo>
                  <a:cubicBezTo>
                    <a:pt x="202" y="27"/>
                    <a:pt x="202" y="26"/>
                    <a:pt x="202" y="24"/>
                  </a:cubicBezTo>
                  <a:cubicBezTo>
                    <a:pt x="202" y="15"/>
                    <a:pt x="196" y="10"/>
                    <a:pt x="187" y="10"/>
                  </a:cubicBezTo>
                  <a:cubicBezTo>
                    <a:pt x="175" y="10"/>
                    <a:pt x="168" y="21"/>
                    <a:pt x="166" y="32"/>
                  </a:cubicBezTo>
                  <a:close/>
                  <a:moveTo>
                    <a:pt x="134" y="161"/>
                  </a:moveTo>
                  <a:cubicBezTo>
                    <a:pt x="131" y="170"/>
                    <a:pt x="131" y="171"/>
                    <a:pt x="124" y="180"/>
                  </a:cubicBezTo>
                  <a:cubicBezTo>
                    <a:pt x="102" y="207"/>
                    <a:pt x="82" y="215"/>
                    <a:pt x="68" y="215"/>
                  </a:cubicBezTo>
                  <a:cubicBezTo>
                    <a:pt x="43" y="215"/>
                    <a:pt x="36" y="188"/>
                    <a:pt x="36" y="168"/>
                  </a:cubicBezTo>
                  <a:cubicBezTo>
                    <a:pt x="36" y="143"/>
                    <a:pt x="52" y="82"/>
                    <a:pt x="63" y="59"/>
                  </a:cubicBezTo>
                  <a:cubicBezTo>
                    <a:pt x="79" y="30"/>
                    <a:pt x="101" y="11"/>
                    <a:pt x="121" y="11"/>
                  </a:cubicBezTo>
                  <a:cubicBezTo>
                    <a:pt x="153" y="11"/>
                    <a:pt x="160" y="52"/>
                    <a:pt x="160" y="55"/>
                  </a:cubicBezTo>
                  <a:cubicBezTo>
                    <a:pt x="160" y="58"/>
                    <a:pt x="159" y="61"/>
                    <a:pt x="159" y="64"/>
                  </a:cubicBezTo>
                  <a:lnTo>
                    <a:pt x="134" y="16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1" name="Freeform 416">
              <a:extLst>
                <a:ext uri="{FF2B5EF4-FFF2-40B4-BE49-F238E27FC236}">
                  <a16:creationId xmlns:a16="http://schemas.microsoft.com/office/drawing/2014/main" id="{1AE26FA7-BFAE-4F72-BC30-197D7178850A}"/>
                </a:ext>
              </a:extLst>
            </p:cNvPr>
            <p:cNvSpPr>
              <a:spLocks/>
            </p:cNvSpPr>
            <p:nvPr>
              <p:custDataLst>
                <p:tags r:id="rId186"/>
              </p:custDataLst>
            </p:nvPr>
          </p:nvSpPr>
          <p:spPr bwMode="auto">
            <a:xfrm>
              <a:off x="6243639" y="1500188"/>
              <a:ext cx="33338" cy="49213"/>
            </a:xfrm>
            <a:custGeom>
              <a:avLst/>
              <a:gdLst>
                <a:gd name="T0" fmla="*/ 77 w 161"/>
                <a:gd name="T1" fmla="*/ 115 h 238"/>
                <a:gd name="T2" fmla="*/ 124 w 161"/>
                <a:gd name="T3" fmla="*/ 171 h 238"/>
                <a:gd name="T4" fmla="*/ 78 w 161"/>
                <a:gd name="T5" fmla="*/ 227 h 238"/>
                <a:gd name="T6" fmla="*/ 19 w 161"/>
                <a:gd name="T7" fmla="*/ 203 h 238"/>
                <a:gd name="T8" fmla="*/ 39 w 161"/>
                <a:gd name="T9" fmla="*/ 183 h 238"/>
                <a:gd name="T10" fmla="*/ 20 w 161"/>
                <a:gd name="T11" fmla="*/ 164 h 238"/>
                <a:gd name="T12" fmla="*/ 0 w 161"/>
                <a:gd name="T13" fmla="*/ 184 h 238"/>
                <a:gd name="T14" fmla="*/ 79 w 161"/>
                <a:gd name="T15" fmla="*/ 238 h 238"/>
                <a:gd name="T16" fmla="*/ 161 w 161"/>
                <a:gd name="T17" fmla="*/ 171 h 238"/>
                <a:gd name="T18" fmla="*/ 100 w 161"/>
                <a:gd name="T19" fmla="*/ 109 h 238"/>
                <a:gd name="T20" fmla="*/ 150 w 161"/>
                <a:gd name="T21" fmla="*/ 48 h 238"/>
                <a:gd name="T22" fmla="*/ 80 w 161"/>
                <a:gd name="T23" fmla="*/ 0 h 238"/>
                <a:gd name="T24" fmla="*/ 11 w 161"/>
                <a:gd name="T25" fmla="*/ 47 h 238"/>
                <a:gd name="T26" fmla="*/ 29 w 161"/>
                <a:gd name="T27" fmla="*/ 65 h 238"/>
                <a:gd name="T28" fmla="*/ 47 w 161"/>
                <a:gd name="T29" fmla="*/ 47 h 238"/>
                <a:gd name="T30" fmla="*/ 29 w 161"/>
                <a:gd name="T31" fmla="*/ 29 h 238"/>
                <a:gd name="T32" fmla="*/ 79 w 161"/>
                <a:gd name="T33" fmla="*/ 10 h 238"/>
                <a:gd name="T34" fmla="*/ 116 w 161"/>
                <a:gd name="T35" fmla="*/ 48 h 238"/>
                <a:gd name="T36" fmla="*/ 102 w 161"/>
                <a:gd name="T37" fmla="*/ 90 h 238"/>
                <a:gd name="T38" fmla="*/ 64 w 161"/>
                <a:gd name="T39" fmla="*/ 104 h 238"/>
                <a:gd name="T40" fmla="*/ 52 w 161"/>
                <a:gd name="T41" fmla="*/ 106 h 238"/>
                <a:gd name="T42" fmla="*/ 49 w 161"/>
                <a:gd name="T43" fmla="*/ 110 h 238"/>
                <a:gd name="T44" fmla="*/ 58 w 161"/>
                <a:gd name="T45" fmla="*/ 115 h 238"/>
                <a:gd name="T46" fmla="*/ 77 w 161"/>
                <a:gd name="T47" fmla="*/ 115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" h="238">
                  <a:moveTo>
                    <a:pt x="77" y="115"/>
                  </a:moveTo>
                  <a:cubicBezTo>
                    <a:pt x="104" y="115"/>
                    <a:pt x="124" y="134"/>
                    <a:pt x="124" y="171"/>
                  </a:cubicBezTo>
                  <a:cubicBezTo>
                    <a:pt x="124" y="214"/>
                    <a:pt x="98" y="227"/>
                    <a:pt x="78" y="227"/>
                  </a:cubicBezTo>
                  <a:cubicBezTo>
                    <a:pt x="64" y="227"/>
                    <a:pt x="34" y="223"/>
                    <a:pt x="19" y="203"/>
                  </a:cubicBezTo>
                  <a:cubicBezTo>
                    <a:pt x="35" y="202"/>
                    <a:pt x="39" y="191"/>
                    <a:pt x="39" y="183"/>
                  </a:cubicBezTo>
                  <a:cubicBezTo>
                    <a:pt x="39" y="172"/>
                    <a:pt x="31" y="164"/>
                    <a:pt x="20" y="164"/>
                  </a:cubicBezTo>
                  <a:cubicBezTo>
                    <a:pt x="10" y="164"/>
                    <a:pt x="0" y="170"/>
                    <a:pt x="0" y="184"/>
                  </a:cubicBezTo>
                  <a:cubicBezTo>
                    <a:pt x="0" y="217"/>
                    <a:pt x="37" y="238"/>
                    <a:pt x="79" y="238"/>
                  </a:cubicBezTo>
                  <a:cubicBezTo>
                    <a:pt x="127" y="238"/>
                    <a:pt x="161" y="206"/>
                    <a:pt x="161" y="171"/>
                  </a:cubicBezTo>
                  <a:cubicBezTo>
                    <a:pt x="161" y="144"/>
                    <a:pt x="139" y="117"/>
                    <a:pt x="100" y="109"/>
                  </a:cubicBezTo>
                  <a:cubicBezTo>
                    <a:pt x="137" y="95"/>
                    <a:pt x="150" y="69"/>
                    <a:pt x="150" y="48"/>
                  </a:cubicBezTo>
                  <a:cubicBezTo>
                    <a:pt x="150" y="20"/>
                    <a:pt x="118" y="0"/>
                    <a:pt x="80" y="0"/>
                  </a:cubicBezTo>
                  <a:cubicBezTo>
                    <a:pt x="41" y="0"/>
                    <a:pt x="11" y="19"/>
                    <a:pt x="11" y="47"/>
                  </a:cubicBezTo>
                  <a:cubicBezTo>
                    <a:pt x="11" y="58"/>
                    <a:pt x="19" y="65"/>
                    <a:pt x="29" y="65"/>
                  </a:cubicBezTo>
                  <a:cubicBezTo>
                    <a:pt x="40" y="65"/>
                    <a:pt x="47" y="57"/>
                    <a:pt x="47" y="47"/>
                  </a:cubicBezTo>
                  <a:cubicBezTo>
                    <a:pt x="47" y="37"/>
                    <a:pt x="40" y="30"/>
                    <a:pt x="29" y="29"/>
                  </a:cubicBezTo>
                  <a:cubicBezTo>
                    <a:pt x="42" y="14"/>
                    <a:pt x="66" y="10"/>
                    <a:pt x="79" y="10"/>
                  </a:cubicBezTo>
                  <a:cubicBezTo>
                    <a:pt x="94" y="10"/>
                    <a:pt x="116" y="18"/>
                    <a:pt x="116" y="48"/>
                  </a:cubicBezTo>
                  <a:cubicBezTo>
                    <a:pt x="116" y="63"/>
                    <a:pt x="111" y="79"/>
                    <a:pt x="102" y="90"/>
                  </a:cubicBezTo>
                  <a:cubicBezTo>
                    <a:pt x="91" y="103"/>
                    <a:pt x="81" y="103"/>
                    <a:pt x="64" y="104"/>
                  </a:cubicBezTo>
                  <a:cubicBezTo>
                    <a:pt x="55" y="105"/>
                    <a:pt x="54" y="105"/>
                    <a:pt x="52" y="106"/>
                  </a:cubicBezTo>
                  <a:cubicBezTo>
                    <a:pt x="52" y="106"/>
                    <a:pt x="49" y="106"/>
                    <a:pt x="49" y="110"/>
                  </a:cubicBezTo>
                  <a:cubicBezTo>
                    <a:pt x="49" y="115"/>
                    <a:pt x="52" y="115"/>
                    <a:pt x="58" y="115"/>
                  </a:cubicBezTo>
                  <a:lnTo>
                    <a:pt x="77" y="11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2" name="Freeform 417">
              <a:extLst>
                <a:ext uri="{FF2B5EF4-FFF2-40B4-BE49-F238E27FC236}">
                  <a16:creationId xmlns:a16="http://schemas.microsoft.com/office/drawing/2014/main" id="{BB7C8AC5-1EA1-4707-BF73-43F8555E0456}"/>
                </a:ext>
              </a:extLst>
            </p:cNvPr>
            <p:cNvSpPr>
              <a:spLocks/>
            </p:cNvSpPr>
            <p:nvPr>
              <p:custDataLst>
                <p:tags r:id="rId187"/>
              </p:custDataLst>
            </p:nvPr>
          </p:nvSpPr>
          <p:spPr bwMode="auto">
            <a:xfrm>
              <a:off x="6321427" y="1504951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3" name="Freeform 418">
              <a:extLst>
                <a:ext uri="{FF2B5EF4-FFF2-40B4-BE49-F238E27FC236}">
                  <a16:creationId xmlns:a16="http://schemas.microsoft.com/office/drawing/2014/main" id="{86BBB986-02C0-424D-9200-CF8D69D9CB32}"/>
                </a:ext>
              </a:extLst>
            </p:cNvPr>
            <p:cNvSpPr>
              <a:spLocks/>
            </p:cNvSpPr>
            <p:nvPr>
              <p:custDataLst>
                <p:tags r:id="rId188"/>
              </p:custDataLst>
            </p:nvPr>
          </p:nvSpPr>
          <p:spPr bwMode="auto">
            <a:xfrm>
              <a:off x="6375402" y="1504951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4" name="Freeform 419">
              <a:extLst>
                <a:ext uri="{FF2B5EF4-FFF2-40B4-BE49-F238E27FC236}">
                  <a16:creationId xmlns:a16="http://schemas.microsoft.com/office/drawing/2014/main" id="{863D7759-1851-4930-9240-BB39D0441494}"/>
                </a:ext>
              </a:extLst>
            </p:cNvPr>
            <p:cNvSpPr>
              <a:spLocks/>
            </p:cNvSpPr>
            <p:nvPr>
              <p:custDataLst>
                <p:tags r:id="rId189"/>
              </p:custDataLst>
            </p:nvPr>
          </p:nvSpPr>
          <p:spPr bwMode="auto">
            <a:xfrm>
              <a:off x="6426202" y="1479551"/>
              <a:ext cx="88900" cy="53975"/>
            </a:xfrm>
            <a:custGeom>
              <a:avLst/>
              <a:gdLst>
                <a:gd name="T0" fmla="*/ 388 w 443"/>
                <a:gd name="T1" fmla="*/ 140 h 260"/>
                <a:gd name="T2" fmla="*/ 343 w 443"/>
                <a:gd name="T3" fmla="*/ 188 h 260"/>
                <a:gd name="T4" fmla="*/ 317 w 443"/>
                <a:gd name="T5" fmla="*/ 254 h 260"/>
                <a:gd name="T6" fmla="*/ 327 w 443"/>
                <a:gd name="T7" fmla="*/ 260 h 260"/>
                <a:gd name="T8" fmla="*/ 338 w 443"/>
                <a:gd name="T9" fmla="*/ 250 h 260"/>
                <a:gd name="T10" fmla="*/ 435 w 443"/>
                <a:gd name="T11" fmla="*/ 136 h 260"/>
                <a:gd name="T12" fmla="*/ 443 w 443"/>
                <a:gd name="T13" fmla="*/ 130 h 260"/>
                <a:gd name="T14" fmla="*/ 439 w 443"/>
                <a:gd name="T15" fmla="*/ 124 h 260"/>
                <a:gd name="T16" fmla="*/ 338 w 443"/>
                <a:gd name="T17" fmla="*/ 7 h 260"/>
                <a:gd name="T18" fmla="*/ 327 w 443"/>
                <a:gd name="T19" fmla="*/ 0 h 260"/>
                <a:gd name="T20" fmla="*/ 317 w 443"/>
                <a:gd name="T21" fmla="*/ 6 h 260"/>
                <a:gd name="T22" fmla="*/ 342 w 443"/>
                <a:gd name="T23" fmla="*/ 72 h 260"/>
                <a:gd name="T24" fmla="*/ 388 w 443"/>
                <a:gd name="T25" fmla="*/ 120 h 260"/>
                <a:gd name="T26" fmla="*/ 18 w 443"/>
                <a:gd name="T27" fmla="*/ 120 h 260"/>
                <a:gd name="T28" fmla="*/ 0 w 443"/>
                <a:gd name="T29" fmla="*/ 130 h 260"/>
                <a:gd name="T30" fmla="*/ 18 w 443"/>
                <a:gd name="T31" fmla="*/ 140 h 260"/>
                <a:gd name="T32" fmla="*/ 388 w 443"/>
                <a:gd name="T33" fmla="*/ 14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3" h="260">
                  <a:moveTo>
                    <a:pt x="388" y="140"/>
                  </a:moveTo>
                  <a:cubicBezTo>
                    <a:pt x="361" y="161"/>
                    <a:pt x="347" y="181"/>
                    <a:pt x="343" y="188"/>
                  </a:cubicBezTo>
                  <a:cubicBezTo>
                    <a:pt x="321" y="222"/>
                    <a:pt x="317" y="254"/>
                    <a:pt x="317" y="254"/>
                  </a:cubicBezTo>
                  <a:cubicBezTo>
                    <a:pt x="317" y="260"/>
                    <a:pt x="323" y="260"/>
                    <a:pt x="327" y="260"/>
                  </a:cubicBezTo>
                  <a:cubicBezTo>
                    <a:pt x="336" y="260"/>
                    <a:pt x="336" y="259"/>
                    <a:pt x="338" y="250"/>
                  </a:cubicBezTo>
                  <a:cubicBezTo>
                    <a:pt x="349" y="201"/>
                    <a:pt x="379" y="159"/>
                    <a:pt x="435" y="136"/>
                  </a:cubicBezTo>
                  <a:cubicBezTo>
                    <a:pt x="441" y="134"/>
                    <a:pt x="443" y="133"/>
                    <a:pt x="443" y="130"/>
                  </a:cubicBezTo>
                  <a:cubicBezTo>
                    <a:pt x="443" y="126"/>
                    <a:pt x="440" y="125"/>
                    <a:pt x="439" y="124"/>
                  </a:cubicBezTo>
                  <a:cubicBezTo>
                    <a:pt x="417" y="116"/>
                    <a:pt x="356" y="91"/>
                    <a:pt x="338" y="7"/>
                  </a:cubicBezTo>
                  <a:cubicBezTo>
                    <a:pt x="336" y="1"/>
                    <a:pt x="336" y="0"/>
                    <a:pt x="327" y="0"/>
                  </a:cubicBezTo>
                  <a:cubicBezTo>
                    <a:pt x="323" y="0"/>
                    <a:pt x="317" y="0"/>
                    <a:pt x="317" y="6"/>
                  </a:cubicBezTo>
                  <a:cubicBezTo>
                    <a:pt x="317" y="7"/>
                    <a:pt x="322" y="38"/>
                    <a:pt x="342" y="72"/>
                  </a:cubicBezTo>
                  <a:cubicBezTo>
                    <a:pt x="352" y="87"/>
                    <a:pt x="367" y="104"/>
                    <a:pt x="388" y="120"/>
                  </a:cubicBezTo>
                  <a:lnTo>
                    <a:pt x="18" y="120"/>
                  </a:lnTo>
                  <a:cubicBezTo>
                    <a:pt x="9" y="120"/>
                    <a:pt x="0" y="120"/>
                    <a:pt x="0" y="130"/>
                  </a:cubicBezTo>
                  <a:cubicBezTo>
                    <a:pt x="0" y="140"/>
                    <a:pt x="9" y="140"/>
                    <a:pt x="18" y="140"/>
                  </a:cubicBezTo>
                  <a:lnTo>
                    <a:pt x="388" y="14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5" name="Freeform 420">
              <a:extLst>
                <a:ext uri="{FF2B5EF4-FFF2-40B4-BE49-F238E27FC236}">
                  <a16:creationId xmlns:a16="http://schemas.microsoft.com/office/drawing/2014/main" id="{F802228E-76D5-4831-B8EA-46DF7D1BB427}"/>
                </a:ext>
              </a:extLst>
            </p:cNvPr>
            <p:cNvSpPr>
              <a:spLocks noEditPoints="1"/>
            </p:cNvSpPr>
            <p:nvPr>
              <p:custDataLst>
                <p:tags r:id="rId190"/>
              </p:custDataLst>
            </p:nvPr>
          </p:nvSpPr>
          <p:spPr bwMode="auto">
            <a:xfrm>
              <a:off x="6553202" y="1487488"/>
              <a:ext cx="46038" cy="46038"/>
            </a:xfrm>
            <a:custGeom>
              <a:avLst/>
              <a:gdLst>
                <a:gd name="T0" fmla="*/ 166 w 229"/>
                <a:gd name="T1" fmla="*/ 32 h 226"/>
                <a:gd name="T2" fmla="*/ 120 w 229"/>
                <a:gd name="T3" fmla="*/ 0 h 226"/>
                <a:gd name="T4" fmla="*/ 0 w 229"/>
                <a:gd name="T5" fmla="*/ 146 h 226"/>
                <a:gd name="T6" fmla="*/ 66 w 229"/>
                <a:gd name="T7" fmla="*/ 226 h 226"/>
                <a:gd name="T8" fmla="*/ 131 w 229"/>
                <a:gd name="T9" fmla="*/ 189 h 226"/>
                <a:gd name="T10" fmla="*/ 177 w 229"/>
                <a:gd name="T11" fmla="*/ 226 h 226"/>
                <a:gd name="T12" fmla="*/ 214 w 229"/>
                <a:gd name="T13" fmla="*/ 199 h 226"/>
                <a:gd name="T14" fmla="*/ 229 w 229"/>
                <a:gd name="T15" fmla="*/ 149 h 226"/>
                <a:gd name="T16" fmla="*/ 223 w 229"/>
                <a:gd name="T17" fmla="*/ 144 h 226"/>
                <a:gd name="T18" fmla="*/ 216 w 229"/>
                <a:gd name="T19" fmla="*/ 153 h 226"/>
                <a:gd name="T20" fmla="*/ 178 w 229"/>
                <a:gd name="T21" fmla="*/ 215 h 226"/>
                <a:gd name="T22" fmla="*/ 163 w 229"/>
                <a:gd name="T23" fmla="*/ 192 h 226"/>
                <a:gd name="T24" fmla="*/ 169 w 229"/>
                <a:gd name="T25" fmla="*/ 155 h 226"/>
                <a:gd name="T26" fmla="*/ 180 w 229"/>
                <a:gd name="T27" fmla="*/ 110 h 226"/>
                <a:gd name="T28" fmla="*/ 198 w 229"/>
                <a:gd name="T29" fmla="*/ 41 h 226"/>
                <a:gd name="T30" fmla="*/ 202 w 229"/>
                <a:gd name="T31" fmla="*/ 24 h 226"/>
                <a:gd name="T32" fmla="*/ 187 w 229"/>
                <a:gd name="T33" fmla="*/ 10 h 226"/>
                <a:gd name="T34" fmla="*/ 166 w 229"/>
                <a:gd name="T35" fmla="*/ 32 h 226"/>
                <a:gd name="T36" fmla="*/ 134 w 229"/>
                <a:gd name="T37" fmla="*/ 161 h 226"/>
                <a:gd name="T38" fmla="*/ 124 w 229"/>
                <a:gd name="T39" fmla="*/ 180 h 226"/>
                <a:gd name="T40" fmla="*/ 67 w 229"/>
                <a:gd name="T41" fmla="*/ 215 h 226"/>
                <a:gd name="T42" fmla="*/ 36 w 229"/>
                <a:gd name="T43" fmla="*/ 168 h 226"/>
                <a:gd name="T44" fmla="*/ 63 w 229"/>
                <a:gd name="T45" fmla="*/ 59 h 226"/>
                <a:gd name="T46" fmla="*/ 121 w 229"/>
                <a:gd name="T47" fmla="*/ 11 h 226"/>
                <a:gd name="T48" fmla="*/ 160 w 229"/>
                <a:gd name="T49" fmla="*/ 55 h 226"/>
                <a:gd name="T50" fmla="*/ 159 w 229"/>
                <a:gd name="T51" fmla="*/ 64 h 226"/>
                <a:gd name="T52" fmla="*/ 134 w 229"/>
                <a:gd name="T53" fmla="*/ 16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9" h="226">
                  <a:moveTo>
                    <a:pt x="166" y="32"/>
                  </a:moveTo>
                  <a:cubicBezTo>
                    <a:pt x="157" y="14"/>
                    <a:pt x="143" y="0"/>
                    <a:pt x="120" y="0"/>
                  </a:cubicBezTo>
                  <a:cubicBezTo>
                    <a:pt x="62" y="0"/>
                    <a:pt x="0" y="73"/>
                    <a:pt x="0" y="146"/>
                  </a:cubicBezTo>
                  <a:cubicBezTo>
                    <a:pt x="0" y="193"/>
                    <a:pt x="28" y="226"/>
                    <a:pt x="66" y="226"/>
                  </a:cubicBezTo>
                  <a:cubicBezTo>
                    <a:pt x="76" y="226"/>
                    <a:pt x="101" y="224"/>
                    <a:pt x="131" y="189"/>
                  </a:cubicBezTo>
                  <a:cubicBezTo>
                    <a:pt x="135" y="210"/>
                    <a:pt x="153" y="226"/>
                    <a:pt x="177" y="226"/>
                  </a:cubicBezTo>
                  <a:cubicBezTo>
                    <a:pt x="194" y="226"/>
                    <a:pt x="206" y="215"/>
                    <a:pt x="214" y="199"/>
                  </a:cubicBezTo>
                  <a:cubicBezTo>
                    <a:pt x="222" y="181"/>
                    <a:pt x="229" y="150"/>
                    <a:pt x="229" y="149"/>
                  </a:cubicBezTo>
                  <a:cubicBezTo>
                    <a:pt x="229" y="144"/>
                    <a:pt x="224" y="144"/>
                    <a:pt x="223" y="144"/>
                  </a:cubicBezTo>
                  <a:cubicBezTo>
                    <a:pt x="218" y="144"/>
                    <a:pt x="217" y="146"/>
                    <a:pt x="216" y="153"/>
                  </a:cubicBezTo>
                  <a:cubicBezTo>
                    <a:pt x="207" y="186"/>
                    <a:pt x="198" y="215"/>
                    <a:pt x="178" y="215"/>
                  </a:cubicBezTo>
                  <a:cubicBezTo>
                    <a:pt x="164" y="215"/>
                    <a:pt x="163" y="202"/>
                    <a:pt x="163" y="192"/>
                  </a:cubicBezTo>
                  <a:cubicBezTo>
                    <a:pt x="163" y="181"/>
                    <a:pt x="164" y="177"/>
                    <a:pt x="169" y="155"/>
                  </a:cubicBezTo>
                  <a:cubicBezTo>
                    <a:pt x="175" y="134"/>
                    <a:pt x="176" y="129"/>
                    <a:pt x="180" y="110"/>
                  </a:cubicBezTo>
                  <a:lnTo>
                    <a:pt x="198" y="41"/>
                  </a:lnTo>
                  <a:cubicBezTo>
                    <a:pt x="202" y="27"/>
                    <a:pt x="202" y="26"/>
                    <a:pt x="202" y="24"/>
                  </a:cubicBezTo>
                  <a:cubicBezTo>
                    <a:pt x="202" y="15"/>
                    <a:pt x="196" y="10"/>
                    <a:pt x="187" y="10"/>
                  </a:cubicBezTo>
                  <a:cubicBezTo>
                    <a:pt x="175" y="10"/>
                    <a:pt x="168" y="21"/>
                    <a:pt x="166" y="32"/>
                  </a:cubicBezTo>
                  <a:close/>
                  <a:moveTo>
                    <a:pt x="134" y="161"/>
                  </a:moveTo>
                  <a:cubicBezTo>
                    <a:pt x="131" y="170"/>
                    <a:pt x="131" y="171"/>
                    <a:pt x="124" y="180"/>
                  </a:cubicBezTo>
                  <a:cubicBezTo>
                    <a:pt x="102" y="207"/>
                    <a:pt x="81" y="215"/>
                    <a:pt x="67" y="215"/>
                  </a:cubicBezTo>
                  <a:cubicBezTo>
                    <a:pt x="43" y="215"/>
                    <a:pt x="36" y="188"/>
                    <a:pt x="36" y="168"/>
                  </a:cubicBezTo>
                  <a:cubicBezTo>
                    <a:pt x="36" y="143"/>
                    <a:pt x="52" y="82"/>
                    <a:pt x="63" y="59"/>
                  </a:cubicBezTo>
                  <a:cubicBezTo>
                    <a:pt x="78" y="30"/>
                    <a:pt x="101" y="11"/>
                    <a:pt x="121" y="11"/>
                  </a:cubicBezTo>
                  <a:cubicBezTo>
                    <a:pt x="153" y="11"/>
                    <a:pt x="160" y="52"/>
                    <a:pt x="160" y="55"/>
                  </a:cubicBezTo>
                  <a:cubicBezTo>
                    <a:pt x="160" y="58"/>
                    <a:pt x="159" y="61"/>
                    <a:pt x="159" y="64"/>
                  </a:cubicBezTo>
                  <a:lnTo>
                    <a:pt x="134" y="16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6" name="Freeform 421">
              <a:extLst>
                <a:ext uri="{FF2B5EF4-FFF2-40B4-BE49-F238E27FC236}">
                  <a16:creationId xmlns:a16="http://schemas.microsoft.com/office/drawing/2014/main" id="{B1187CDA-A631-4EB4-9F30-DDA7F5744681}"/>
                </a:ext>
              </a:extLst>
            </p:cNvPr>
            <p:cNvSpPr>
              <a:spLocks/>
            </p:cNvSpPr>
            <p:nvPr>
              <p:custDataLst>
                <p:tags r:id="rId191"/>
              </p:custDataLst>
            </p:nvPr>
          </p:nvSpPr>
          <p:spPr bwMode="auto">
            <a:xfrm>
              <a:off x="6605589" y="1500188"/>
              <a:ext cx="33338" cy="49213"/>
            </a:xfrm>
            <a:custGeom>
              <a:avLst/>
              <a:gdLst>
                <a:gd name="T0" fmla="*/ 77 w 161"/>
                <a:gd name="T1" fmla="*/ 115 h 238"/>
                <a:gd name="T2" fmla="*/ 123 w 161"/>
                <a:gd name="T3" fmla="*/ 171 h 238"/>
                <a:gd name="T4" fmla="*/ 78 w 161"/>
                <a:gd name="T5" fmla="*/ 227 h 238"/>
                <a:gd name="T6" fmla="*/ 19 w 161"/>
                <a:gd name="T7" fmla="*/ 203 h 238"/>
                <a:gd name="T8" fmla="*/ 39 w 161"/>
                <a:gd name="T9" fmla="*/ 183 h 238"/>
                <a:gd name="T10" fmla="*/ 20 w 161"/>
                <a:gd name="T11" fmla="*/ 164 h 238"/>
                <a:gd name="T12" fmla="*/ 0 w 161"/>
                <a:gd name="T13" fmla="*/ 184 h 238"/>
                <a:gd name="T14" fmla="*/ 79 w 161"/>
                <a:gd name="T15" fmla="*/ 238 h 238"/>
                <a:gd name="T16" fmla="*/ 161 w 161"/>
                <a:gd name="T17" fmla="*/ 171 h 238"/>
                <a:gd name="T18" fmla="*/ 100 w 161"/>
                <a:gd name="T19" fmla="*/ 109 h 238"/>
                <a:gd name="T20" fmla="*/ 150 w 161"/>
                <a:gd name="T21" fmla="*/ 48 h 238"/>
                <a:gd name="T22" fmla="*/ 80 w 161"/>
                <a:gd name="T23" fmla="*/ 0 h 238"/>
                <a:gd name="T24" fmla="*/ 11 w 161"/>
                <a:gd name="T25" fmla="*/ 47 h 238"/>
                <a:gd name="T26" fmla="*/ 29 w 161"/>
                <a:gd name="T27" fmla="*/ 65 h 238"/>
                <a:gd name="T28" fmla="*/ 47 w 161"/>
                <a:gd name="T29" fmla="*/ 47 h 238"/>
                <a:gd name="T30" fmla="*/ 29 w 161"/>
                <a:gd name="T31" fmla="*/ 29 h 238"/>
                <a:gd name="T32" fmla="*/ 79 w 161"/>
                <a:gd name="T33" fmla="*/ 10 h 238"/>
                <a:gd name="T34" fmla="*/ 116 w 161"/>
                <a:gd name="T35" fmla="*/ 48 h 238"/>
                <a:gd name="T36" fmla="*/ 102 w 161"/>
                <a:gd name="T37" fmla="*/ 90 h 238"/>
                <a:gd name="T38" fmla="*/ 64 w 161"/>
                <a:gd name="T39" fmla="*/ 104 h 238"/>
                <a:gd name="T40" fmla="*/ 52 w 161"/>
                <a:gd name="T41" fmla="*/ 106 h 238"/>
                <a:gd name="T42" fmla="*/ 49 w 161"/>
                <a:gd name="T43" fmla="*/ 110 h 238"/>
                <a:gd name="T44" fmla="*/ 58 w 161"/>
                <a:gd name="T45" fmla="*/ 115 h 238"/>
                <a:gd name="T46" fmla="*/ 77 w 161"/>
                <a:gd name="T47" fmla="*/ 115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" h="238">
                  <a:moveTo>
                    <a:pt x="77" y="115"/>
                  </a:moveTo>
                  <a:cubicBezTo>
                    <a:pt x="104" y="115"/>
                    <a:pt x="123" y="134"/>
                    <a:pt x="123" y="171"/>
                  </a:cubicBezTo>
                  <a:cubicBezTo>
                    <a:pt x="123" y="214"/>
                    <a:pt x="98" y="227"/>
                    <a:pt x="78" y="227"/>
                  </a:cubicBezTo>
                  <a:cubicBezTo>
                    <a:pt x="64" y="227"/>
                    <a:pt x="34" y="223"/>
                    <a:pt x="19" y="203"/>
                  </a:cubicBezTo>
                  <a:cubicBezTo>
                    <a:pt x="35" y="202"/>
                    <a:pt x="39" y="191"/>
                    <a:pt x="39" y="183"/>
                  </a:cubicBezTo>
                  <a:cubicBezTo>
                    <a:pt x="39" y="172"/>
                    <a:pt x="31" y="164"/>
                    <a:pt x="20" y="164"/>
                  </a:cubicBezTo>
                  <a:cubicBezTo>
                    <a:pt x="10" y="164"/>
                    <a:pt x="0" y="170"/>
                    <a:pt x="0" y="184"/>
                  </a:cubicBezTo>
                  <a:cubicBezTo>
                    <a:pt x="0" y="217"/>
                    <a:pt x="37" y="238"/>
                    <a:pt x="79" y="238"/>
                  </a:cubicBezTo>
                  <a:cubicBezTo>
                    <a:pt x="127" y="238"/>
                    <a:pt x="161" y="206"/>
                    <a:pt x="161" y="171"/>
                  </a:cubicBezTo>
                  <a:cubicBezTo>
                    <a:pt x="161" y="144"/>
                    <a:pt x="138" y="117"/>
                    <a:pt x="100" y="109"/>
                  </a:cubicBezTo>
                  <a:cubicBezTo>
                    <a:pt x="137" y="95"/>
                    <a:pt x="150" y="69"/>
                    <a:pt x="150" y="48"/>
                  </a:cubicBezTo>
                  <a:cubicBezTo>
                    <a:pt x="150" y="20"/>
                    <a:pt x="118" y="0"/>
                    <a:pt x="80" y="0"/>
                  </a:cubicBezTo>
                  <a:cubicBezTo>
                    <a:pt x="41" y="0"/>
                    <a:pt x="11" y="19"/>
                    <a:pt x="11" y="47"/>
                  </a:cubicBezTo>
                  <a:cubicBezTo>
                    <a:pt x="11" y="58"/>
                    <a:pt x="19" y="65"/>
                    <a:pt x="29" y="65"/>
                  </a:cubicBezTo>
                  <a:cubicBezTo>
                    <a:pt x="40" y="65"/>
                    <a:pt x="47" y="57"/>
                    <a:pt x="47" y="47"/>
                  </a:cubicBezTo>
                  <a:cubicBezTo>
                    <a:pt x="47" y="37"/>
                    <a:pt x="40" y="30"/>
                    <a:pt x="29" y="29"/>
                  </a:cubicBezTo>
                  <a:cubicBezTo>
                    <a:pt x="42" y="14"/>
                    <a:pt x="66" y="10"/>
                    <a:pt x="79" y="10"/>
                  </a:cubicBezTo>
                  <a:cubicBezTo>
                    <a:pt x="94" y="10"/>
                    <a:pt x="116" y="18"/>
                    <a:pt x="116" y="48"/>
                  </a:cubicBezTo>
                  <a:cubicBezTo>
                    <a:pt x="116" y="63"/>
                    <a:pt x="111" y="79"/>
                    <a:pt x="102" y="90"/>
                  </a:cubicBezTo>
                  <a:cubicBezTo>
                    <a:pt x="91" y="103"/>
                    <a:pt x="81" y="103"/>
                    <a:pt x="64" y="104"/>
                  </a:cubicBezTo>
                  <a:cubicBezTo>
                    <a:pt x="55" y="105"/>
                    <a:pt x="54" y="105"/>
                    <a:pt x="52" y="106"/>
                  </a:cubicBezTo>
                  <a:cubicBezTo>
                    <a:pt x="52" y="106"/>
                    <a:pt x="49" y="106"/>
                    <a:pt x="49" y="110"/>
                  </a:cubicBezTo>
                  <a:cubicBezTo>
                    <a:pt x="49" y="115"/>
                    <a:pt x="52" y="115"/>
                    <a:pt x="58" y="115"/>
                  </a:cubicBezTo>
                  <a:lnTo>
                    <a:pt x="77" y="11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7" name="Freeform 422">
              <a:extLst>
                <a:ext uri="{FF2B5EF4-FFF2-40B4-BE49-F238E27FC236}">
                  <a16:creationId xmlns:a16="http://schemas.microsoft.com/office/drawing/2014/main" id="{F6422439-93DE-4516-B833-F00456F81580}"/>
                </a:ext>
              </a:extLst>
            </p:cNvPr>
            <p:cNvSpPr>
              <a:spLocks/>
            </p:cNvSpPr>
            <p:nvPr>
              <p:custDataLst>
                <p:tags r:id="rId192"/>
              </p:custDataLst>
            </p:nvPr>
          </p:nvSpPr>
          <p:spPr bwMode="auto">
            <a:xfrm>
              <a:off x="6683377" y="1504951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8" name="Freeform 423">
              <a:extLst>
                <a:ext uri="{FF2B5EF4-FFF2-40B4-BE49-F238E27FC236}">
                  <a16:creationId xmlns:a16="http://schemas.microsoft.com/office/drawing/2014/main" id="{3542AA2F-8119-4780-A9C6-9A96488D3909}"/>
                </a:ext>
              </a:extLst>
            </p:cNvPr>
            <p:cNvSpPr>
              <a:spLocks/>
            </p:cNvSpPr>
            <p:nvPr>
              <p:custDataLst>
                <p:tags r:id="rId193"/>
              </p:custDataLst>
            </p:nvPr>
          </p:nvSpPr>
          <p:spPr bwMode="auto">
            <a:xfrm>
              <a:off x="6737352" y="1504951"/>
              <a:ext cx="61913" cy="4763"/>
            </a:xfrm>
            <a:custGeom>
              <a:avLst/>
              <a:gdLst>
                <a:gd name="T0" fmla="*/ 287 w 304"/>
                <a:gd name="T1" fmla="*/ 20 h 20"/>
                <a:gd name="T2" fmla="*/ 304 w 304"/>
                <a:gd name="T3" fmla="*/ 10 h 20"/>
                <a:gd name="T4" fmla="*/ 287 w 304"/>
                <a:gd name="T5" fmla="*/ 0 h 20"/>
                <a:gd name="T6" fmla="*/ 17 w 304"/>
                <a:gd name="T7" fmla="*/ 0 h 20"/>
                <a:gd name="T8" fmla="*/ 0 w 304"/>
                <a:gd name="T9" fmla="*/ 10 h 20"/>
                <a:gd name="T10" fmla="*/ 17 w 304"/>
                <a:gd name="T11" fmla="*/ 20 h 20"/>
                <a:gd name="T12" fmla="*/ 287 w 304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20">
                  <a:moveTo>
                    <a:pt x="287" y="20"/>
                  </a:moveTo>
                  <a:cubicBezTo>
                    <a:pt x="295" y="20"/>
                    <a:pt x="304" y="20"/>
                    <a:pt x="304" y="10"/>
                  </a:cubicBezTo>
                  <a:cubicBezTo>
                    <a:pt x="304" y="0"/>
                    <a:pt x="295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9" name="Freeform 424">
              <a:extLst>
                <a:ext uri="{FF2B5EF4-FFF2-40B4-BE49-F238E27FC236}">
                  <a16:creationId xmlns:a16="http://schemas.microsoft.com/office/drawing/2014/main" id="{71A686FB-764F-4F7D-8E8F-B68DC8A4BF33}"/>
                </a:ext>
              </a:extLst>
            </p:cNvPr>
            <p:cNvSpPr>
              <a:spLocks/>
            </p:cNvSpPr>
            <p:nvPr>
              <p:custDataLst>
                <p:tags r:id="rId194"/>
              </p:custDataLst>
            </p:nvPr>
          </p:nvSpPr>
          <p:spPr bwMode="auto">
            <a:xfrm>
              <a:off x="6788152" y="1479551"/>
              <a:ext cx="88900" cy="53975"/>
            </a:xfrm>
            <a:custGeom>
              <a:avLst/>
              <a:gdLst>
                <a:gd name="T0" fmla="*/ 388 w 442"/>
                <a:gd name="T1" fmla="*/ 140 h 260"/>
                <a:gd name="T2" fmla="*/ 343 w 442"/>
                <a:gd name="T3" fmla="*/ 188 h 260"/>
                <a:gd name="T4" fmla="*/ 317 w 442"/>
                <a:gd name="T5" fmla="*/ 254 h 260"/>
                <a:gd name="T6" fmla="*/ 327 w 442"/>
                <a:gd name="T7" fmla="*/ 260 h 260"/>
                <a:gd name="T8" fmla="*/ 338 w 442"/>
                <a:gd name="T9" fmla="*/ 250 h 260"/>
                <a:gd name="T10" fmla="*/ 435 w 442"/>
                <a:gd name="T11" fmla="*/ 136 h 260"/>
                <a:gd name="T12" fmla="*/ 442 w 442"/>
                <a:gd name="T13" fmla="*/ 130 h 260"/>
                <a:gd name="T14" fmla="*/ 439 w 442"/>
                <a:gd name="T15" fmla="*/ 124 h 260"/>
                <a:gd name="T16" fmla="*/ 337 w 442"/>
                <a:gd name="T17" fmla="*/ 7 h 260"/>
                <a:gd name="T18" fmla="*/ 327 w 442"/>
                <a:gd name="T19" fmla="*/ 0 h 260"/>
                <a:gd name="T20" fmla="*/ 317 w 442"/>
                <a:gd name="T21" fmla="*/ 6 h 260"/>
                <a:gd name="T22" fmla="*/ 342 w 442"/>
                <a:gd name="T23" fmla="*/ 72 h 260"/>
                <a:gd name="T24" fmla="*/ 388 w 442"/>
                <a:gd name="T25" fmla="*/ 120 h 260"/>
                <a:gd name="T26" fmla="*/ 18 w 442"/>
                <a:gd name="T27" fmla="*/ 120 h 260"/>
                <a:gd name="T28" fmla="*/ 0 w 442"/>
                <a:gd name="T29" fmla="*/ 130 h 260"/>
                <a:gd name="T30" fmla="*/ 18 w 442"/>
                <a:gd name="T31" fmla="*/ 140 h 260"/>
                <a:gd name="T32" fmla="*/ 388 w 442"/>
                <a:gd name="T33" fmla="*/ 14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2" h="260">
                  <a:moveTo>
                    <a:pt x="388" y="140"/>
                  </a:moveTo>
                  <a:cubicBezTo>
                    <a:pt x="361" y="161"/>
                    <a:pt x="347" y="181"/>
                    <a:pt x="343" y="188"/>
                  </a:cubicBezTo>
                  <a:cubicBezTo>
                    <a:pt x="321" y="222"/>
                    <a:pt x="317" y="254"/>
                    <a:pt x="317" y="254"/>
                  </a:cubicBezTo>
                  <a:cubicBezTo>
                    <a:pt x="317" y="260"/>
                    <a:pt x="323" y="260"/>
                    <a:pt x="327" y="260"/>
                  </a:cubicBezTo>
                  <a:cubicBezTo>
                    <a:pt x="335" y="260"/>
                    <a:pt x="336" y="259"/>
                    <a:pt x="338" y="250"/>
                  </a:cubicBezTo>
                  <a:cubicBezTo>
                    <a:pt x="349" y="201"/>
                    <a:pt x="379" y="159"/>
                    <a:pt x="435" y="136"/>
                  </a:cubicBezTo>
                  <a:cubicBezTo>
                    <a:pt x="441" y="134"/>
                    <a:pt x="442" y="133"/>
                    <a:pt x="442" y="130"/>
                  </a:cubicBezTo>
                  <a:cubicBezTo>
                    <a:pt x="442" y="126"/>
                    <a:pt x="440" y="125"/>
                    <a:pt x="439" y="124"/>
                  </a:cubicBezTo>
                  <a:cubicBezTo>
                    <a:pt x="417" y="116"/>
                    <a:pt x="356" y="91"/>
                    <a:pt x="337" y="7"/>
                  </a:cubicBezTo>
                  <a:cubicBezTo>
                    <a:pt x="336" y="1"/>
                    <a:pt x="335" y="0"/>
                    <a:pt x="327" y="0"/>
                  </a:cubicBezTo>
                  <a:cubicBezTo>
                    <a:pt x="323" y="0"/>
                    <a:pt x="317" y="0"/>
                    <a:pt x="317" y="6"/>
                  </a:cubicBezTo>
                  <a:cubicBezTo>
                    <a:pt x="317" y="7"/>
                    <a:pt x="321" y="38"/>
                    <a:pt x="342" y="72"/>
                  </a:cubicBezTo>
                  <a:cubicBezTo>
                    <a:pt x="352" y="87"/>
                    <a:pt x="367" y="104"/>
                    <a:pt x="388" y="120"/>
                  </a:cubicBezTo>
                  <a:lnTo>
                    <a:pt x="18" y="120"/>
                  </a:lnTo>
                  <a:cubicBezTo>
                    <a:pt x="9" y="120"/>
                    <a:pt x="0" y="120"/>
                    <a:pt x="0" y="130"/>
                  </a:cubicBezTo>
                  <a:cubicBezTo>
                    <a:pt x="0" y="140"/>
                    <a:pt x="9" y="140"/>
                    <a:pt x="18" y="140"/>
                  </a:cubicBezTo>
                  <a:lnTo>
                    <a:pt x="388" y="14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0" name="Freeform 425">
              <a:extLst>
                <a:ext uri="{FF2B5EF4-FFF2-40B4-BE49-F238E27FC236}">
                  <a16:creationId xmlns:a16="http://schemas.microsoft.com/office/drawing/2014/main" id="{070B5A18-B576-4D91-9608-0076F9FBFD27}"/>
                </a:ext>
              </a:extLst>
            </p:cNvPr>
            <p:cNvSpPr>
              <a:spLocks/>
            </p:cNvSpPr>
            <p:nvPr>
              <p:custDataLst>
                <p:tags r:id="rId195"/>
              </p:custDataLst>
            </p:nvPr>
          </p:nvSpPr>
          <p:spPr bwMode="auto">
            <a:xfrm>
              <a:off x="6916739" y="1487488"/>
              <a:ext cx="36513" cy="46038"/>
            </a:xfrm>
            <a:custGeom>
              <a:avLst/>
              <a:gdLst>
                <a:gd name="T0" fmla="*/ 169 w 183"/>
                <a:gd name="T1" fmla="*/ 34 h 226"/>
                <a:gd name="T2" fmla="*/ 145 w 183"/>
                <a:gd name="T3" fmla="*/ 57 h 226"/>
                <a:gd name="T4" fmla="*/ 161 w 183"/>
                <a:gd name="T5" fmla="*/ 71 h 226"/>
                <a:gd name="T6" fmla="*/ 183 w 183"/>
                <a:gd name="T7" fmla="*/ 43 h 226"/>
                <a:gd name="T8" fmla="*/ 124 w 183"/>
                <a:gd name="T9" fmla="*/ 0 h 226"/>
                <a:gd name="T10" fmla="*/ 40 w 183"/>
                <a:gd name="T11" fmla="*/ 73 h 226"/>
                <a:gd name="T12" fmla="*/ 91 w 183"/>
                <a:gd name="T13" fmla="*/ 122 h 226"/>
                <a:gd name="T14" fmla="*/ 143 w 183"/>
                <a:gd name="T15" fmla="*/ 160 h 226"/>
                <a:gd name="T16" fmla="*/ 72 w 183"/>
                <a:gd name="T17" fmla="*/ 215 h 226"/>
                <a:gd name="T18" fmla="*/ 15 w 183"/>
                <a:gd name="T19" fmla="*/ 189 h 226"/>
                <a:gd name="T20" fmla="*/ 46 w 183"/>
                <a:gd name="T21" fmla="*/ 162 h 226"/>
                <a:gd name="T22" fmla="*/ 28 w 183"/>
                <a:gd name="T23" fmla="*/ 145 h 226"/>
                <a:gd name="T24" fmla="*/ 0 w 183"/>
                <a:gd name="T25" fmla="*/ 178 h 226"/>
                <a:gd name="T26" fmla="*/ 71 w 183"/>
                <a:gd name="T27" fmla="*/ 226 h 226"/>
                <a:gd name="T28" fmla="*/ 172 w 183"/>
                <a:gd name="T29" fmla="*/ 143 h 226"/>
                <a:gd name="T30" fmla="*/ 156 w 183"/>
                <a:gd name="T31" fmla="*/ 107 h 226"/>
                <a:gd name="T32" fmla="*/ 106 w 183"/>
                <a:gd name="T33" fmla="*/ 86 h 226"/>
                <a:gd name="T34" fmla="*/ 68 w 183"/>
                <a:gd name="T35" fmla="*/ 56 h 226"/>
                <a:gd name="T36" fmla="*/ 124 w 183"/>
                <a:gd name="T37" fmla="*/ 11 h 226"/>
                <a:gd name="T38" fmla="*/ 169 w 183"/>
                <a:gd name="T39" fmla="*/ 34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3" h="226">
                  <a:moveTo>
                    <a:pt x="169" y="34"/>
                  </a:moveTo>
                  <a:cubicBezTo>
                    <a:pt x="155" y="35"/>
                    <a:pt x="145" y="46"/>
                    <a:pt x="145" y="57"/>
                  </a:cubicBezTo>
                  <a:cubicBezTo>
                    <a:pt x="145" y="64"/>
                    <a:pt x="150" y="71"/>
                    <a:pt x="161" y="71"/>
                  </a:cubicBezTo>
                  <a:cubicBezTo>
                    <a:pt x="172" y="71"/>
                    <a:pt x="183" y="63"/>
                    <a:pt x="183" y="43"/>
                  </a:cubicBezTo>
                  <a:cubicBezTo>
                    <a:pt x="183" y="21"/>
                    <a:pt x="162" y="0"/>
                    <a:pt x="124" y="0"/>
                  </a:cubicBezTo>
                  <a:cubicBezTo>
                    <a:pt x="58" y="0"/>
                    <a:pt x="40" y="51"/>
                    <a:pt x="40" y="73"/>
                  </a:cubicBezTo>
                  <a:cubicBezTo>
                    <a:pt x="40" y="112"/>
                    <a:pt x="77" y="119"/>
                    <a:pt x="91" y="122"/>
                  </a:cubicBezTo>
                  <a:cubicBezTo>
                    <a:pt x="117" y="127"/>
                    <a:pt x="143" y="133"/>
                    <a:pt x="143" y="160"/>
                  </a:cubicBezTo>
                  <a:cubicBezTo>
                    <a:pt x="143" y="173"/>
                    <a:pt x="132" y="215"/>
                    <a:pt x="72" y="215"/>
                  </a:cubicBezTo>
                  <a:cubicBezTo>
                    <a:pt x="65" y="215"/>
                    <a:pt x="26" y="215"/>
                    <a:pt x="15" y="189"/>
                  </a:cubicBezTo>
                  <a:cubicBezTo>
                    <a:pt x="34" y="191"/>
                    <a:pt x="46" y="176"/>
                    <a:pt x="46" y="162"/>
                  </a:cubicBezTo>
                  <a:cubicBezTo>
                    <a:pt x="46" y="151"/>
                    <a:pt x="38" y="145"/>
                    <a:pt x="28" y="145"/>
                  </a:cubicBezTo>
                  <a:cubicBezTo>
                    <a:pt x="15" y="145"/>
                    <a:pt x="0" y="155"/>
                    <a:pt x="0" y="178"/>
                  </a:cubicBezTo>
                  <a:cubicBezTo>
                    <a:pt x="0" y="206"/>
                    <a:pt x="28" y="226"/>
                    <a:pt x="71" y="226"/>
                  </a:cubicBezTo>
                  <a:cubicBezTo>
                    <a:pt x="152" y="226"/>
                    <a:pt x="172" y="166"/>
                    <a:pt x="172" y="143"/>
                  </a:cubicBezTo>
                  <a:cubicBezTo>
                    <a:pt x="172" y="125"/>
                    <a:pt x="162" y="113"/>
                    <a:pt x="156" y="107"/>
                  </a:cubicBezTo>
                  <a:cubicBezTo>
                    <a:pt x="143" y="93"/>
                    <a:pt x="128" y="90"/>
                    <a:pt x="106" y="86"/>
                  </a:cubicBezTo>
                  <a:cubicBezTo>
                    <a:pt x="88" y="82"/>
                    <a:pt x="68" y="78"/>
                    <a:pt x="68" y="56"/>
                  </a:cubicBezTo>
                  <a:cubicBezTo>
                    <a:pt x="68" y="42"/>
                    <a:pt x="80" y="11"/>
                    <a:pt x="124" y="11"/>
                  </a:cubicBezTo>
                  <a:cubicBezTo>
                    <a:pt x="137" y="11"/>
                    <a:pt x="162" y="15"/>
                    <a:pt x="169" y="3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1" name="Freeform 426">
              <a:extLst>
                <a:ext uri="{FF2B5EF4-FFF2-40B4-BE49-F238E27FC236}">
                  <a16:creationId xmlns:a16="http://schemas.microsoft.com/office/drawing/2014/main" id="{D9065C0D-364E-4208-8DCF-BAC7F51CA337}"/>
                </a:ext>
              </a:extLst>
            </p:cNvPr>
            <p:cNvSpPr>
              <a:spLocks/>
            </p:cNvSpPr>
            <p:nvPr>
              <p:custDataLst>
                <p:tags r:id="rId196"/>
              </p:custDataLst>
            </p:nvPr>
          </p:nvSpPr>
          <p:spPr bwMode="auto">
            <a:xfrm>
              <a:off x="6969127" y="1455738"/>
              <a:ext cx="22225" cy="103188"/>
            </a:xfrm>
            <a:custGeom>
              <a:avLst/>
              <a:gdLst>
                <a:gd name="T0" fmla="*/ 116 w 116"/>
                <a:gd name="T1" fmla="*/ 493 h 498"/>
                <a:gd name="T2" fmla="*/ 107 w 116"/>
                <a:gd name="T3" fmla="*/ 482 h 498"/>
                <a:gd name="T4" fmla="*/ 29 w 116"/>
                <a:gd name="T5" fmla="*/ 249 h 498"/>
                <a:gd name="T6" fmla="*/ 109 w 116"/>
                <a:gd name="T7" fmla="*/ 13 h 498"/>
                <a:gd name="T8" fmla="*/ 116 w 116"/>
                <a:gd name="T9" fmla="*/ 5 h 498"/>
                <a:gd name="T10" fmla="*/ 111 w 116"/>
                <a:gd name="T11" fmla="*/ 0 h 498"/>
                <a:gd name="T12" fmla="*/ 31 w 116"/>
                <a:gd name="T13" fmla="*/ 97 h 498"/>
                <a:gd name="T14" fmla="*/ 0 w 116"/>
                <a:gd name="T15" fmla="*/ 249 h 498"/>
                <a:gd name="T16" fmla="*/ 33 w 116"/>
                <a:gd name="T17" fmla="*/ 405 h 498"/>
                <a:gd name="T18" fmla="*/ 111 w 116"/>
                <a:gd name="T19" fmla="*/ 498 h 498"/>
                <a:gd name="T20" fmla="*/ 116 w 116"/>
                <a:gd name="T21" fmla="*/ 49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8">
                  <a:moveTo>
                    <a:pt x="116" y="493"/>
                  </a:moveTo>
                  <a:cubicBezTo>
                    <a:pt x="116" y="492"/>
                    <a:pt x="116" y="491"/>
                    <a:pt x="107" y="482"/>
                  </a:cubicBezTo>
                  <a:cubicBezTo>
                    <a:pt x="45" y="419"/>
                    <a:pt x="29" y="325"/>
                    <a:pt x="29" y="249"/>
                  </a:cubicBezTo>
                  <a:cubicBezTo>
                    <a:pt x="29" y="162"/>
                    <a:pt x="48" y="75"/>
                    <a:pt x="109" y="13"/>
                  </a:cubicBezTo>
                  <a:cubicBezTo>
                    <a:pt x="116" y="7"/>
                    <a:pt x="116" y="6"/>
                    <a:pt x="116" y="5"/>
                  </a:cubicBezTo>
                  <a:cubicBezTo>
                    <a:pt x="116" y="1"/>
                    <a:pt x="114" y="0"/>
                    <a:pt x="111" y="0"/>
                  </a:cubicBezTo>
                  <a:cubicBezTo>
                    <a:pt x="106" y="0"/>
                    <a:pt x="61" y="34"/>
                    <a:pt x="31" y="97"/>
                  </a:cubicBezTo>
                  <a:cubicBezTo>
                    <a:pt x="6" y="152"/>
                    <a:pt x="0" y="207"/>
                    <a:pt x="0" y="249"/>
                  </a:cubicBezTo>
                  <a:cubicBezTo>
                    <a:pt x="0" y="288"/>
                    <a:pt x="6" y="348"/>
                    <a:pt x="33" y="405"/>
                  </a:cubicBezTo>
                  <a:cubicBezTo>
                    <a:pt x="63" y="466"/>
                    <a:pt x="106" y="498"/>
                    <a:pt x="111" y="498"/>
                  </a:cubicBezTo>
                  <a:cubicBezTo>
                    <a:pt x="114" y="498"/>
                    <a:pt x="116" y="497"/>
                    <a:pt x="116" y="493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2" name="Freeform 427">
              <a:extLst>
                <a:ext uri="{FF2B5EF4-FFF2-40B4-BE49-F238E27FC236}">
                  <a16:creationId xmlns:a16="http://schemas.microsoft.com/office/drawing/2014/main" id="{89B49678-ED6F-4FBC-B5DA-EFDADE670D9D}"/>
                </a:ext>
              </a:extLst>
            </p:cNvPr>
            <p:cNvSpPr>
              <a:spLocks/>
            </p:cNvSpPr>
            <p:nvPr>
              <p:custDataLst>
                <p:tags r:id="rId197"/>
              </p:custDataLst>
            </p:nvPr>
          </p:nvSpPr>
          <p:spPr bwMode="auto">
            <a:xfrm>
              <a:off x="7000877" y="1487488"/>
              <a:ext cx="53975" cy="46038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3 h 226"/>
                <a:gd name="T4" fmla="*/ 39 w 270"/>
                <a:gd name="T5" fmla="*/ 226 h 226"/>
                <a:gd name="T6" fmla="*/ 58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7 w 270"/>
                <a:gd name="T13" fmla="*/ 97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7 w 270"/>
                <a:gd name="T31" fmla="*/ 153 h 226"/>
                <a:gd name="T32" fmla="*/ 206 w 270"/>
                <a:gd name="T33" fmla="*/ 215 h 226"/>
                <a:gd name="T34" fmla="*/ 194 w 270"/>
                <a:gd name="T35" fmla="*/ 199 h 226"/>
                <a:gd name="T36" fmla="*/ 203 w 270"/>
                <a:gd name="T37" fmla="*/ 163 h 226"/>
                <a:gd name="T38" fmla="*/ 233 w 270"/>
                <a:gd name="T39" fmla="*/ 54 h 226"/>
                <a:gd name="T40" fmla="*/ 176 w 270"/>
                <a:gd name="T41" fmla="*/ 0 h 226"/>
                <a:gd name="T42" fmla="*/ 98 w 270"/>
                <a:gd name="T43" fmla="*/ 44 h 226"/>
                <a:gd name="T44" fmla="*/ 52 w 270"/>
                <a:gd name="T45" fmla="*/ 0 h 226"/>
                <a:gd name="T46" fmla="*/ 15 w 270"/>
                <a:gd name="T47" fmla="*/ 29 h 226"/>
                <a:gd name="T48" fmla="*/ 0 w 270"/>
                <a:gd name="T49" fmla="*/ 77 h 226"/>
                <a:gd name="T50" fmla="*/ 6 w 270"/>
                <a:gd name="T51" fmla="*/ 82 h 226"/>
                <a:gd name="T52" fmla="*/ 14 w 270"/>
                <a:gd name="T53" fmla="*/ 71 h 226"/>
                <a:gd name="T54" fmla="*/ 51 w 270"/>
                <a:gd name="T55" fmla="*/ 11 h 226"/>
                <a:gd name="T56" fmla="*/ 66 w 270"/>
                <a:gd name="T57" fmla="*/ 34 h 226"/>
                <a:gd name="T58" fmla="*/ 58 w 270"/>
                <a:gd name="T59" fmla="*/ 76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9"/>
                    <a:pt x="25" y="210"/>
                    <a:pt x="25" y="213"/>
                  </a:cubicBezTo>
                  <a:cubicBezTo>
                    <a:pt x="25" y="222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8" y="211"/>
                    <a:pt x="64" y="188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7" y="97"/>
                  </a:cubicBezTo>
                  <a:cubicBezTo>
                    <a:pt x="89" y="88"/>
                    <a:pt x="93" y="74"/>
                    <a:pt x="93" y="72"/>
                  </a:cubicBezTo>
                  <a:cubicBezTo>
                    <a:pt x="101" y="57"/>
                    <a:pt x="127" y="11"/>
                    <a:pt x="174" y="11"/>
                  </a:cubicBezTo>
                  <a:cubicBezTo>
                    <a:pt x="197" y="11"/>
                    <a:pt x="201" y="30"/>
                    <a:pt x="201" y="46"/>
                  </a:cubicBezTo>
                  <a:cubicBezTo>
                    <a:pt x="201" y="77"/>
                    <a:pt x="177" y="141"/>
                    <a:pt x="169" y="162"/>
                  </a:cubicBezTo>
                  <a:cubicBezTo>
                    <a:pt x="164" y="174"/>
                    <a:pt x="164" y="180"/>
                    <a:pt x="164" y="185"/>
                  </a:cubicBezTo>
                  <a:cubicBezTo>
                    <a:pt x="164" y="209"/>
                    <a:pt x="181" y="226"/>
                    <a:pt x="205" y="226"/>
                  </a:cubicBezTo>
                  <a:cubicBezTo>
                    <a:pt x="252" y="226"/>
                    <a:pt x="270" y="153"/>
                    <a:pt x="270" y="149"/>
                  </a:cubicBezTo>
                  <a:cubicBezTo>
                    <a:pt x="270" y="144"/>
                    <a:pt x="266" y="144"/>
                    <a:pt x="264" y="144"/>
                  </a:cubicBezTo>
                  <a:cubicBezTo>
                    <a:pt x="259" y="144"/>
                    <a:pt x="259" y="146"/>
                    <a:pt x="257" y="153"/>
                  </a:cubicBezTo>
                  <a:cubicBezTo>
                    <a:pt x="247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9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7"/>
                    <a:pt x="233" y="82"/>
                    <a:pt x="233" y="54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7" y="32"/>
                    <a:pt x="98" y="44"/>
                  </a:cubicBezTo>
                  <a:cubicBezTo>
                    <a:pt x="96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7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61" y="11"/>
                    <a:pt x="66" y="18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3" name="Freeform 428">
              <a:extLst>
                <a:ext uri="{FF2B5EF4-FFF2-40B4-BE49-F238E27FC236}">
                  <a16:creationId xmlns:a16="http://schemas.microsoft.com/office/drawing/2014/main" id="{7B4FE6DD-D5CA-4D48-B973-7D17742D0F97}"/>
                </a:ext>
              </a:extLst>
            </p:cNvPr>
            <p:cNvSpPr>
              <a:spLocks noEditPoints="1"/>
            </p:cNvSpPr>
            <p:nvPr>
              <p:custDataLst>
                <p:tags r:id="rId198"/>
              </p:custDataLst>
            </p:nvPr>
          </p:nvSpPr>
          <p:spPr bwMode="auto">
            <a:xfrm>
              <a:off x="7062789" y="1500188"/>
              <a:ext cx="31750" cy="49213"/>
            </a:xfrm>
            <a:custGeom>
              <a:avLst/>
              <a:gdLst>
                <a:gd name="T0" fmla="*/ 105 w 161"/>
                <a:gd name="T1" fmla="*/ 106 h 238"/>
                <a:gd name="T2" fmla="*/ 150 w 161"/>
                <a:gd name="T3" fmla="*/ 52 h 238"/>
                <a:gd name="T4" fmla="*/ 81 w 161"/>
                <a:gd name="T5" fmla="*/ 0 h 238"/>
                <a:gd name="T6" fmla="*/ 11 w 161"/>
                <a:gd name="T7" fmla="*/ 58 h 238"/>
                <a:gd name="T8" fmla="*/ 25 w 161"/>
                <a:gd name="T9" fmla="*/ 93 h 238"/>
                <a:gd name="T10" fmla="*/ 54 w 161"/>
                <a:gd name="T11" fmla="*/ 114 h 238"/>
                <a:gd name="T12" fmla="*/ 0 w 161"/>
                <a:gd name="T13" fmla="*/ 178 h 238"/>
                <a:gd name="T14" fmla="*/ 80 w 161"/>
                <a:gd name="T15" fmla="*/ 238 h 238"/>
                <a:gd name="T16" fmla="*/ 161 w 161"/>
                <a:gd name="T17" fmla="*/ 172 h 238"/>
                <a:gd name="T18" fmla="*/ 127 w 161"/>
                <a:gd name="T19" fmla="*/ 118 h 238"/>
                <a:gd name="T20" fmla="*/ 105 w 161"/>
                <a:gd name="T21" fmla="*/ 106 h 238"/>
                <a:gd name="T22" fmla="*/ 48 w 161"/>
                <a:gd name="T23" fmla="*/ 72 h 238"/>
                <a:gd name="T24" fmla="*/ 29 w 161"/>
                <a:gd name="T25" fmla="*/ 45 h 238"/>
                <a:gd name="T26" fmla="*/ 80 w 161"/>
                <a:gd name="T27" fmla="*/ 10 h 238"/>
                <a:gd name="T28" fmla="*/ 131 w 161"/>
                <a:gd name="T29" fmla="*/ 52 h 238"/>
                <a:gd name="T30" fmla="*/ 94 w 161"/>
                <a:gd name="T31" fmla="*/ 99 h 238"/>
                <a:gd name="T32" fmla="*/ 90 w 161"/>
                <a:gd name="T33" fmla="*/ 97 h 238"/>
                <a:gd name="T34" fmla="*/ 48 w 161"/>
                <a:gd name="T35" fmla="*/ 72 h 238"/>
                <a:gd name="T36" fmla="*/ 65 w 161"/>
                <a:gd name="T37" fmla="*/ 121 h 238"/>
                <a:gd name="T38" fmla="*/ 113 w 161"/>
                <a:gd name="T39" fmla="*/ 148 h 238"/>
                <a:gd name="T40" fmla="*/ 140 w 161"/>
                <a:gd name="T41" fmla="*/ 185 h 238"/>
                <a:gd name="T42" fmla="*/ 81 w 161"/>
                <a:gd name="T43" fmla="*/ 227 h 238"/>
                <a:gd name="T44" fmla="*/ 21 w 161"/>
                <a:gd name="T45" fmla="*/ 178 h 238"/>
                <a:gd name="T46" fmla="*/ 65 w 161"/>
                <a:gd name="T47" fmla="*/ 121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" h="238">
                  <a:moveTo>
                    <a:pt x="105" y="106"/>
                  </a:moveTo>
                  <a:cubicBezTo>
                    <a:pt x="132" y="92"/>
                    <a:pt x="150" y="76"/>
                    <a:pt x="150" y="52"/>
                  </a:cubicBezTo>
                  <a:cubicBezTo>
                    <a:pt x="150" y="18"/>
                    <a:pt x="115" y="0"/>
                    <a:pt x="81" y="0"/>
                  </a:cubicBezTo>
                  <a:cubicBezTo>
                    <a:pt x="42" y="0"/>
                    <a:pt x="11" y="25"/>
                    <a:pt x="11" y="58"/>
                  </a:cubicBezTo>
                  <a:cubicBezTo>
                    <a:pt x="11" y="75"/>
                    <a:pt x="19" y="86"/>
                    <a:pt x="25" y="93"/>
                  </a:cubicBezTo>
                  <a:cubicBezTo>
                    <a:pt x="31" y="101"/>
                    <a:pt x="34" y="102"/>
                    <a:pt x="54" y="114"/>
                  </a:cubicBezTo>
                  <a:cubicBezTo>
                    <a:pt x="35" y="123"/>
                    <a:pt x="0" y="141"/>
                    <a:pt x="0" y="178"/>
                  </a:cubicBezTo>
                  <a:cubicBezTo>
                    <a:pt x="0" y="217"/>
                    <a:pt x="40" y="238"/>
                    <a:pt x="80" y="238"/>
                  </a:cubicBezTo>
                  <a:cubicBezTo>
                    <a:pt x="124" y="238"/>
                    <a:pt x="161" y="210"/>
                    <a:pt x="161" y="172"/>
                  </a:cubicBezTo>
                  <a:cubicBezTo>
                    <a:pt x="161" y="149"/>
                    <a:pt x="147" y="130"/>
                    <a:pt x="127" y="118"/>
                  </a:cubicBezTo>
                  <a:cubicBezTo>
                    <a:pt x="122" y="115"/>
                    <a:pt x="110" y="108"/>
                    <a:pt x="105" y="106"/>
                  </a:cubicBezTo>
                  <a:close/>
                  <a:moveTo>
                    <a:pt x="48" y="72"/>
                  </a:moveTo>
                  <a:cubicBezTo>
                    <a:pt x="39" y="67"/>
                    <a:pt x="29" y="58"/>
                    <a:pt x="29" y="45"/>
                  </a:cubicBezTo>
                  <a:cubicBezTo>
                    <a:pt x="29" y="23"/>
                    <a:pt x="55" y="10"/>
                    <a:pt x="80" y="10"/>
                  </a:cubicBezTo>
                  <a:cubicBezTo>
                    <a:pt x="107" y="10"/>
                    <a:pt x="131" y="27"/>
                    <a:pt x="131" y="52"/>
                  </a:cubicBezTo>
                  <a:cubicBezTo>
                    <a:pt x="131" y="83"/>
                    <a:pt x="95" y="99"/>
                    <a:pt x="94" y="99"/>
                  </a:cubicBezTo>
                  <a:cubicBezTo>
                    <a:pt x="94" y="99"/>
                    <a:pt x="93" y="98"/>
                    <a:pt x="90" y="97"/>
                  </a:cubicBezTo>
                  <a:lnTo>
                    <a:pt x="48" y="72"/>
                  </a:lnTo>
                  <a:close/>
                  <a:moveTo>
                    <a:pt x="65" y="121"/>
                  </a:moveTo>
                  <a:lnTo>
                    <a:pt x="113" y="148"/>
                  </a:lnTo>
                  <a:cubicBezTo>
                    <a:pt x="122" y="154"/>
                    <a:pt x="140" y="164"/>
                    <a:pt x="140" y="185"/>
                  </a:cubicBezTo>
                  <a:cubicBezTo>
                    <a:pt x="140" y="211"/>
                    <a:pt x="111" y="227"/>
                    <a:pt x="81" y="227"/>
                  </a:cubicBezTo>
                  <a:cubicBezTo>
                    <a:pt x="49" y="227"/>
                    <a:pt x="21" y="207"/>
                    <a:pt x="21" y="178"/>
                  </a:cubicBezTo>
                  <a:cubicBezTo>
                    <a:pt x="21" y="152"/>
                    <a:pt x="40" y="132"/>
                    <a:pt x="65" y="121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4" name="Freeform 429">
              <a:extLst>
                <a:ext uri="{FF2B5EF4-FFF2-40B4-BE49-F238E27FC236}">
                  <a16:creationId xmlns:a16="http://schemas.microsoft.com/office/drawing/2014/main" id="{896CA8DD-DF7B-4479-9BAF-8CDFC61EE296}"/>
                </a:ext>
              </a:extLst>
            </p:cNvPr>
            <p:cNvSpPr>
              <a:spLocks/>
            </p:cNvSpPr>
            <p:nvPr>
              <p:custDataLst>
                <p:tags r:id="rId199"/>
              </p:custDataLst>
            </p:nvPr>
          </p:nvSpPr>
          <p:spPr bwMode="auto">
            <a:xfrm>
              <a:off x="7108827" y="1455738"/>
              <a:ext cx="23813" cy="103188"/>
            </a:xfrm>
            <a:custGeom>
              <a:avLst/>
              <a:gdLst>
                <a:gd name="T0" fmla="*/ 116 w 116"/>
                <a:gd name="T1" fmla="*/ 249 h 498"/>
                <a:gd name="T2" fmla="*/ 83 w 116"/>
                <a:gd name="T3" fmla="*/ 93 h 498"/>
                <a:gd name="T4" fmla="*/ 5 w 116"/>
                <a:gd name="T5" fmla="*/ 0 h 498"/>
                <a:gd name="T6" fmla="*/ 0 w 116"/>
                <a:gd name="T7" fmla="*/ 5 h 498"/>
                <a:gd name="T8" fmla="*/ 10 w 116"/>
                <a:gd name="T9" fmla="*/ 16 h 498"/>
                <a:gd name="T10" fmla="*/ 87 w 116"/>
                <a:gd name="T11" fmla="*/ 249 h 498"/>
                <a:gd name="T12" fmla="*/ 7 w 116"/>
                <a:gd name="T13" fmla="*/ 485 h 498"/>
                <a:gd name="T14" fmla="*/ 0 w 116"/>
                <a:gd name="T15" fmla="*/ 493 h 498"/>
                <a:gd name="T16" fmla="*/ 5 w 116"/>
                <a:gd name="T17" fmla="*/ 498 h 498"/>
                <a:gd name="T18" fmla="*/ 85 w 116"/>
                <a:gd name="T19" fmla="*/ 401 h 498"/>
                <a:gd name="T20" fmla="*/ 116 w 116"/>
                <a:gd name="T21" fmla="*/ 249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8">
                  <a:moveTo>
                    <a:pt x="116" y="249"/>
                  </a:moveTo>
                  <a:cubicBezTo>
                    <a:pt x="116" y="210"/>
                    <a:pt x="111" y="150"/>
                    <a:pt x="83" y="93"/>
                  </a:cubicBezTo>
                  <a:cubicBezTo>
                    <a:pt x="53" y="32"/>
                    <a:pt x="10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6"/>
                    <a:pt x="0" y="7"/>
                    <a:pt x="10" y="16"/>
                  </a:cubicBezTo>
                  <a:cubicBezTo>
                    <a:pt x="59" y="65"/>
                    <a:pt x="87" y="145"/>
                    <a:pt x="87" y="249"/>
                  </a:cubicBezTo>
                  <a:cubicBezTo>
                    <a:pt x="87" y="334"/>
                    <a:pt x="69" y="422"/>
                    <a:pt x="7" y="485"/>
                  </a:cubicBezTo>
                  <a:cubicBezTo>
                    <a:pt x="0" y="491"/>
                    <a:pt x="0" y="492"/>
                    <a:pt x="0" y="493"/>
                  </a:cubicBezTo>
                  <a:cubicBezTo>
                    <a:pt x="0" y="496"/>
                    <a:pt x="2" y="498"/>
                    <a:pt x="5" y="498"/>
                  </a:cubicBezTo>
                  <a:cubicBezTo>
                    <a:pt x="10" y="498"/>
                    <a:pt x="55" y="464"/>
                    <a:pt x="85" y="401"/>
                  </a:cubicBezTo>
                  <a:cubicBezTo>
                    <a:pt x="110" y="346"/>
                    <a:pt x="116" y="291"/>
                    <a:pt x="116" y="2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5" name="Freeform 430">
              <a:extLst>
                <a:ext uri="{FF2B5EF4-FFF2-40B4-BE49-F238E27FC236}">
                  <a16:creationId xmlns:a16="http://schemas.microsoft.com/office/drawing/2014/main" id="{EEA6A6B2-CF21-4AD0-802E-B207D239BCD6}"/>
                </a:ext>
              </a:extLst>
            </p:cNvPr>
            <p:cNvSpPr>
              <a:spLocks/>
            </p:cNvSpPr>
            <p:nvPr>
              <p:custDataLst>
                <p:tags r:id="rId200"/>
              </p:custDataLst>
            </p:nvPr>
          </p:nvSpPr>
          <p:spPr bwMode="auto">
            <a:xfrm>
              <a:off x="7151689" y="1522413"/>
              <a:ext cx="11113" cy="30163"/>
            </a:xfrm>
            <a:custGeom>
              <a:avLst/>
              <a:gdLst>
                <a:gd name="T0" fmla="*/ 58 w 58"/>
                <a:gd name="T1" fmla="*/ 52 h 149"/>
                <a:gd name="T2" fmla="*/ 26 w 58"/>
                <a:gd name="T3" fmla="*/ 0 h 149"/>
                <a:gd name="T4" fmla="*/ 0 w 58"/>
                <a:gd name="T5" fmla="*/ 26 h 149"/>
                <a:gd name="T6" fmla="*/ 26 w 58"/>
                <a:gd name="T7" fmla="*/ 53 h 149"/>
                <a:gd name="T8" fmla="*/ 43 w 58"/>
                <a:gd name="T9" fmla="*/ 46 h 149"/>
                <a:gd name="T10" fmla="*/ 46 w 58"/>
                <a:gd name="T11" fmla="*/ 45 h 149"/>
                <a:gd name="T12" fmla="*/ 47 w 58"/>
                <a:gd name="T13" fmla="*/ 52 h 149"/>
                <a:gd name="T14" fmla="*/ 13 w 58"/>
                <a:gd name="T15" fmla="*/ 135 h 149"/>
                <a:gd name="T16" fmla="*/ 8 w 58"/>
                <a:gd name="T17" fmla="*/ 143 h 149"/>
                <a:gd name="T18" fmla="*/ 13 w 58"/>
                <a:gd name="T19" fmla="*/ 149 h 149"/>
                <a:gd name="T20" fmla="*/ 58 w 58"/>
                <a:gd name="T21" fmla="*/ 5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149">
                  <a:moveTo>
                    <a:pt x="58" y="52"/>
                  </a:moveTo>
                  <a:cubicBezTo>
                    <a:pt x="58" y="19"/>
                    <a:pt x="45" y="0"/>
                    <a:pt x="26" y="0"/>
                  </a:cubicBezTo>
                  <a:cubicBezTo>
                    <a:pt x="10" y="0"/>
                    <a:pt x="0" y="12"/>
                    <a:pt x="0" y="26"/>
                  </a:cubicBezTo>
                  <a:cubicBezTo>
                    <a:pt x="0" y="40"/>
                    <a:pt x="10" y="53"/>
                    <a:pt x="26" y="53"/>
                  </a:cubicBezTo>
                  <a:cubicBezTo>
                    <a:pt x="32" y="53"/>
                    <a:pt x="38" y="51"/>
                    <a:pt x="43" y="46"/>
                  </a:cubicBezTo>
                  <a:cubicBezTo>
                    <a:pt x="45" y="45"/>
                    <a:pt x="45" y="45"/>
                    <a:pt x="46" y="45"/>
                  </a:cubicBezTo>
                  <a:cubicBezTo>
                    <a:pt x="46" y="45"/>
                    <a:pt x="47" y="45"/>
                    <a:pt x="47" y="52"/>
                  </a:cubicBezTo>
                  <a:cubicBezTo>
                    <a:pt x="47" y="89"/>
                    <a:pt x="29" y="119"/>
                    <a:pt x="13" y="135"/>
                  </a:cubicBezTo>
                  <a:cubicBezTo>
                    <a:pt x="8" y="141"/>
                    <a:pt x="8" y="142"/>
                    <a:pt x="8" y="143"/>
                  </a:cubicBezTo>
                  <a:cubicBezTo>
                    <a:pt x="8" y="147"/>
                    <a:pt x="10" y="149"/>
                    <a:pt x="13" y="149"/>
                  </a:cubicBezTo>
                  <a:cubicBezTo>
                    <a:pt x="18" y="149"/>
                    <a:pt x="58" y="110"/>
                    <a:pt x="58" y="52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6" name="Freeform 431">
              <a:extLst>
                <a:ext uri="{FF2B5EF4-FFF2-40B4-BE49-F238E27FC236}">
                  <a16:creationId xmlns:a16="http://schemas.microsoft.com/office/drawing/2014/main" id="{92911F62-4FF7-4115-9A14-7191B6376E18}"/>
                </a:ext>
              </a:extLst>
            </p:cNvPr>
            <p:cNvSpPr>
              <a:spLocks/>
            </p:cNvSpPr>
            <p:nvPr>
              <p:custDataLst>
                <p:tags r:id="rId201"/>
              </p:custDataLst>
            </p:nvPr>
          </p:nvSpPr>
          <p:spPr bwMode="auto">
            <a:xfrm>
              <a:off x="7189789" y="1487488"/>
              <a:ext cx="41275" cy="46038"/>
            </a:xfrm>
            <a:custGeom>
              <a:avLst/>
              <a:gdLst>
                <a:gd name="T0" fmla="*/ 29 w 203"/>
                <a:gd name="T1" fmla="*/ 191 h 226"/>
                <a:gd name="T2" fmla="*/ 25 w 203"/>
                <a:gd name="T3" fmla="*/ 213 h 226"/>
                <a:gd name="T4" fmla="*/ 39 w 203"/>
                <a:gd name="T5" fmla="*/ 226 h 226"/>
                <a:gd name="T6" fmla="*/ 58 w 203"/>
                <a:gd name="T7" fmla="*/ 212 h 226"/>
                <a:gd name="T8" fmla="*/ 78 w 203"/>
                <a:gd name="T9" fmla="*/ 133 h 226"/>
                <a:gd name="T10" fmla="*/ 94 w 203"/>
                <a:gd name="T11" fmla="*/ 69 h 226"/>
                <a:gd name="T12" fmla="*/ 121 w 203"/>
                <a:gd name="T13" fmla="*/ 28 h 226"/>
                <a:gd name="T14" fmla="*/ 161 w 203"/>
                <a:gd name="T15" fmla="*/ 11 h 226"/>
                <a:gd name="T16" fmla="*/ 182 w 203"/>
                <a:gd name="T17" fmla="*/ 17 h 226"/>
                <a:gd name="T18" fmla="*/ 156 w 203"/>
                <a:gd name="T19" fmla="*/ 45 h 226"/>
                <a:gd name="T20" fmla="*/ 175 w 203"/>
                <a:gd name="T21" fmla="*/ 62 h 226"/>
                <a:gd name="T22" fmla="*/ 203 w 203"/>
                <a:gd name="T23" fmla="*/ 33 h 226"/>
                <a:gd name="T24" fmla="*/ 161 w 203"/>
                <a:gd name="T25" fmla="*/ 0 h 226"/>
                <a:gd name="T26" fmla="*/ 98 w 203"/>
                <a:gd name="T27" fmla="*/ 39 h 226"/>
                <a:gd name="T28" fmla="*/ 52 w 203"/>
                <a:gd name="T29" fmla="*/ 0 h 226"/>
                <a:gd name="T30" fmla="*/ 15 w 203"/>
                <a:gd name="T31" fmla="*/ 29 h 226"/>
                <a:gd name="T32" fmla="*/ 0 w 203"/>
                <a:gd name="T33" fmla="*/ 77 h 226"/>
                <a:gd name="T34" fmla="*/ 6 w 203"/>
                <a:gd name="T35" fmla="*/ 82 h 226"/>
                <a:gd name="T36" fmla="*/ 14 w 203"/>
                <a:gd name="T37" fmla="*/ 71 h 226"/>
                <a:gd name="T38" fmla="*/ 51 w 203"/>
                <a:gd name="T39" fmla="*/ 11 h 226"/>
                <a:gd name="T40" fmla="*/ 66 w 203"/>
                <a:gd name="T41" fmla="*/ 34 h 226"/>
                <a:gd name="T42" fmla="*/ 58 w 203"/>
                <a:gd name="T43" fmla="*/ 76 h 226"/>
                <a:gd name="T44" fmla="*/ 29 w 203"/>
                <a:gd name="T4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226">
                  <a:moveTo>
                    <a:pt x="29" y="191"/>
                  </a:moveTo>
                  <a:cubicBezTo>
                    <a:pt x="28" y="199"/>
                    <a:pt x="25" y="210"/>
                    <a:pt x="25" y="213"/>
                  </a:cubicBezTo>
                  <a:cubicBezTo>
                    <a:pt x="25" y="222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9" y="210"/>
                    <a:pt x="76" y="142"/>
                    <a:pt x="78" y="133"/>
                  </a:cubicBezTo>
                  <a:cubicBezTo>
                    <a:pt x="82" y="117"/>
                    <a:pt x="91" y="82"/>
                    <a:pt x="94" y="69"/>
                  </a:cubicBezTo>
                  <a:cubicBezTo>
                    <a:pt x="96" y="62"/>
                    <a:pt x="109" y="39"/>
                    <a:pt x="121" y="28"/>
                  </a:cubicBezTo>
                  <a:cubicBezTo>
                    <a:pt x="125" y="24"/>
                    <a:pt x="140" y="11"/>
                    <a:pt x="161" y="11"/>
                  </a:cubicBezTo>
                  <a:cubicBezTo>
                    <a:pt x="174" y="11"/>
                    <a:pt x="182" y="17"/>
                    <a:pt x="182" y="17"/>
                  </a:cubicBezTo>
                  <a:cubicBezTo>
                    <a:pt x="167" y="20"/>
                    <a:pt x="156" y="32"/>
                    <a:pt x="156" y="45"/>
                  </a:cubicBezTo>
                  <a:cubicBezTo>
                    <a:pt x="156" y="53"/>
                    <a:pt x="162" y="62"/>
                    <a:pt x="175" y="62"/>
                  </a:cubicBezTo>
                  <a:cubicBezTo>
                    <a:pt x="189" y="62"/>
                    <a:pt x="203" y="51"/>
                    <a:pt x="203" y="33"/>
                  </a:cubicBezTo>
                  <a:cubicBezTo>
                    <a:pt x="203" y="15"/>
                    <a:pt x="187" y="0"/>
                    <a:pt x="161" y="0"/>
                  </a:cubicBezTo>
                  <a:cubicBezTo>
                    <a:pt x="129" y="0"/>
                    <a:pt x="107" y="25"/>
                    <a:pt x="98" y="39"/>
                  </a:cubicBezTo>
                  <a:cubicBezTo>
                    <a:pt x="94" y="16"/>
                    <a:pt x="76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6" y="46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5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7" name="Freeform 432">
              <a:extLst>
                <a:ext uri="{FF2B5EF4-FFF2-40B4-BE49-F238E27FC236}">
                  <a16:creationId xmlns:a16="http://schemas.microsoft.com/office/drawing/2014/main" id="{F9D7C509-BDC9-4CA1-9F1B-069250FD981F}"/>
                </a:ext>
              </a:extLst>
            </p:cNvPr>
            <p:cNvSpPr>
              <a:spLocks/>
            </p:cNvSpPr>
            <p:nvPr>
              <p:custDataLst>
                <p:tags r:id="rId202"/>
              </p:custDataLst>
            </p:nvPr>
          </p:nvSpPr>
          <p:spPr bwMode="auto">
            <a:xfrm>
              <a:off x="7237414" y="1500188"/>
              <a:ext cx="31750" cy="49213"/>
            </a:xfrm>
            <a:custGeom>
              <a:avLst/>
              <a:gdLst>
                <a:gd name="T0" fmla="*/ 76 w 160"/>
                <a:gd name="T1" fmla="*/ 115 h 238"/>
                <a:gd name="T2" fmla="*/ 123 w 160"/>
                <a:gd name="T3" fmla="*/ 171 h 238"/>
                <a:gd name="T4" fmla="*/ 77 w 160"/>
                <a:gd name="T5" fmla="*/ 227 h 238"/>
                <a:gd name="T6" fmla="*/ 18 w 160"/>
                <a:gd name="T7" fmla="*/ 203 h 238"/>
                <a:gd name="T8" fmla="*/ 38 w 160"/>
                <a:gd name="T9" fmla="*/ 183 h 238"/>
                <a:gd name="T10" fmla="*/ 19 w 160"/>
                <a:gd name="T11" fmla="*/ 164 h 238"/>
                <a:gd name="T12" fmla="*/ 0 w 160"/>
                <a:gd name="T13" fmla="*/ 184 h 238"/>
                <a:gd name="T14" fmla="*/ 78 w 160"/>
                <a:gd name="T15" fmla="*/ 238 h 238"/>
                <a:gd name="T16" fmla="*/ 160 w 160"/>
                <a:gd name="T17" fmla="*/ 171 h 238"/>
                <a:gd name="T18" fmla="*/ 99 w 160"/>
                <a:gd name="T19" fmla="*/ 109 h 238"/>
                <a:gd name="T20" fmla="*/ 149 w 160"/>
                <a:gd name="T21" fmla="*/ 48 h 238"/>
                <a:gd name="T22" fmla="*/ 79 w 160"/>
                <a:gd name="T23" fmla="*/ 0 h 238"/>
                <a:gd name="T24" fmla="*/ 10 w 160"/>
                <a:gd name="T25" fmla="*/ 47 h 238"/>
                <a:gd name="T26" fmla="*/ 29 w 160"/>
                <a:gd name="T27" fmla="*/ 65 h 238"/>
                <a:gd name="T28" fmla="*/ 46 w 160"/>
                <a:gd name="T29" fmla="*/ 47 h 238"/>
                <a:gd name="T30" fmla="*/ 29 w 160"/>
                <a:gd name="T31" fmla="*/ 29 h 238"/>
                <a:gd name="T32" fmla="*/ 78 w 160"/>
                <a:gd name="T33" fmla="*/ 10 h 238"/>
                <a:gd name="T34" fmla="*/ 115 w 160"/>
                <a:gd name="T35" fmla="*/ 48 h 238"/>
                <a:gd name="T36" fmla="*/ 101 w 160"/>
                <a:gd name="T37" fmla="*/ 90 h 238"/>
                <a:gd name="T38" fmla="*/ 63 w 160"/>
                <a:gd name="T39" fmla="*/ 104 h 238"/>
                <a:gd name="T40" fmla="*/ 52 w 160"/>
                <a:gd name="T41" fmla="*/ 106 h 238"/>
                <a:gd name="T42" fmla="*/ 48 w 160"/>
                <a:gd name="T43" fmla="*/ 110 h 238"/>
                <a:gd name="T44" fmla="*/ 57 w 160"/>
                <a:gd name="T45" fmla="*/ 115 h 238"/>
                <a:gd name="T46" fmla="*/ 76 w 160"/>
                <a:gd name="T47" fmla="*/ 115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0" h="238">
                  <a:moveTo>
                    <a:pt x="76" y="115"/>
                  </a:moveTo>
                  <a:cubicBezTo>
                    <a:pt x="103" y="115"/>
                    <a:pt x="123" y="134"/>
                    <a:pt x="123" y="171"/>
                  </a:cubicBezTo>
                  <a:cubicBezTo>
                    <a:pt x="123" y="214"/>
                    <a:pt x="98" y="227"/>
                    <a:pt x="77" y="227"/>
                  </a:cubicBezTo>
                  <a:cubicBezTo>
                    <a:pt x="63" y="227"/>
                    <a:pt x="33" y="223"/>
                    <a:pt x="18" y="203"/>
                  </a:cubicBezTo>
                  <a:cubicBezTo>
                    <a:pt x="34" y="202"/>
                    <a:pt x="38" y="191"/>
                    <a:pt x="38" y="183"/>
                  </a:cubicBezTo>
                  <a:cubicBezTo>
                    <a:pt x="38" y="172"/>
                    <a:pt x="30" y="164"/>
                    <a:pt x="19" y="164"/>
                  </a:cubicBezTo>
                  <a:cubicBezTo>
                    <a:pt x="9" y="164"/>
                    <a:pt x="0" y="170"/>
                    <a:pt x="0" y="184"/>
                  </a:cubicBezTo>
                  <a:cubicBezTo>
                    <a:pt x="0" y="217"/>
                    <a:pt x="36" y="238"/>
                    <a:pt x="78" y="238"/>
                  </a:cubicBezTo>
                  <a:cubicBezTo>
                    <a:pt x="127" y="238"/>
                    <a:pt x="160" y="206"/>
                    <a:pt x="160" y="171"/>
                  </a:cubicBezTo>
                  <a:cubicBezTo>
                    <a:pt x="160" y="144"/>
                    <a:pt x="138" y="117"/>
                    <a:pt x="99" y="109"/>
                  </a:cubicBezTo>
                  <a:cubicBezTo>
                    <a:pt x="136" y="95"/>
                    <a:pt x="149" y="69"/>
                    <a:pt x="149" y="48"/>
                  </a:cubicBezTo>
                  <a:cubicBezTo>
                    <a:pt x="149" y="20"/>
                    <a:pt x="117" y="0"/>
                    <a:pt x="79" y="0"/>
                  </a:cubicBezTo>
                  <a:cubicBezTo>
                    <a:pt x="40" y="0"/>
                    <a:pt x="10" y="19"/>
                    <a:pt x="10" y="47"/>
                  </a:cubicBezTo>
                  <a:cubicBezTo>
                    <a:pt x="10" y="58"/>
                    <a:pt x="18" y="65"/>
                    <a:pt x="29" y="65"/>
                  </a:cubicBezTo>
                  <a:cubicBezTo>
                    <a:pt x="39" y="65"/>
                    <a:pt x="46" y="57"/>
                    <a:pt x="46" y="47"/>
                  </a:cubicBezTo>
                  <a:cubicBezTo>
                    <a:pt x="46" y="37"/>
                    <a:pt x="39" y="30"/>
                    <a:pt x="29" y="29"/>
                  </a:cubicBezTo>
                  <a:cubicBezTo>
                    <a:pt x="41" y="14"/>
                    <a:pt x="65" y="10"/>
                    <a:pt x="78" y="10"/>
                  </a:cubicBezTo>
                  <a:cubicBezTo>
                    <a:pt x="93" y="10"/>
                    <a:pt x="115" y="18"/>
                    <a:pt x="115" y="48"/>
                  </a:cubicBezTo>
                  <a:cubicBezTo>
                    <a:pt x="115" y="63"/>
                    <a:pt x="110" y="79"/>
                    <a:pt x="101" y="90"/>
                  </a:cubicBezTo>
                  <a:cubicBezTo>
                    <a:pt x="90" y="103"/>
                    <a:pt x="80" y="103"/>
                    <a:pt x="63" y="104"/>
                  </a:cubicBezTo>
                  <a:cubicBezTo>
                    <a:pt x="54" y="105"/>
                    <a:pt x="53" y="105"/>
                    <a:pt x="52" y="106"/>
                  </a:cubicBezTo>
                  <a:cubicBezTo>
                    <a:pt x="51" y="106"/>
                    <a:pt x="48" y="106"/>
                    <a:pt x="48" y="110"/>
                  </a:cubicBezTo>
                  <a:cubicBezTo>
                    <a:pt x="48" y="115"/>
                    <a:pt x="51" y="115"/>
                    <a:pt x="57" y="115"/>
                  </a:cubicBezTo>
                  <a:lnTo>
                    <a:pt x="76" y="11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8" name="Freeform 433">
              <a:extLst>
                <a:ext uri="{FF2B5EF4-FFF2-40B4-BE49-F238E27FC236}">
                  <a16:creationId xmlns:a16="http://schemas.microsoft.com/office/drawing/2014/main" id="{FBDFC920-6247-4610-ACBE-BA4231E5E119}"/>
                </a:ext>
              </a:extLst>
            </p:cNvPr>
            <p:cNvSpPr>
              <a:spLocks noEditPoints="1"/>
            </p:cNvSpPr>
            <p:nvPr>
              <p:custDataLst>
                <p:tags r:id="rId203"/>
              </p:custDataLst>
            </p:nvPr>
          </p:nvSpPr>
          <p:spPr bwMode="auto">
            <a:xfrm>
              <a:off x="5535614" y="1670051"/>
              <a:ext cx="36513" cy="71438"/>
            </a:xfrm>
            <a:custGeom>
              <a:avLst/>
              <a:gdLst>
                <a:gd name="T0" fmla="*/ 96 w 184"/>
                <a:gd name="T1" fmla="*/ 6 h 352"/>
                <a:gd name="T2" fmla="*/ 89 w 184"/>
                <a:gd name="T3" fmla="*/ 0 h 352"/>
                <a:gd name="T4" fmla="*/ 29 w 184"/>
                <a:gd name="T5" fmla="*/ 5 h 352"/>
                <a:gd name="T6" fmla="*/ 19 w 184"/>
                <a:gd name="T7" fmla="*/ 15 h 352"/>
                <a:gd name="T8" fmla="*/ 31 w 184"/>
                <a:gd name="T9" fmla="*/ 21 h 352"/>
                <a:gd name="T10" fmla="*/ 56 w 184"/>
                <a:gd name="T11" fmla="*/ 30 h 352"/>
                <a:gd name="T12" fmla="*/ 49 w 184"/>
                <a:gd name="T13" fmla="*/ 61 h 352"/>
                <a:gd name="T14" fmla="*/ 8 w 184"/>
                <a:gd name="T15" fmla="*/ 223 h 352"/>
                <a:gd name="T16" fmla="*/ 0 w 184"/>
                <a:gd name="T17" fmla="*/ 273 h 352"/>
                <a:gd name="T18" fmla="*/ 64 w 184"/>
                <a:gd name="T19" fmla="*/ 352 h 352"/>
                <a:gd name="T20" fmla="*/ 184 w 184"/>
                <a:gd name="T21" fmla="*/ 206 h 352"/>
                <a:gd name="T22" fmla="*/ 117 w 184"/>
                <a:gd name="T23" fmla="*/ 126 h 352"/>
                <a:gd name="T24" fmla="*/ 59 w 184"/>
                <a:gd name="T25" fmla="*/ 156 h 352"/>
                <a:gd name="T26" fmla="*/ 96 w 184"/>
                <a:gd name="T27" fmla="*/ 6 h 352"/>
                <a:gd name="T28" fmla="*/ 49 w 184"/>
                <a:gd name="T29" fmla="*/ 194 h 352"/>
                <a:gd name="T30" fmla="*/ 57 w 184"/>
                <a:gd name="T31" fmla="*/ 177 h 352"/>
                <a:gd name="T32" fmla="*/ 116 w 184"/>
                <a:gd name="T33" fmla="*/ 137 h 352"/>
                <a:gd name="T34" fmla="*/ 148 w 184"/>
                <a:gd name="T35" fmla="*/ 184 h 352"/>
                <a:gd name="T36" fmla="*/ 122 w 184"/>
                <a:gd name="T37" fmla="*/ 289 h 352"/>
                <a:gd name="T38" fmla="*/ 64 w 184"/>
                <a:gd name="T39" fmla="*/ 341 h 352"/>
                <a:gd name="T40" fmla="*/ 30 w 184"/>
                <a:gd name="T41" fmla="*/ 290 h 352"/>
                <a:gd name="T42" fmla="*/ 38 w 184"/>
                <a:gd name="T43" fmla="*/ 240 h 352"/>
                <a:gd name="T44" fmla="*/ 49 w 184"/>
                <a:gd name="T45" fmla="*/ 194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4" h="352">
                  <a:moveTo>
                    <a:pt x="96" y="6"/>
                  </a:moveTo>
                  <a:cubicBezTo>
                    <a:pt x="96" y="5"/>
                    <a:pt x="96" y="0"/>
                    <a:pt x="89" y="0"/>
                  </a:cubicBezTo>
                  <a:cubicBezTo>
                    <a:pt x="78" y="0"/>
                    <a:pt x="42" y="4"/>
                    <a:pt x="29" y="5"/>
                  </a:cubicBezTo>
                  <a:cubicBezTo>
                    <a:pt x="25" y="6"/>
                    <a:pt x="19" y="6"/>
                    <a:pt x="19" y="15"/>
                  </a:cubicBezTo>
                  <a:cubicBezTo>
                    <a:pt x="19" y="21"/>
                    <a:pt x="24" y="21"/>
                    <a:pt x="31" y="21"/>
                  </a:cubicBezTo>
                  <a:cubicBezTo>
                    <a:pt x="55" y="21"/>
                    <a:pt x="56" y="25"/>
                    <a:pt x="56" y="30"/>
                  </a:cubicBezTo>
                  <a:cubicBezTo>
                    <a:pt x="56" y="33"/>
                    <a:pt x="52" y="50"/>
                    <a:pt x="49" y="61"/>
                  </a:cubicBezTo>
                  <a:lnTo>
                    <a:pt x="8" y="223"/>
                  </a:lnTo>
                  <a:cubicBezTo>
                    <a:pt x="2" y="248"/>
                    <a:pt x="0" y="256"/>
                    <a:pt x="0" y="273"/>
                  </a:cubicBezTo>
                  <a:cubicBezTo>
                    <a:pt x="0" y="321"/>
                    <a:pt x="27" y="352"/>
                    <a:pt x="64" y="352"/>
                  </a:cubicBezTo>
                  <a:cubicBezTo>
                    <a:pt x="122" y="352"/>
                    <a:pt x="184" y="277"/>
                    <a:pt x="184" y="206"/>
                  </a:cubicBezTo>
                  <a:cubicBezTo>
                    <a:pt x="184" y="160"/>
                    <a:pt x="157" y="126"/>
                    <a:pt x="117" y="126"/>
                  </a:cubicBezTo>
                  <a:cubicBezTo>
                    <a:pt x="94" y="126"/>
                    <a:pt x="74" y="140"/>
                    <a:pt x="59" y="156"/>
                  </a:cubicBezTo>
                  <a:lnTo>
                    <a:pt x="96" y="6"/>
                  </a:lnTo>
                  <a:close/>
                  <a:moveTo>
                    <a:pt x="49" y="194"/>
                  </a:moveTo>
                  <a:cubicBezTo>
                    <a:pt x="52" y="183"/>
                    <a:pt x="52" y="182"/>
                    <a:pt x="57" y="177"/>
                  </a:cubicBezTo>
                  <a:cubicBezTo>
                    <a:pt x="81" y="144"/>
                    <a:pt x="103" y="137"/>
                    <a:pt x="116" y="137"/>
                  </a:cubicBezTo>
                  <a:cubicBezTo>
                    <a:pt x="134" y="137"/>
                    <a:pt x="148" y="152"/>
                    <a:pt x="148" y="184"/>
                  </a:cubicBezTo>
                  <a:cubicBezTo>
                    <a:pt x="148" y="213"/>
                    <a:pt x="131" y="270"/>
                    <a:pt x="122" y="289"/>
                  </a:cubicBezTo>
                  <a:cubicBezTo>
                    <a:pt x="106" y="323"/>
                    <a:pt x="83" y="341"/>
                    <a:pt x="64" y="341"/>
                  </a:cubicBezTo>
                  <a:cubicBezTo>
                    <a:pt x="47" y="341"/>
                    <a:pt x="30" y="327"/>
                    <a:pt x="30" y="290"/>
                  </a:cubicBezTo>
                  <a:cubicBezTo>
                    <a:pt x="30" y="281"/>
                    <a:pt x="30" y="271"/>
                    <a:pt x="38" y="240"/>
                  </a:cubicBezTo>
                  <a:lnTo>
                    <a:pt x="49" y="194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9" name="Freeform 434">
              <a:extLst>
                <a:ext uri="{FF2B5EF4-FFF2-40B4-BE49-F238E27FC236}">
                  <a16:creationId xmlns:a16="http://schemas.microsoft.com/office/drawing/2014/main" id="{855D5F2D-8905-472B-AF39-8912ADC2F4DC}"/>
                </a:ext>
              </a:extLst>
            </p:cNvPr>
            <p:cNvSpPr>
              <a:spLocks noEditPoints="1"/>
            </p:cNvSpPr>
            <p:nvPr>
              <p:custDataLst>
                <p:tags r:id="rId204"/>
              </p:custDataLst>
            </p:nvPr>
          </p:nvSpPr>
          <p:spPr bwMode="auto">
            <a:xfrm>
              <a:off x="5576889" y="1708151"/>
              <a:ext cx="33338" cy="47625"/>
            </a:xfrm>
            <a:custGeom>
              <a:avLst/>
              <a:gdLst>
                <a:gd name="T0" fmla="*/ 171 w 171"/>
                <a:gd name="T1" fmla="*/ 178 h 235"/>
                <a:gd name="T2" fmla="*/ 171 w 171"/>
                <a:gd name="T3" fmla="*/ 165 h 235"/>
                <a:gd name="T4" fmla="*/ 132 w 171"/>
                <a:gd name="T5" fmla="*/ 165 h 235"/>
                <a:gd name="T6" fmla="*/ 132 w 171"/>
                <a:gd name="T7" fmla="*/ 10 h 235"/>
                <a:gd name="T8" fmla="*/ 125 w 171"/>
                <a:gd name="T9" fmla="*/ 0 h 235"/>
                <a:gd name="T10" fmla="*/ 115 w 171"/>
                <a:gd name="T11" fmla="*/ 5 h 235"/>
                <a:gd name="T12" fmla="*/ 0 w 171"/>
                <a:gd name="T13" fmla="*/ 165 h 235"/>
                <a:gd name="T14" fmla="*/ 0 w 171"/>
                <a:gd name="T15" fmla="*/ 178 h 235"/>
                <a:gd name="T16" fmla="*/ 103 w 171"/>
                <a:gd name="T17" fmla="*/ 178 h 235"/>
                <a:gd name="T18" fmla="*/ 103 w 171"/>
                <a:gd name="T19" fmla="*/ 206 h 235"/>
                <a:gd name="T20" fmla="*/ 74 w 171"/>
                <a:gd name="T21" fmla="*/ 222 h 235"/>
                <a:gd name="T22" fmla="*/ 65 w 171"/>
                <a:gd name="T23" fmla="*/ 222 h 235"/>
                <a:gd name="T24" fmla="*/ 65 w 171"/>
                <a:gd name="T25" fmla="*/ 235 h 235"/>
                <a:gd name="T26" fmla="*/ 117 w 171"/>
                <a:gd name="T27" fmla="*/ 234 h 235"/>
                <a:gd name="T28" fmla="*/ 170 w 171"/>
                <a:gd name="T29" fmla="*/ 235 h 235"/>
                <a:gd name="T30" fmla="*/ 170 w 171"/>
                <a:gd name="T31" fmla="*/ 222 h 235"/>
                <a:gd name="T32" fmla="*/ 160 w 171"/>
                <a:gd name="T33" fmla="*/ 222 h 235"/>
                <a:gd name="T34" fmla="*/ 132 w 171"/>
                <a:gd name="T35" fmla="*/ 206 h 235"/>
                <a:gd name="T36" fmla="*/ 132 w 171"/>
                <a:gd name="T37" fmla="*/ 178 h 235"/>
                <a:gd name="T38" fmla="*/ 171 w 171"/>
                <a:gd name="T39" fmla="*/ 178 h 235"/>
                <a:gd name="T40" fmla="*/ 105 w 171"/>
                <a:gd name="T41" fmla="*/ 38 h 235"/>
                <a:gd name="T42" fmla="*/ 105 w 171"/>
                <a:gd name="T43" fmla="*/ 165 h 235"/>
                <a:gd name="T44" fmla="*/ 13 w 171"/>
                <a:gd name="T45" fmla="*/ 165 h 235"/>
                <a:gd name="T46" fmla="*/ 105 w 171"/>
                <a:gd name="T47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1" h="235">
                  <a:moveTo>
                    <a:pt x="171" y="178"/>
                  </a:moveTo>
                  <a:lnTo>
                    <a:pt x="171" y="165"/>
                  </a:lnTo>
                  <a:lnTo>
                    <a:pt x="132" y="165"/>
                  </a:lnTo>
                  <a:lnTo>
                    <a:pt x="132" y="10"/>
                  </a:lnTo>
                  <a:cubicBezTo>
                    <a:pt x="132" y="2"/>
                    <a:pt x="132" y="0"/>
                    <a:pt x="125" y="0"/>
                  </a:cubicBezTo>
                  <a:cubicBezTo>
                    <a:pt x="120" y="0"/>
                    <a:pt x="119" y="0"/>
                    <a:pt x="115" y="5"/>
                  </a:cubicBezTo>
                  <a:lnTo>
                    <a:pt x="0" y="165"/>
                  </a:lnTo>
                  <a:lnTo>
                    <a:pt x="0" y="178"/>
                  </a:lnTo>
                  <a:lnTo>
                    <a:pt x="103" y="178"/>
                  </a:lnTo>
                  <a:lnTo>
                    <a:pt x="103" y="206"/>
                  </a:lnTo>
                  <a:cubicBezTo>
                    <a:pt x="103" y="218"/>
                    <a:pt x="103" y="222"/>
                    <a:pt x="74" y="222"/>
                  </a:cubicBezTo>
                  <a:lnTo>
                    <a:pt x="65" y="222"/>
                  </a:lnTo>
                  <a:lnTo>
                    <a:pt x="65" y="235"/>
                  </a:lnTo>
                  <a:cubicBezTo>
                    <a:pt x="82" y="234"/>
                    <a:pt x="105" y="234"/>
                    <a:pt x="117" y="234"/>
                  </a:cubicBezTo>
                  <a:cubicBezTo>
                    <a:pt x="130" y="234"/>
                    <a:pt x="152" y="234"/>
                    <a:pt x="170" y="235"/>
                  </a:cubicBezTo>
                  <a:lnTo>
                    <a:pt x="170" y="222"/>
                  </a:lnTo>
                  <a:lnTo>
                    <a:pt x="160" y="222"/>
                  </a:lnTo>
                  <a:cubicBezTo>
                    <a:pt x="132" y="222"/>
                    <a:pt x="132" y="218"/>
                    <a:pt x="132" y="206"/>
                  </a:cubicBezTo>
                  <a:lnTo>
                    <a:pt x="132" y="178"/>
                  </a:lnTo>
                  <a:lnTo>
                    <a:pt x="171" y="178"/>
                  </a:lnTo>
                  <a:close/>
                  <a:moveTo>
                    <a:pt x="105" y="38"/>
                  </a:moveTo>
                  <a:lnTo>
                    <a:pt x="105" y="165"/>
                  </a:lnTo>
                  <a:lnTo>
                    <a:pt x="13" y="165"/>
                  </a:lnTo>
                  <a:lnTo>
                    <a:pt x="10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0" name="Freeform 435">
              <a:extLst>
                <a:ext uri="{FF2B5EF4-FFF2-40B4-BE49-F238E27FC236}">
                  <a16:creationId xmlns:a16="http://schemas.microsoft.com/office/drawing/2014/main" id="{42647B67-1EAB-4E84-B517-C90D470DFC9D}"/>
                </a:ext>
              </a:extLst>
            </p:cNvPr>
            <p:cNvSpPr>
              <a:spLocks noEditPoints="1"/>
            </p:cNvSpPr>
            <p:nvPr>
              <p:custDataLst>
                <p:tags r:id="rId205"/>
              </p:custDataLst>
            </p:nvPr>
          </p:nvSpPr>
          <p:spPr bwMode="auto">
            <a:xfrm>
              <a:off x="5654677" y="1697038"/>
              <a:ext cx="11113" cy="44450"/>
            </a:xfrm>
            <a:custGeom>
              <a:avLst/>
              <a:gdLst>
                <a:gd name="T0" fmla="*/ 53 w 53"/>
                <a:gd name="T1" fmla="*/ 27 h 215"/>
                <a:gd name="T2" fmla="*/ 27 w 53"/>
                <a:gd name="T3" fmla="*/ 0 h 215"/>
                <a:gd name="T4" fmla="*/ 0 w 53"/>
                <a:gd name="T5" fmla="*/ 27 h 215"/>
                <a:gd name="T6" fmla="*/ 27 w 53"/>
                <a:gd name="T7" fmla="*/ 53 h 215"/>
                <a:gd name="T8" fmla="*/ 53 w 53"/>
                <a:gd name="T9" fmla="*/ 27 h 215"/>
                <a:gd name="T10" fmla="*/ 53 w 53"/>
                <a:gd name="T11" fmla="*/ 189 h 215"/>
                <a:gd name="T12" fmla="*/ 27 w 53"/>
                <a:gd name="T13" fmla="*/ 162 h 215"/>
                <a:gd name="T14" fmla="*/ 0 w 53"/>
                <a:gd name="T15" fmla="*/ 189 h 215"/>
                <a:gd name="T16" fmla="*/ 27 w 53"/>
                <a:gd name="T17" fmla="*/ 215 h 215"/>
                <a:gd name="T18" fmla="*/ 53 w 53"/>
                <a:gd name="T19" fmla="*/ 189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215">
                  <a:moveTo>
                    <a:pt x="53" y="27"/>
                  </a:moveTo>
                  <a:cubicBezTo>
                    <a:pt x="53" y="12"/>
                    <a:pt x="41" y="0"/>
                    <a:pt x="27" y="0"/>
                  </a:cubicBezTo>
                  <a:cubicBezTo>
                    <a:pt x="12" y="0"/>
                    <a:pt x="0" y="12"/>
                    <a:pt x="0" y="27"/>
                  </a:cubicBezTo>
                  <a:cubicBezTo>
                    <a:pt x="0" y="41"/>
                    <a:pt x="12" y="53"/>
                    <a:pt x="27" y="53"/>
                  </a:cubicBezTo>
                  <a:cubicBezTo>
                    <a:pt x="41" y="53"/>
                    <a:pt x="53" y="41"/>
                    <a:pt x="53" y="27"/>
                  </a:cubicBezTo>
                  <a:close/>
                  <a:moveTo>
                    <a:pt x="53" y="189"/>
                  </a:moveTo>
                  <a:cubicBezTo>
                    <a:pt x="53" y="174"/>
                    <a:pt x="41" y="162"/>
                    <a:pt x="27" y="162"/>
                  </a:cubicBezTo>
                  <a:cubicBezTo>
                    <a:pt x="12" y="162"/>
                    <a:pt x="0" y="174"/>
                    <a:pt x="0" y="189"/>
                  </a:cubicBezTo>
                  <a:cubicBezTo>
                    <a:pt x="0" y="203"/>
                    <a:pt x="12" y="215"/>
                    <a:pt x="27" y="215"/>
                  </a:cubicBezTo>
                  <a:cubicBezTo>
                    <a:pt x="41" y="215"/>
                    <a:pt x="53" y="203"/>
                    <a:pt x="53" y="18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1" name="Freeform 436">
              <a:extLst>
                <a:ext uri="{FF2B5EF4-FFF2-40B4-BE49-F238E27FC236}">
                  <a16:creationId xmlns:a16="http://schemas.microsoft.com/office/drawing/2014/main" id="{39443799-65DC-4A84-9B9E-AA073CA032E1}"/>
                </a:ext>
              </a:extLst>
            </p:cNvPr>
            <p:cNvSpPr>
              <a:spLocks/>
            </p:cNvSpPr>
            <p:nvPr>
              <p:custDataLst>
                <p:tags r:id="rId206"/>
              </p:custDataLst>
            </p:nvPr>
          </p:nvSpPr>
          <p:spPr bwMode="auto">
            <a:xfrm>
              <a:off x="5697539" y="1695451"/>
              <a:ext cx="36513" cy="46038"/>
            </a:xfrm>
            <a:custGeom>
              <a:avLst/>
              <a:gdLst>
                <a:gd name="T0" fmla="*/ 169 w 183"/>
                <a:gd name="T1" fmla="*/ 34 h 226"/>
                <a:gd name="T2" fmla="*/ 145 w 183"/>
                <a:gd name="T3" fmla="*/ 56 h 226"/>
                <a:gd name="T4" fmla="*/ 160 w 183"/>
                <a:gd name="T5" fmla="*/ 71 h 226"/>
                <a:gd name="T6" fmla="*/ 183 w 183"/>
                <a:gd name="T7" fmla="*/ 43 h 226"/>
                <a:gd name="T8" fmla="*/ 124 w 183"/>
                <a:gd name="T9" fmla="*/ 0 h 226"/>
                <a:gd name="T10" fmla="*/ 40 w 183"/>
                <a:gd name="T11" fmla="*/ 73 h 226"/>
                <a:gd name="T12" fmla="*/ 91 w 183"/>
                <a:gd name="T13" fmla="*/ 122 h 226"/>
                <a:gd name="T14" fmla="*/ 143 w 183"/>
                <a:gd name="T15" fmla="*/ 160 h 226"/>
                <a:gd name="T16" fmla="*/ 72 w 183"/>
                <a:gd name="T17" fmla="*/ 215 h 226"/>
                <a:gd name="T18" fmla="*/ 15 w 183"/>
                <a:gd name="T19" fmla="*/ 188 h 226"/>
                <a:gd name="T20" fmla="*/ 46 w 183"/>
                <a:gd name="T21" fmla="*/ 162 h 226"/>
                <a:gd name="T22" fmla="*/ 28 w 183"/>
                <a:gd name="T23" fmla="*/ 144 h 226"/>
                <a:gd name="T24" fmla="*/ 0 w 183"/>
                <a:gd name="T25" fmla="*/ 177 h 226"/>
                <a:gd name="T26" fmla="*/ 71 w 183"/>
                <a:gd name="T27" fmla="*/ 226 h 226"/>
                <a:gd name="T28" fmla="*/ 171 w 183"/>
                <a:gd name="T29" fmla="*/ 143 h 226"/>
                <a:gd name="T30" fmla="*/ 156 w 183"/>
                <a:gd name="T31" fmla="*/ 107 h 226"/>
                <a:gd name="T32" fmla="*/ 106 w 183"/>
                <a:gd name="T33" fmla="*/ 86 h 226"/>
                <a:gd name="T34" fmla="*/ 68 w 183"/>
                <a:gd name="T35" fmla="*/ 56 h 226"/>
                <a:gd name="T36" fmla="*/ 124 w 183"/>
                <a:gd name="T37" fmla="*/ 11 h 226"/>
                <a:gd name="T38" fmla="*/ 169 w 183"/>
                <a:gd name="T39" fmla="*/ 34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3" h="226">
                  <a:moveTo>
                    <a:pt x="169" y="34"/>
                  </a:moveTo>
                  <a:cubicBezTo>
                    <a:pt x="155" y="34"/>
                    <a:pt x="145" y="45"/>
                    <a:pt x="145" y="56"/>
                  </a:cubicBezTo>
                  <a:cubicBezTo>
                    <a:pt x="145" y="63"/>
                    <a:pt x="149" y="71"/>
                    <a:pt x="160" y="71"/>
                  </a:cubicBezTo>
                  <a:cubicBezTo>
                    <a:pt x="171" y="71"/>
                    <a:pt x="183" y="62"/>
                    <a:pt x="183" y="43"/>
                  </a:cubicBezTo>
                  <a:cubicBezTo>
                    <a:pt x="183" y="20"/>
                    <a:pt x="162" y="0"/>
                    <a:pt x="124" y="0"/>
                  </a:cubicBezTo>
                  <a:cubicBezTo>
                    <a:pt x="58" y="0"/>
                    <a:pt x="40" y="51"/>
                    <a:pt x="40" y="73"/>
                  </a:cubicBezTo>
                  <a:cubicBezTo>
                    <a:pt x="40" y="112"/>
                    <a:pt x="77" y="119"/>
                    <a:pt x="91" y="122"/>
                  </a:cubicBezTo>
                  <a:cubicBezTo>
                    <a:pt x="117" y="127"/>
                    <a:pt x="143" y="132"/>
                    <a:pt x="143" y="160"/>
                  </a:cubicBezTo>
                  <a:cubicBezTo>
                    <a:pt x="143" y="173"/>
                    <a:pt x="131" y="215"/>
                    <a:pt x="72" y="215"/>
                  </a:cubicBezTo>
                  <a:cubicBezTo>
                    <a:pt x="65" y="215"/>
                    <a:pt x="26" y="215"/>
                    <a:pt x="15" y="188"/>
                  </a:cubicBezTo>
                  <a:cubicBezTo>
                    <a:pt x="34" y="191"/>
                    <a:pt x="46" y="176"/>
                    <a:pt x="46" y="162"/>
                  </a:cubicBezTo>
                  <a:cubicBezTo>
                    <a:pt x="46" y="150"/>
                    <a:pt x="38" y="144"/>
                    <a:pt x="28" y="144"/>
                  </a:cubicBezTo>
                  <a:cubicBezTo>
                    <a:pt x="15" y="144"/>
                    <a:pt x="0" y="155"/>
                    <a:pt x="0" y="177"/>
                  </a:cubicBezTo>
                  <a:cubicBezTo>
                    <a:pt x="0" y="206"/>
                    <a:pt x="28" y="226"/>
                    <a:pt x="71" y="226"/>
                  </a:cubicBezTo>
                  <a:cubicBezTo>
                    <a:pt x="152" y="226"/>
                    <a:pt x="171" y="165"/>
                    <a:pt x="171" y="143"/>
                  </a:cubicBezTo>
                  <a:cubicBezTo>
                    <a:pt x="171" y="125"/>
                    <a:pt x="162" y="113"/>
                    <a:pt x="156" y="107"/>
                  </a:cubicBezTo>
                  <a:cubicBezTo>
                    <a:pt x="142" y="93"/>
                    <a:pt x="128" y="90"/>
                    <a:pt x="106" y="86"/>
                  </a:cubicBezTo>
                  <a:cubicBezTo>
                    <a:pt x="88" y="82"/>
                    <a:pt x="68" y="78"/>
                    <a:pt x="68" y="56"/>
                  </a:cubicBezTo>
                  <a:cubicBezTo>
                    <a:pt x="68" y="41"/>
                    <a:pt x="80" y="11"/>
                    <a:pt x="124" y="11"/>
                  </a:cubicBezTo>
                  <a:cubicBezTo>
                    <a:pt x="136" y="11"/>
                    <a:pt x="161" y="14"/>
                    <a:pt x="169" y="3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2" name="Freeform 437">
              <a:extLst>
                <a:ext uri="{FF2B5EF4-FFF2-40B4-BE49-F238E27FC236}">
                  <a16:creationId xmlns:a16="http://schemas.microsoft.com/office/drawing/2014/main" id="{B33FD18E-9320-40E9-8C1C-F09DF2FB97AE}"/>
                </a:ext>
              </a:extLst>
            </p:cNvPr>
            <p:cNvSpPr>
              <a:spLocks/>
            </p:cNvSpPr>
            <p:nvPr>
              <p:custDataLst>
                <p:tags r:id="rId207"/>
              </p:custDataLst>
            </p:nvPr>
          </p:nvSpPr>
          <p:spPr bwMode="auto">
            <a:xfrm>
              <a:off x="5748339" y="1663701"/>
              <a:ext cx="23813" cy="103188"/>
            </a:xfrm>
            <a:custGeom>
              <a:avLst/>
              <a:gdLst>
                <a:gd name="T0" fmla="*/ 115 w 115"/>
                <a:gd name="T1" fmla="*/ 494 h 499"/>
                <a:gd name="T2" fmla="*/ 107 w 115"/>
                <a:gd name="T3" fmla="*/ 483 h 499"/>
                <a:gd name="T4" fmla="*/ 29 w 115"/>
                <a:gd name="T5" fmla="*/ 250 h 499"/>
                <a:gd name="T6" fmla="*/ 109 w 115"/>
                <a:gd name="T7" fmla="*/ 14 h 499"/>
                <a:gd name="T8" fmla="*/ 115 w 115"/>
                <a:gd name="T9" fmla="*/ 5 h 499"/>
                <a:gd name="T10" fmla="*/ 110 w 115"/>
                <a:gd name="T11" fmla="*/ 0 h 499"/>
                <a:gd name="T12" fmla="*/ 31 w 115"/>
                <a:gd name="T13" fmla="*/ 98 h 499"/>
                <a:gd name="T14" fmla="*/ 0 w 115"/>
                <a:gd name="T15" fmla="*/ 250 h 499"/>
                <a:gd name="T16" fmla="*/ 33 w 115"/>
                <a:gd name="T17" fmla="*/ 405 h 499"/>
                <a:gd name="T18" fmla="*/ 110 w 115"/>
                <a:gd name="T19" fmla="*/ 499 h 499"/>
                <a:gd name="T20" fmla="*/ 115 w 115"/>
                <a:gd name="T21" fmla="*/ 494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5" h="499">
                  <a:moveTo>
                    <a:pt x="115" y="494"/>
                  </a:moveTo>
                  <a:cubicBezTo>
                    <a:pt x="115" y="492"/>
                    <a:pt x="115" y="491"/>
                    <a:pt x="107" y="483"/>
                  </a:cubicBezTo>
                  <a:cubicBezTo>
                    <a:pt x="45" y="420"/>
                    <a:pt x="29" y="326"/>
                    <a:pt x="29" y="250"/>
                  </a:cubicBezTo>
                  <a:cubicBezTo>
                    <a:pt x="29" y="163"/>
                    <a:pt x="48" y="76"/>
                    <a:pt x="109" y="14"/>
                  </a:cubicBezTo>
                  <a:cubicBezTo>
                    <a:pt x="115" y="8"/>
                    <a:pt x="115" y="7"/>
                    <a:pt x="115" y="5"/>
                  </a:cubicBezTo>
                  <a:cubicBezTo>
                    <a:pt x="115" y="2"/>
                    <a:pt x="113" y="0"/>
                    <a:pt x="110" y="0"/>
                  </a:cubicBezTo>
                  <a:cubicBezTo>
                    <a:pt x="105" y="0"/>
                    <a:pt x="60" y="34"/>
                    <a:pt x="31" y="98"/>
                  </a:cubicBezTo>
                  <a:cubicBezTo>
                    <a:pt x="6" y="152"/>
                    <a:pt x="0" y="208"/>
                    <a:pt x="0" y="250"/>
                  </a:cubicBezTo>
                  <a:cubicBezTo>
                    <a:pt x="0" y="289"/>
                    <a:pt x="5" y="349"/>
                    <a:pt x="33" y="405"/>
                  </a:cubicBezTo>
                  <a:cubicBezTo>
                    <a:pt x="62" y="466"/>
                    <a:pt x="105" y="499"/>
                    <a:pt x="110" y="499"/>
                  </a:cubicBezTo>
                  <a:cubicBezTo>
                    <a:pt x="113" y="499"/>
                    <a:pt x="115" y="497"/>
                    <a:pt x="115" y="49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3" name="Freeform 438">
              <a:extLst>
                <a:ext uri="{FF2B5EF4-FFF2-40B4-BE49-F238E27FC236}">
                  <a16:creationId xmlns:a16="http://schemas.microsoft.com/office/drawing/2014/main" id="{DF1F0BED-1FF0-4F6A-80EF-A0B102E537D9}"/>
                </a:ext>
              </a:extLst>
            </p:cNvPr>
            <p:cNvSpPr>
              <a:spLocks/>
            </p:cNvSpPr>
            <p:nvPr>
              <p:custDataLst>
                <p:tags r:id="rId208"/>
              </p:custDataLst>
            </p:nvPr>
          </p:nvSpPr>
          <p:spPr bwMode="auto">
            <a:xfrm>
              <a:off x="5781677" y="1695451"/>
              <a:ext cx="53975" cy="46038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2 h 226"/>
                <a:gd name="T4" fmla="*/ 39 w 270"/>
                <a:gd name="T5" fmla="*/ 226 h 226"/>
                <a:gd name="T6" fmla="*/ 57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6 w 270"/>
                <a:gd name="T13" fmla="*/ 97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6 w 270"/>
                <a:gd name="T31" fmla="*/ 153 h 226"/>
                <a:gd name="T32" fmla="*/ 206 w 270"/>
                <a:gd name="T33" fmla="*/ 215 h 226"/>
                <a:gd name="T34" fmla="*/ 194 w 270"/>
                <a:gd name="T35" fmla="*/ 198 h 226"/>
                <a:gd name="T36" fmla="*/ 203 w 270"/>
                <a:gd name="T37" fmla="*/ 163 h 226"/>
                <a:gd name="T38" fmla="*/ 233 w 270"/>
                <a:gd name="T39" fmla="*/ 53 h 226"/>
                <a:gd name="T40" fmla="*/ 176 w 270"/>
                <a:gd name="T41" fmla="*/ 0 h 226"/>
                <a:gd name="T42" fmla="*/ 98 w 270"/>
                <a:gd name="T43" fmla="*/ 43 h 226"/>
                <a:gd name="T44" fmla="*/ 52 w 270"/>
                <a:gd name="T45" fmla="*/ 0 h 226"/>
                <a:gd name="T46" fmla="*/ 15 w 270"/>
                <a:gd name="T47" fmla="*/ 28 h 226"/>
                <a:gd name="T48" fmla="*/ 0 w 270"/>
                <a:gd name="T49" fmla="*/ 77 h 226"/>
                <a:gd name="T50" fmla="*/ 6 w 270"/>
                <a:gd name="T51" fmla="*/ 82 h 226"/>
                <a:gd name="T52" fmla="*/ 14 w 270"/>
                <a:gd name="T53" fmla="*/ 70 h 226"/>
                <a:gd name="T54" fmla="*/ 50 w 270"/>
                <a:gd name="T55" fmla="*/ 11 h 226"/>
                <a:gd name="T56" fmla="*/ 66 w 270"/>
                <a:gd name="T57" fmla="*/ 34 h 226"/>
                <a:gd name="T58" fmla="*/ 58 w 270"/>
                <a:gd name="T59" fmla="*/ 76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2" y="226"/>
                    <a:pt x="39" y="226"/>
                  </a:cubicBezTo>
                  <a:cubicBezTo>
                    <a:pt x="45" y="226"/>
                    <a:pt x="54" y="222"/>
                    <a:pt x="57" y="212"/>
                  </a:cubicBezTo>
                  <a:cubicBezTo>
                    <a:pt x="58" y="211"/>
                    <a:pt x="64" y="187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6" y="97"/>
                  </a:cubicBezTo>
                  <a:cubicBezTo>
                    <a:pt x="88" y="88"/>
                    <a:pt x="92" y="74"/>
                    <a:pt x="93" y="72"/>
                  </a:cubicBezTo>
                  <a:cubicBezTo>
                    <a:pt x="100" y="56"/>
                    <a:pt x="127" y="11"/>
                    <a:pt x="174" y="11"/>
                  </a:cubicBezTo>
                  <a:cubicBezTo>
                    <a:pt x="197" y="11"/>
                    <a:pt x="201" y="29"/>
                    <a:pt x="201" y="46"/>
                  </a:cubicBezTo>
                  <a:cubicBezTo>
                    <a:pt x="201" y="77"/>
                    <a:pt x="177" y="140"/>
                    <a:pt x="169" y="162"/>
                  </a:cubicBezTo>
                  <a:cubicBezTo>
                    <a:pt x="164" y="173"/>
                    <a:pt x="164" y="179"/>
                    <a:pt x="164" y="185"/>
                  </a:cubicBezTo>
                  <a:cubicBezTo>
                    <a:pt x="164" y="208"/>
                    <a:pt x="181" y="226"/>
                    <a:pt x="205" y="226"/>
                  </a:cubicBezTo>
                  <a:cubicBezTo>
                    <a:pt x="251" y="226"/>
                    <a:pt x="270" y="153"/>
                    <a:pt x="270" y="149"/>
                  </a:cubicBezTo>
                  <a:cubicBezTo>
                    <a:pt x="270" y="144"/>
                    <a:pt x="265" y="144"/>
                    <a:pt x="264" y="144"/>
                  </a:cubicBezTo>
                  <a:cubicBezTo>
                    <a:pt x="259" y="144"/>
                    <a:pt x="259" y="145"/>
                    <a:pt x="256" y="153"/>
                  </a:cubicBezTo>
                  <a:cubicBezTo>
                    <a:pt x="246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8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7"/>
                    <a:pt x="233" y="82"/>
                    <a:pt x="233" y="53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6" y="32"/>
                    <a:pt x="98" y="43"/>
                  </a:cubicBezTo>
                  <a:cubicBezTo>
                    <a:pt x="95" y="15"/>
                    <a:pt x="75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7" y="45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0"/>
                  </a:cubicBezTo>
                  <a:cubicBezTo>
                    <a:pt x="23" y="35"/>
                    <a:pt x="33" y="11"/>
                    <a:pt x="50" y="11"/>
                  </a:cubicBezTo>
                  <a:cubicBezTo>
                    <a:pt x="60" y="11"/>
                    <a:pt x="66" y="17"/>
                    <a:pt x="66" y="34"/>
                  </a:cubicBezTo>
                  <a:cubicBezTo>
                    <a:pt x="66" y="44"/>
                    <a:pt x="64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4" name="Freeform 439">
              <a:extLst>
                <a:ext uri="{FF2B5EF4-FFF2-40B4-BE49-F238E27FC236}">
                  <a16:creationId xmlns:a16="http://schemas.microsoft.com/office/drawing/2014/main" id="{50CE6E72-4576-436C-9D14-998DEBD29D4B}"/>
                </a:ext>
              </a:extLst>
            </p:cNvPr>
            <p:cNvSpPr>
              <a:spLocks noEditPoints="1"/>
            </p:cNvSpPr>
            <p:nvPr>
              <p:custDataLst>
                <p:tags r:id="rId209"/>
              </p:custDataLst>
            </p:nvPr>
          </p:nvSpPr>
          <p:spPr bwMode="auto">
            <a:xfrm>
              <a:off x="5842002" y="1708151"/>
              <a:ext cx="33338" cy="47625"/>
            </a:xfrm>
            <a:custGeom>
              <a:avLst/>
              <a:gdLst>
                <a:gd name="T0" fmla="*/ 171 w 171"/>
                <a:gd name="T1" fmla="*/ 178 h 235"/>
                <a:gd name="T2" fmla="*/ 171 w 171"/>
                <a:gd name="T3" fmla="*/ 165 h 235"/>
                <a:gd name="T4" fmla="*/ 132 w 171"/>
                <a:gd name="T5" fmla="*/ 165 h 235"/>
                <a:gd name="T6" fmla="*/ 132 w 171"/>
                <a:gd name="T7" fmla="*/ 10 h 235"/>
                <a:gd name="T8" fmla="*/ 124 w 171"/>
                <a:gd name="T9" fmla="*/ 0 h 235"/>
                <a:gd name="T10" fmla="*/ 115 w 171"/>
                <a:gd name="T11" fmla="*/ 5 h 235"/>
                <a:gd name="T12" fmla="*/ 0 w 171"/>
                <a:gd name="T13" fmla="*/ 165 h 235"/>
                <a:gd name="T14" fmla="*/ 0 w 171"/>
                <a:gd name="T15" fmla="*/ 178 h 235"/>
                <a:gd name="T16" fmla="*/ 102 w 171"/>
                <a:gd name="T17" fmla="*/ 178 h 235"/>
                <a:gd name="T18" fmla="*/ 102 w 171"/>
                <a:gd name="T19" fmla="*/ 206 h 235"/>
                <a:gd name="T20" fmla="*/ 74 w 171"/>
                <a:gd name="T21" fmla="*/ 222 h 235"/>
                <a:gd name="T22" fmla="*/ 65 w 171"/>
                <a:gd name="T23" fmla="*/ 222 h 235"/>
                <a:gd name="T24" fmla="*/ 65 w 171"/>
                <a:gd name="T25" fmla="*/ 235 h 235"/>
                <a:gd name="T26" fmla="*/ 117 w 171"/>
                <a:gd name="T27" fmla="*/ 234 h 235"/>
                <a:gd name="T28" fmla="*/ 170 w 171"/>
                <a:gd name="T29" fmla="*/ 235 h 235"/>
                <a:gd name="T30" fmla="*/ 170 w 171"/>
                <a:gd name="T31" fmla="*/ 222 h 235"/>
                <a:gd name="T32" fmla="*/ 160 w 171"/>
                <a:gd name="T33" fmla="*/ 222 h 235"/>
                <a:gd name="T34" fmla="*/ 132 w 171"/>
                <a:gd name="T35" fmla="*/ 206 h 235"/>
                <a:gd name="T36" fmla="*/ 132 w 171"/>
                <a:gd name="T37" fmla="*/ 178 h 235"/>
                <a:gd name="T38" fmla="*/ 171 w 171"/>
                <a:gd name="T39" fmla="*/ 178 h 235"/>
                <a:gd name="T40" fmla="*/ 105 w 171"/>
                <a:gd name="T41" fmla="*/ 38 h 235"/>
                <a:gd name="T42" fmla="*/ 105 w 171"/>
                <a:gd name="T43" fmla="*/ 165 h 235"/>
                <a:gd name="T44" fmla="*/ 13 w 171"/>
                <a:gd name="T45" fmla="*/ 165 h 235"/>
                <a:gd name="T46" fmla="*/ 105 w 171"/>
                <a:gd name="T47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1" h="235">
                  <a:moveTo>
                    <a:pt x="171" y="178"/>
                  </a:moveTo>
                  <a:lnTo>
                    <a:pt x="171" y="165"/>
                  </a:lnTo>
                  <a:lnTo>
                    <a:pt x="132" y="165"/>
                  </a:lnTo>
                  <a:lnTo>
                    <a:pt x="132" y="10"/>
                  </a:lnTo>
                  <a:cubicBezTo>
                    <a:pt x="132" y="2"/>
                    <a:pt x="132" y="0"/>
                    <a:pt x="124" y="0"/>
                  </a:cubicBezTo>
                  <a:cubicBezTo>
                    <a:pt x="120" y="0"/>
                    <a:pt x="119" y="0"/>
                    <a:pt x="115" y="5"/>
                  </a:cubicBezTo>
                  <a:lnTo>
                    <a:pt x="0" y="165"/>
                  </a:lnTo>
                  <a:lnTo>
                    <a:pt x="0" y="178"/>
                  </a:lnTo>
                  <a:lnTo>
                    <a:pt x="102" y="178"/>
                  </a:lnTo>
                  <a:lnTo>
                    <a:pt x="102" y="206"/>
                  </a:lnTo>
                  <a:cubicBezTo>
                    <a:pt x="102" y="218"/>
                    <a:pt x="102" y="222"/>
                    <a:pt x="74" y="222"/>
                  </a:cubicBezTo>
                  <a:lnTo>
                    <a:pt x="65" y="222"/>
                  </a:lnTo>
                  <a:lnTo>
                    <a:pt x="65" y="235"/>
                  </a:lnTo>
                  <a:cubicBezTo>
                    <a:pt x="82" y="234"/>
                    <a:pt x="104" y="234"/>
                    <a:pt x="117" y="234"/>
                  </a:cubicBezTo>
                  <a:cubicBezTo>
                    <a:pt x="130" y="234"/>
                    <a:pt x="152" y="234"/>
                    <a:pt x="170" y="235"/>
                  </a:cubicBezTo>
                  <a:lnTo>
                    <a:pt x="170" y="222"/>
                  </a:lnTo>
                  <a:lnTo>
                    <a:pt x="160" y="222"/>
                  </a:lnTo>
                  <a:cubicBezTo>
                    <a:pt x="132" y="222"/>
                    <a:pt x="132" y="218"/>
                    <a:pt x="132" y="206"/>
                  </a:cubicBezTo>
                  <a:lnTo>
                    <a:pt x="132" y="178"/>
                  </a:lnTo>
                  <a:lnTo>
                    <a:pt x="171" y="178"/>
                  </a:lnTo>
                  <a:close/>
                  <a:moveTo>
                    <a:pt x="105" y="38"/>
                  </a:moveTo>
                  <a:lnTo>
                    <a:pt x="105" y="165"/>
                  </a:lnTo>
                  <a:lnTo>
                    <a:pt x="13" y="165"/>
                  </a:lnTo>
                  <a:lnTo>
                    <a:pt x="10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5" name="Freeform 440">
              <a:extLst>
                <a:ext uri="{FF2B5EF4-FFF2-40B4-BE49-F238E27FC236}">
                  <a16:creationId xmlns:a16="http://schemas.microsoft.com/office/drawing/2014/main" id="{FCD4420F-200A-438F-882E-402A1C57D53C}"/>
                </a:ext>
              </a:extLst>
            </p:cNvPr>
            <p:cNvSpPr>
              <a:spLocks/>
            </p:cNvSpPr>
            <p:nvPr>
              <p:custDataLst>
                <p:tags r:id="rId210"/>
              </p:custDataLst>
            </p:nvPr>
          </p:nvSpPr>
          <p:spPr bwMode="auto">
            <a:xfrm>
              <a:off x="5889627" y="1663701"/>
              <a:ext cx="23813" cy="103188"/>
            </a:xfrm>
            <a:custGeom>
              <a:avLst/>
              <a:gdLst>
                <a:gd name="T0" fmla="*/ 116 w 116"/>
                <a:gd name="T1" fmla="*/ 250 h 499"/>
                <a:gd name="T2" fmla="*/ 83 w 116"/>
                <a:gd name="T3" fmla="*/ 94 h 499"/>
                <a:gd name="T4" fmla="*/ 5 w 116"/>
                <a:gd name="T5" fmla="*/ 0 h 499"/>
                <a:gd name="T6" fmla="*/ 0 w 116"/>
                <a:gd name="T7" fmla="*/ 5 h 499"/>
                <a:gd name="T8" fmla="*/ 9 w 116"/>
                <a:gd name="T9" fmla="*/ 17 h 499"/>
                <a:gd name="T10" fmla="*/ 87 w 116"/>
                <a:gd name="T11" fmla="*/ 250 h 499"/>
                <a:gd name="T12" fmla="*/ 6 w 116"/>
                <a:gd name="T13" fmla="*/ 485 h 499"/>
                <a:gd name="T14" fmla="*/ 0 w 116"/>
                <a:gd name="T15" fmla="*/ 494 h 499"/>
                <a:gd name="T16" fmla="*/ 5 w 116"/>
                <a:gd name="T17" fmla="*/ 499 h 499"/>
                <a:gd name="T18" fmla="*/ 84 w 116"/>
                <a:gd name="T19" fmla="*/ 402 h 499"/>
                <a:gd name="T20" fmla="*/ 116 w 116"/>
                <a:gd name="T21" fmla="*/ 25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9">
                  <a:moveTo>
                    <a:pt x="116" y="250"/>
                  </a:moveTo>
                  <a:cubicBezTo>
                    <a:pt x="116" y="211"/>
                    <a:pt x="110" y="150"/>
                    <a:pt x="83" y="94"/>
                  </a:cubicBezTo>
                  <a:cubicBezTo>
                    <a:pt x="53" y="33"/>
                    <a:pt x="10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0" y="8"/>
                    <a:pt x="9" y="17"/>
                  </a:cubicBezTo>
                  <a:cubicBezTo>
                    <a:pt x="58" y="66"/>
                    <a:pt x="87" y="145"/>
                    <a:pt x="87" y="250"/>
                  </a:cubicBezTo>
                  <a:cubicBezTo>
                    <a:pt x="87" y="335"/>
                    <a:pt x="68" y="423"/>
                    <a:pt x="6" y="485"/>
                  </a:cubicBezTo>
                  <a:cubicBezTo>
                    <a:pt x="0" y="491"/>
                    <a:pt x="0" y="492"/>
                    <a:pt x="0" y="494"/>
                  </a:cubicBezTo>
                  <a:cubicBezTo>
                    <a:pt x="0" y="497"/>
                    <a:pt x="2" y="499"/>
                    <a:pt x="5" y="499"/>
                  </a:cubicBezTo>
                  <a:cubicBezTo>
                    <a:pt x="10" y="499"/>
                    <a:pt x="55" y="465"/>
                    <a:pt x="84" y="402"/>
                  </a:cubicBezTo>
                  <a:cubicBezTo>
                    <a:pt x="110" y="347"/>
                    <a:pt x="116" y="291"/>
                    <a:pt x="116" y="250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6" name="Freeform 441">
              <a:extLst>
                <a:ext uri="{FF2B5EF4-FFF2-40B4-BE49-F238E27FC236}">
                  <a16:creationId xmlns:a16="http://schemas.microsoft.com/office/drawing/2014/main" id="{F508F0BD-FF05-4B27-A95C-EA4108EF9A72}"/>
                </a:ext>
              </a:extLst>
            </p:cNvPr>
            <p:cNvSpPr>
              <a:spLocks/>
            </p:cNvSpPr>
            <p:nvPr>
              <p:custDataLst>
                <p:tags r:id="rId211"/>
              </p:custDataLst>
            </p:nvPr>
          </p:nvSpPr>
          <p:spPr bwMode="auto">
            <a:xfrm>
              <a:off x="5959477" y="1712913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8 w 305"/>
                <a:gd name="T7" fmla="*/ 0 h 20"/>
                <a:gd name="T8" fmla="*/ 0 w 305"/>
                <a:gd name="T9" fmla="*/ 10 h 20"/>
                <a:gd name="T10" fmla="*/ 18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8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8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7" name="Freeform 442">
              <a:extLst>
                <a:ext uri="{FF2B5EF4-FFF2-40B4-BE49-F238E27FC236}">
                  <a16:creationId xmlns:a16="http://schemas.microsoft.com/office/drawing/2014/main" id="{497CBFA9-727A-4261-971B-004637EAD434}"/>
                </a:ext>
              </a:extLst>
            </p:cNvPr>
            <p:cNvSpPr>
              <a:spLocks/>
            </p:cNvSpPr>
            <p:nvPr>
              <p:custDataLst>
                <p:tags r:id="rId212"/>
              </p:custDataLst>
            </p:nvPr>
          </p:nvSpPr>
          <p:spPr bwMode="auto">
            <a:xfrm>
              <a:off x="6013452" y="1712913"/>
              <a:ext cx="60325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8" name="Freeform 443">
              <a:extLst>
                <a:ext uri="{FF2B5EF4-FFF2-40B4-BE49-F238E27FC236}">
                  <a16:creationId xmlns:a16="http://schemas.microsoft.com/office/drawing/2014/main" id="{6D8EFE22-EA26-434F-9329-A2B1E79C4033}"/>
                </a:ext>
              </a:extLst>
            </p:cNvPr>
            <p:cNvSpPr>
              <a:spLocks/>
            </p:cNvSpPr>
            <p:nvPr>
              <p:custDataLst>
                <p:tags r:id="rId213"/>
              </p:custDataLst>
            </p:nvPr>
          </p:nvSpPr>
          <p:spPr bwMode="auto">
            <a:xfrm>
              <a:off x="6062664" y="1687513"/>
              <a:ext cx="90488" cy="53975"/>
            </a:xfrm>
            <a:custGeom>
              <a:avLst/>
              <a:gdLst>
                <a:gd name="T0" fmla="*/ 389 w 443"/>
                <a:gd name="T1" fmla="*/ 141 h 261"/>
                <a:gd name="T2" fmla="*/ 344 w 443"/>
                <a:gd name="T3" fmla="*/ 188 h 261"/>
                <a:gd name="T4" fmla="*/ 317 w 443"/>
                <a:gd name="T5" fmla="*/ 255 h 261"/>
                <a:gd name="T6" fmla="*/ 327 w 443"/>
                <a:gd name="T7" fmla="*/ 261 h 261"/>
                <a:gd name="T8" fmla="*/ 338 w 443"/>
                <a:gd name="T9" fmla="*/ 251 h 261"/>
                <a:gd name="T10" fmla="*/ 435 w 443"/>
                <a:gd name="T11" fmla="*/ 137 h 261"/>
                <a:gd name="T12" fmla="*/ 443 w 443"/>
                <a:gd name="T13" fmla="*/ 131 h 261"/>
                <a:gd name="T14" fmla="*/ 439 w 443"/>
                <a:gd name="T15" fmla="*/ 125 h 261"/>
                <a:gd name="T16" fmla="*/ 338 w 443"/>
                <a:gd name="T17" fmla="*/ 8 h 261"/>
                <a:gd name="T18" fmla="*/ 327 w 443"/>
                <a:gd name="T19" fmla="*/ 0 h 261"/>
                <a:gd name="T20" fmla="*/ 317 w 443"/>
                <a:gd name="T21" fmla="*/ 6 h 261"/>
                <a:gd name="T22" fmla="*/ 343 w 443"/>
                <a:gd name="T23" fmla="*/ 72 h 261"/>
                <a:gd name="T24" fmla="*/ 389 w 443"/>
                <a:gd name="T25" fmla="*/ 121 h 261"/>
                <a:gd name="T26" fmla="*/ 18 w 443"/>
                <a:gd name="T27" fmla="*/ 121 h 261"/>
                <a:gd name="T28" fmla="*/ 0 w 443"/>
                <a:gd name="T29" fmla="*/ 131 h 261"/>
                <a:gd name="T30" fmla="*/ 18 w 443"/>
                <a:gd name="T31" fmla="*/ 141 h 261"/>
                <a:gd name="T32" fmla="*/ 389 w 443"/>
                <a:gd name="T33" fmla="*/ 14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3" h="261">
                  <a:moveTo>
                    <a:pt x="389" y="141"/>
                  </a:moveTo>
                  <a:cubicBezTo>
                    <a:pt x="361" y="162"/>
                    <a:pt x="348" y="182"/>
                    <a:pt x="344" y="188"/>
                  </a:cubicBezTo>
                  <a:cubicBezTo>
                    <a:pt x="321" y="223"/>
                    <a:pt x="317" y="254"/>
                    <a:pt x="317" y="255"/>
                  </a:cubicBezTo>
                  <a:cubicBezTo>
                    <a:pt x="317" y="261"/>
                    <a:pt x="323" y="261"/>
                    <a:pt x="327" y="261"/>
                  </a:cubicBezTo>
                  <a:cubicBezTo>
                    <a:pt x="336" y="261"/>
                    <a:pt x="336" y="260"/>
                    <a:pt x="338" y="251"/>
                  </a:cubicBezTo>
                  <a:cubicBezTo>
                    <a:pt x="350" y="202"/>
                    <a:pt x="379" y="160"/>
                    <a:pt x="435" y="137"/>
                  </a:cubicBezTo>
                  <a:cubicBezTo>
                    <a:pt x="441" y="135"/>
                    <a:pt x="443" y="134"/>
                    <a:pt x="443" y="131"/>
                  </a:cubicBezTo>
                  <a:cubicBezTo>
                    <a:pt x="443" y="127"/>
                    <a:pt x="440" y="126"/>
                    <a:pt x="439" y="125"/>
                  </a:cubicBezTo>
                  <a:cubicBezTo>
                    <a:pt x="417" y="117"/>
                    <a:pt x="357" y="92"/>
                    <a:pt x="338" y="8"/>
                  </a:cubicBezTo>
                  <a:cubicBezTo>
                    <a:pt x="336" y="2"/>
                    <a:pt x="336" y="0"/>
                    <a:pt x="327" y="0"/>
                  </a:cubicBezTo>
                  <a:cubicBezTo>
                    <a:pt x="323" y="0"/>
                    <a:pt x="317" y="0"/>
                    <a:pt x="317" y="6"/>
                  </a:cubicBezTo>
                  <a:cubicBezTo>
                    <a:pt x="317" y="7"/>
                    <a:pt x="322" y="39"/>
                    <a:pt x="343" y="72"/>
                  </a:cubicBezTo>
                  <a:cubicBezTo>
                    <a:pt x="353" y="87"/>
                    <a:pt x="367" y="105"/>
                    <a:pt x="389" y="121"/>
                  </a:cubicBezTo>
                  <a:lnTo>
                    <a:pt x="18" y="121"/>
                  </a:lnTo>
                  <a:cubicBezTo>
                    <a:pt x="9" y="121"/>
                    <a:pt x="0" y="121"/>
                    <a:pt x="0" y="131"/>
                  </a:cubicBezTo>
                  <a:cubicBezTo>
                    <a:pt x="0" y="141"/>
                    <a:pt x="9" y="141"/>
                    <a:pt x="18" y="141"/>
                  </a:cubicBezTo>
                  <a:lnTo>
                    <a:pt x="389" y="14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9" name="Freeform 444">
              <a:extLst>
                <a:ext uri="{FF2B5EF4-FFF2-40B4-BE49-F238E27FC236}">
                  <a16:creationId xmlns:a16="http://schemas.microsoft.com/office/drawing/2014/main" id="{C21A623C-EE15-4DD9-BF86-2D03E0814615}"/>
                </a:ext>
              </a:extLst>
            </p:cNvPr>
            <p:cNvSpPr>
              <a:spLocks/>
            </p:cNvSpPr>
            <p:nvPr>
              <p:custDataLst>
                <p:tags r:id="rId214"/>
              </p:custDataLst>
            </p:nvPr>
          </p:nvSpPr>
          <p:spPr bwMode="auto">
            <a:xfrm>
              <a:off x="6199189" y="1670051"/>
              <a:ext cx="26988" cy="15875"/>
            </a:xfrm>
            <a:custGeom>
              <a:avLst/>
              <a:gdLst>
                <a:gd name="T0" fmla="*/ 67 w 133"/>
                <a:gd name="T1" fmla="*/ 0 h 77"/>
                <a:gd name="T2" fmla="*/ 0 w 133"/>
                <a:gd name="T3" fmla="*/ 68 h 77"/>
                <a:gd name="T4" fmla="*/ 9 w 133"/>
                <a:gd name="T5" fmla="*/ 77 h 77"/>
                <a:gd name="T6" fmla="*/ 67 w 133"/>
                <a:gd name="T7" fmla="*/ 26 h 77"/>
                <a:gd name="T8" fmla="*/ 125 w 133"/>
                <a:gd name="T9" fmla="*/ 77 h 77"/>
                <a:gd name="T10" fmla="*/ 133 w 133"/>
                <a:gd name="T11" fmla="*/ 68 h 77"/>
                <a:gd name="T12" fmla="*/ 67 w 133"/>
                <a:gd name="T1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" h="77">
                  <a:moveTo>
                    <a:pt x="67" y="0"/>
                  </a:moveTo>
                  <a:lnTo>
                    <a:pt x="0" y="68"/>
                  </a:lnTo>
                  <a:lnTo>
                    <a:pt x="9" y="77"/>
                  </a:lnTo>
                  <a:lnTo>
                    <a:pt x="67" y="26"/>
                  </a:lnTo>
                  <a:lnTo>
                    <a:pt x="125" y="77"/>
                  </a:lnTo>
                  <a:lnTo>
                    <a:pt x="133" y="68"/>
                  </a:lnTo>
                  <a:lnTo>
                    <a:pt x="67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0" name="Freeform 445">
              <a:extLst>
                <a:ext uri="{FF2B5EF4-FFF2-40B4-BE49-F238E27FC236}">
                  <a16:creationId xmlns:a16="http://schemas.microsoft.com/office/drawing/2014/main" id="{5E4DFEED-6F42-43E2-8804-DBB32EFCCF52}"/>
                </a:ext>
              </a:extLst>
            </p:cNvPr>
            <p:cNvSpPr>
              <a:spLocks noEditPoints="1"/>
            </p:cNvSpPr>
            <p:nvPr>
              <p:custDataLst>
                <p:tags r:id="rId215"/>
              </p:custDataLst>
            </p:nvPr>
          </p:nvSpPr>
          <p:spPr bwMode="auto">
            <a:xfrm>
              <a:off x="6191252" y="1695451"/>
              <a:ext cx="46038" cy="46038"/>
            </a:xfrm>
            <a:custGeom>
              <a:avLst/>
              <a:gdLst>
                <a:gd name="T0" fmla="*/ 166 w 229"/>
                <a:gd name="T1" fmla="*/ 32 h 226"/>
                <a:gd name="T2" fmla="*/ 120 w 229"/>
                <a:gd name="T3" fmla="*/ 0 h 226"/>
                <a:gd name="T4" fmla="*/ 0 w 229"/>
                <a:gd name="T5" fmla="*/ 146 h 226"/>
                <a:gd name="T6" fmla="*/ 67 w 229"/>
                <a:gd name="T7" fmla="*/ 226 h 226"/>
                <a:gd name="T8" fmla="*/ 131 w 229"/>
                <a:gd name="T9" fmla="*/ 188 h 226"/>
                <a:gd name="T10" fmla="*/ 177 w 229"/>
                <a:gd name="T11" fmla="*/ 226 h 226"/>
                <a:gd name="T12" fmla="*/ 214 w 229"/>
                <a:gd name="T13" fmla="*/ 198 h 226"/>
                <a:gd name="T14" fmla="*/ 229 w 229"/>
                <a:gd name="T15" fmla="*/ 149 h 226"/>
                <a:gd name="T16" fmla="*/ 223 w 229"/>
                <a:gd name="T17" fmla="*/ 144 h 226"/>
                <a:gd name="T18" fmla="*/ 216 w 229"/>
                <a:gd name="T19" fmla="*/ 153 h 226"/>
                <a:gd name="T20" fmla="*/ 178 w 229"/>
                <a:gd name="T21" fmla="*/ 215 h 226"/>
                <a:gd name="T22" fmla="*/ 163 w 229"/>
                <a:gd name="T23" fmla="*/ 192 h 226"/>
                <a:gd name="T24" fmla="*/ 169 w 229"/>
                <a:gd name="T25" fmla="*/ 155 h 226"/>
                <a:gd name="T26" fmla="*/ 180 w 229"/>
                <a:gd name="T27" fmla="*/ 110 h 226"/>
                <a:gd name="T28" fmla="*/ 198 w 229"/>
                <a:gd name="T29" fmla="*/ 40 h 226"/>
                <a:gd name="T30" fmla="*/ 202 w 229"/>
                <a:gd name="T31" fmla="*/ 23 h 226"/>
                <a:gd name="T32" fmla="*/ 187 w 229"/>
                <a:gd name="T33" fmla="*/ 10 h 226"/>
                <a:gd name="T34" fmla="*/ 166 w 229"/>
                <a:gd name="T35" fmla="*/ 32 h 226"/>
                <a:gd name="T36" fmla="*/ 134 w 229"/>
                <a:gd name="T37" fmla="*/ 161 h 226"/>
                <a:gd name="T38" fmla="*/ 124 w 229"/>
                <a:gd name="T39" fmla="*/ 179 h 226"/>
                <a:gd name="T40" fmla="*/ 68 w 229"/>
                <a:gd name="T41" fmla="*/ 215 h 226"/>
                <a:gd name="T42" fmla="*/ 36 w 229"/>
                <a:gd name="T43" fmla="*/ 168 h 226"/>
                <a:gd name="T44" fmla="*/ 63 w 229"/>
                <a:gd name="T45" fmla="*/ 59 h 226"/>
                <a:gd name="T46" fmla="*/ 121 w 229"/>
                <a:gd name="T47" fmla="*/ 11 h 226"/>
                <a:gd name="T48" fmla="*/ 160 w 229"/>
                <a:gd name="T49" fmla="*/ 55 h 226"/>
                <a:gd name="T50" fmla="*/ 159 w 229"/>
                <a:gd name="T51" fmla="*/ 63 h 226"/>
                <a:gd name="T52" fmla="*/ 134 w 229"/>
                <a:gd name="T53" fmla="*/ 16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9" h="226">
                  <a:moveTo>
                    <a:pt x="166" y="32"/>
                  </a:moveTo>
                  <a:cubicBezTo>
                    <a:pt x="157" y="13"/>
                    <a:pt x="143" y="0"/>
                    <a:pt x="120" y="0"/>
                  </a:cubicBezTo>
                  <a:cubicBezTo>
                    <a:pt x="62" y="0"/>
                    <a:pt x="0" y="73"/>
                    <a:pt x="0" y="146"/>
                  </a:cubicBezTo>
                  <a:cubicBezTo>
                    <a:pt x="0" y="193"/>
                    <a:pt x="28" y="226"/>
                    <a:pt x="67" y="226"/>
                  </a:cubicBezTo>
                  <a:cubicBezTo>
                    <a:pt x="77" y="226"/>
                    <a:pt x="101" y="224"/>
                    <a:pt x="131" y="188"/>
                  </a:cubicBezTo>
                  <a:cubicBezTo>
                    <a:pt x="135" y="209"/>
                    <a:pt x="153" y="226"/>
                    <a:pt x="177" y="226"/>
                  </a:cubicBezTo>
                  <a:cubicBezTo>
                    <a:pt x="194" y="226"/>
                    <a:pt x="206" y="214"/>
                    <a:pt x="214" y="198"/>
                  </a:cubicBezTo>
                  <a:cubicBezTo>
                    <a:pt x="222" y="180"/>
                    <a:pt x="229" y="150"/>
                    <a:pt x="229" y="149"/>
                  </a:cubicBezTo>
                  <a:cubicBezTo>
                    <a:pt x="229" y="144"/>
                    <a:pt x="224" y="144"/>
                    <a:pt x="223" y="144"/>
                  </a:cubicBezTo>
                  <a:cubicBezTo>
                    <a:pt x="218" y="144"/>
                    <a:pt x="217" y="146"/>
                    <a:pt x="216" y="153"/>
                  </a:cubicBezTo>
                  <a:cubicBezTo>
                    <a:pt x="207" y="185"/>
                    <a:pt x="198" y="215"/>
                    <a:pt x="178" y="215"/>
                  </a:cubicBezTo>
                  <a:cubicBezTo>
                    <a:pt x="164" y="215"/>
                    <a:pt x="163" y="202"/>
                    <a:pt x="163" y="192"/>
                  </a:cubicBezTo>
                  <a:cubicBezTo>
                    <a:pt x="163" y="181"/>
                    <a:pt x="164" y="177"/>
                    <a:pt x="169" y="155"/>
                  </a:cubicBezTo>
                  <a:cubicBezTo>
                    <a:pt x="175" y="134"/>
                    <a:pt x="176" y="129"/>
                    <a:pt x="180" y="110"/>
                  </a:cubicBezTo>
                  <a:lnTo>
                    <a:pt x="198" y="40"/>
                  </a:lnTo>
                  <a:cubicBezTo>
                    <a:pt x="202" y="26"/>
                    <a:pt x="202" y="25"/>
                    <a:pt x="202" y="23"/>
                  </a:cubicBezTo>
                  <a:cubicBezTo>
                    <a:pt x="202" y="15"/>
                    <a:pt x="196" y="10"/>
                    <a:pt x="187" y="10"/>
                  </a:cubicBezTo>
                  <a:cubicBezTo>
                    <a:pt x="175" y="10"/>
                    <a:pt x="168" y="21"/>
                    <a:pt x="166" y="32"/>
                  </a:cubicBezTo>
                  <a:close/>
                  <a:moveTo>
                    <a:pt x="134" y="161"/>
                  </a:moveTo>
                  <a:cubicBezTo>
                    <a:pt x="131" y="170"/>
                    <a:pt x="131" y="171"/>
                    <a:pt x="124" y="179"/>
                  </a:cubicBezTo>
                  <a:cubicBezTo>
                    <a:pt x="102" y="207"/>
                    <a:pt x="82" y="215"/>
                    <a:pt x="68" y="215"/>
                  </a:cubicBezTo>
                  <a:cubicBezTo>
                    <a:pt x="43" y="215"/>
                    <a:pt x="36" y="187"/>
                    <a:pt x="36" y="168"/>
                  </a:cubicBezTo>
                  <a:cubicBezTo>
                    <a:pt x="36" y="143"/>
                    <a:pt x="52" y="82"/>
                    <a:pt x="63" y="59"/>
                  </a:cubicBezTo>
                  <a:cubicBezTo>
                    <a:pt x="79" y="29"/>
                    <a:pt x="101" y="11"/>
                    <a:pt x="121" y="11"/>
                  </a:cubicBezTo>
                  <a:cubicBezTo>
                    <a:pt x="153" y="11"/>
                    <a:pt x="160" y="52"/>
                    <a:pt x="160" y="55"/>
                  </a:cubicBezTo>
                  <a:cubicBezTo>
                    <a:pt x="160" y="58"/>
                    <a:pt x="159" y="61"/>
                    <a:pt x="159" y="63"/>
                  </a:cubicBezTo>
                  <a:lnTo>
                    <a:pt x="134" y="16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1" name="Freeform 446">
              <a:extLst>
                <a:ext uri="{FF2B5EF4-FFF2-40B4-BE49-F238E27FC236}">
                  <a16:creationId xmlns:a16="http://schemas.microsoft.com/office/drawing/2014/main" id="{7C734947-0DCF-4BB1-9F95-16AA05BD6444}"/>
                </a:ext>
              </a:extLst>
            </p:cNvPr>
            <p:cNvSpPr>
              <a:spLocks noEditPoints="1"/>
            </p:cNvSpPr>
            <p:nvPr>
              <p:custDataLst>
                <p:tags r:id="rId216"/>
              </p:custDataLst>
            </p:nvPr>
          </p:nvSpPr>
          <p:spPr bwMode="auto">
            <a:xfrm>
              <a:off x="6242052" y="1708151"/>
              <a:ext cx="34925" cy="47625"/>
            </a:xfrm>
            <a:custGeom>
              <a:avLst/>
              <a:gdLst>
                <a:gd name="T0" fmla="*/ 171 w 171"/>
                <a:gd name="T1" fmla="*/ 178 h 235"/>
                <a:gd name="T2" fmla="*/ 171 w 171"/>
                <a:gd name="T3" fmla="*/ 165 h 235"/>
                <a:gd name="T4" fmla="*/ 132 w 171"/>
                <a:gd name="T5" fmla="*/ 165 h 235"/>
                <a:gd name="T6" fmla="*/ 132 w 171"/>
                <a:gd name="T7" fmla="*/ 10 h 235"/>
                <a:gd name="T8" fmla="*/ 125 w 171"/>
                <a:gd name="T9" fmla="*/ 0 h 235"/>
                <a:gd name="T10" fmla="*/ 116 w 171"/>
                <a:gd name="T11" fmla="*/ 5 h 235"/>
                <a:gd name="T12" fmla="*/ 0 w 171"/>
                <a:gd name="T13" fmla="*/ 165 h 235"/>
                <a:gd name="T14" fmla="*/ 0 w 171"/>
                <a:gd name="T15" fmla="*/ 178 h 235"/>
                <a:gd name="T16" fmla="*/ 103 w 171"/>
                <a:gd name="T17" fmla="*/ 178 h 235"/>
                <a:gd name="T18" fmla="*/ 103 w 171"/>
                <a:gd name="T19" fmla="*/ 206 h 235"/>
                <a:gd name="T20" fmla="*/ 75 w 171"/>
                <a:gd name="T21" fmla="*/ 222 h 235"/>
                <a:gd name="T22" fmla="*/ 65 w 171"/>
                <a:gd name="T23" fmla="*/ 222 h 235"/>
                <a:gd name="T24" fmla="*/ 65 w 171"/>
                <a:gd name="T25" fmla="*/ 235 h 235"/>
                <a:gd name="T26" fmla="*/ 117 w 171"/>
                <a:gd name="T27" fmla="*/ 234 h 235"/>
                <a:gd name="T28" fmla="*/ 170 w 171"/>
                <a:gd name="T29" fmla="*/ 235 h 235"/>
                <a:gd name="T30" fmla="*/ 170 w 171"/>
                <a:gd name="T31" fmla="*/ 222 h 235"/>
                <a:gd name="T32" fmla="*/ 161 w 171"/>
                <a:gd name="T33" fmla="*/ 222 h 235"/>
                <a:gd name="T34" fmla="*/ 132 w 171"/>
                <a:gd name="T35" fmla="*/ 206 h 235"/>
                <a:gd name="T36" fmla="*/ 132 w 171"/>
                <a:gd name="T37" fmla="*/ 178 h 235"/>
                <a:gd name="T38" fmla="*/ 171 w 171"/>
                <a:gd name="T39" fmla="*/ 178 h 235"/>
                <a:gd name="T40" fmla="*/ 105 w 171"/>
                <a:gd name="T41" fmla="*/ 38 h 235"/>
                <a:gd name="T42" fmla="*/ 105 w 171"/>
                <a:gd name="T43" fmla="*/ 165 h 235"/>
                <a:gd name="T44" fmla="*/ 13 w 171"/>
                <a:gd name="T45" fmla="*/ 165 h 235"/>
                <a:gd name="T46" fmla="*/ 105 w 171"/>
                <a:gd name="T47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1" h="235">
                  <a:moveTo>
                    <a:pt x="171" y="178"/>
                  </a:moveTo>
                  <a:lnTo>
                    <a:pt x="171" y="165"/>
                  </a:lnTo>
                  <a:lnTo>
                    <a:pt x="132" y="165"/>
                  </a:lnTo>
                  <a:lnTo>
                    <a:pt x="132" y="10"/>
                  </a:lnTo>
                  <a:cubicBezTo>
                    <a:pt x="132" y="2"/>
                    <a:pt x="132" y="0"/>
                    <a:pt x="125" y="0"/>
                  </a:cubicBezTo>
                  <a:cubicBezTo>
                    <a:pt x="121" y="0"/>
                    <a:pt x="119" y="0"/>
                    <a:pt x="116" y="5"/>
                  </a:cubicBezTo>
                  <a:lnTo>
                    <a:pt x="0" y="165"/>
                  </a:lnTo>
                  <a:lnTo>
                    <a:pt x="0" y="178"/>
                  </a:lnTo>
                  <a:lnTo>
                    <a:pt x="103" y="178"/>
                  </a:lnTo>
                  <a:lnTo>
                    <a:pt x="103" y="206"/>
                  </a:lnTo>
                  <a:cubicBezTo>
                    <a:pt x="103" y="218"/>
                    <a:pt x="103" y="222"/>
                    <a:pt x="75" y="222"/>
                  </a:cubicBezTo>
                  <a:lnTo>
                    <a:pt x="65" y="222"/>
                  </a:lnTo>
                  <a:lnTo>
                    <a:pt x="65" y="235"/>
                  </a:lnTo>
                  <a:cubicBezTo>
                    <a:pt x="83" y="234"/>
                    <a:pt x="105" y="234"/>
                    <a:pt x="117" y="234"/>
                  </a:cubicBezTo>
                  <a:cubicBezTo>
                    <a:pt x="130" y="234"/>
                    <a:pt x="153" y="234"/>
                    <a:pt x="170" y="235"/>
                  </a:cubicBezTo>
                  <a:lnTo>
                    <a:pt x="170" y="222"/>
                  </a:lnTo>
                  <a:lnTo>
                    <a:pt x="161" y="222"/>
                  </a:lnTo>
                  <a:cubicBezTo>
                    <a:pt x="132" y="222"/>
                    <a:pt x="132" y="218"/>
                    <a:pt x="132" y="206"/>
                  </a:cubicBezTo>
                  <a:lnTo>
                    <a:pt x="132" y="178"/>
                  </a:lnTo>
                  <a:lnTo>
                    <a:pt x="171" y="178"/>
                  </a:lnTo>
                  <a:close/>
                  <a:moveTo>
                    <a:pt x="105" y="38"/>
                  </a:moveTo>
                  <a:lnTo>
                    <a:pt x="105" y="165"/>
                  </a:lnTo>
                  <a:lnTo>
                    <a:pt x="13" y="165"/>
                  </a:lnTo>
                  <a:lnTo>
                    <a:pt x="10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2" name="Freeform 447">
              <a:extLst>
                <a:ext uri="{FF2B5EF4-FFF2-40B4-BE49-F238E27FC236}">
                  <a16:creationId xmlns:a16="http://schemas.microsoft.com/office/drawing/2014/main" id="{02603695-4A94-4A5A-91A0-66E8F1D8FC3F}"/>
                </a:ext>
              </a:extLst>
            </p:cNvPr>
            <p:cNvSpPr>
              <a:spLocks/>
            </p:cNvSpPr>
            <p:nvPr>
              <p:custDataLst>
                <p:tags r:id="rId217"/>
              </p:custDataLst>
            </p:nvPr>
          </p:nvSpPr>
          <p:spPr bwMode="auto">
            <a:xfrm>
              <a:off x="6321427" y="1712913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3" name="Freeform 448">
              <a:extLst>
                <a:ext uri="{FF2B5EF4-FFF2-40B4-BE49-F238E27FC236}">
                  <a16:creationId xmlns:a16="http://schemas.microsoft.com/office/drawing/2014/main" id="{9A74CE57-601B-4494-98F7-DA6776071573}"/>
                </a:ext>
              </a:extLst>
            </p:cNvPr>
            <p:cNvSpPr>
              <a:spLocks/>
            </p:cNvSpPr>
            <p:nvPr>
              <p:custDataLst>
                <p:tags r:id="rId218"/>
              </p:custDataLst>
            </p:nvPr>
          </p:nvSpPr>
          <p:spPr bwMode="auto">
            <a:xfrm>
              <a:off x="6375402" y="1712913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4" name="Freeform 449">
              <a:extLst>
                <a:ext uri="{FF2B5EF4-FFF2-40B4-BE49-F238E27FC236}">
                  <a16:creationId xmlns:a16="http://schemas.microsoft.com/office/drawing/2014/main" id="{6872E43E-7373-4428-BEFF-7534451679F9}"/>
                </a:ext>
              </a:extLst>
            </p:cNvPr>
            <p:cNvSpPr>
              <a:spLocks/>
            </p:cNvSpPr>
            <p:nvPr>
              <p:custDataLst>
                <p:tags r:id="rId219"/>
              </p:custDataLst>
            </p:nvPr>
          </p:nvSpPr>
          <p:spPr bwMode="auto">
            <a:xfrm>
              <a:off x="6426202" y="1687513"/>
              <a:ext cx="88900" cy="53975"/>
            </a:xfrm>
            <a:custGeom>
              <a:avLst/>
              <a:gdLst>
                <a:gd name="T0" fmla="*/ 388 w 443"/>
                <a:gd name="T1" fmla="*/ 141 h 261"/>
                <a:gd name="T2" fmla="*/ 343 w 443"/>
                <a:gd name="T3" fmla="*/ 188 h 261"/>
                <a:gd name="T4" fmla="*/ 317 w 443"/>
                <a:gd name="T5" fmla="*/ 255 h 261"/>
                <a:gd name="T6" fmla="*/ 327 w 443"/>
                <a:gd name="T7" fmla="*/ 261 h 261"/>
                <a:gd name="T8" fmla="*/ 338 w 443"/>
                <a:gd name="T9" fmla="*/ 251 h 261"/>
                <a:gd name="T10" fmla="*/ 435 w 443"/>
                <a:gd name="T11" fmla="*/ 137 h 261"/>
                <a:gd name="T12" fmla="*/ 443 w 443"/>
                <a:gd name="T13" fmla="*/ 131 h 261"/>
                <a:gd name="T14" fmla="*/ 439 w 443"/>
                <a:gd name="T15" fmla="*/ 125 h 261"/>
                <a:gd name="T16" fmla="*/ 338 w 443"/>
                <a:gd name="T17" fmla="*/ 8 h 261"/>
                <a:gd name="T18" fmla="*/ 327 w 443"/>
                <a:gd name="T19" fmla="*/ 0 h 261"/>
                <a:gd name="T20" fmla="*/ 317 w 443"/>
                <a:gd name="T21" fmla="*/ 6 h 261"/>
                <a:gd name="T22" fmla="*/ 342 w 443"/>
                <a:gd name="T23" fmla="*/ 72 h 261"/>
                <a:gd name="T24" fmla="*/ 388 w 443"/>
                <a:gd name="T25" fmla="*/ 121 h 261"/>
                <a:gd name="T26" fmla="*/ 18 w 443"/>
                <a:gd name="T27" fmla="*/ 121 h 261"/>
                <a:gd name="T28" fmla="*/ 0 w 443"/>
                <a:gd name="T29" fmla="*/ 131 h 261"/>
                <a:gd name="T30" fmla="*/ 18 w 443"/>
                <a:gd name="T31" fmla="*/ 141 h 261"/>
                <a:gd name="T32" fmla="*/ 388 w 443"/>
                <a:gd name="T33" fmla="*/ 14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3" h="261">
                  <a:moveTo>
                    <a:pt x="388" y="141"/>
                  </a:moveTo>
                  <a:cubicBezTo>
                    <a:pt x="361" y="162"/>
                    <a:pt x="347" y="182"/>
                    <a:pt x="343" y="188"/>
                  </a:cubicBezTo>
                  <a:cubicBezTo>
                    <a:pt x="321" y="223"/>
                    <a:pt x="317" y="254"/>
                    <a:pt x="317" y="255"/>
                  </a:cubicBezTo>
                  <a:cubicBezTo>
                    <a:pt x="317" y="261"/>
                    <a:pt x="323" y="261"/>
                    <a:pt x="327" y="261"/>
                  </a:cubicBezTo>
                  <a:cubicBezTo>
                    <a:pt x="336" y="261"/>
                    <a:pt x="336" y="260"/>
                    <a:pt x="338" y="251"/>
                  </a:cubicBezTo>
                  <a:cubicBezTo>
                    <a:pt x="349" y="202"/>
                    <a:pt x="379" y="160"/>
                    <a:pt x="435" y="137"/>
                  </a:cubicBezTo>
                  <a:cubicBezTo>
                    <a:pt x="441" y="135"/>
                    <a:pt x="443" y="134"/>
                    <a:pt x="443" y="131"/>
                  </a:cubicBezTo>
                  <a:cubicBezTo>
                    <a:pt x="443" y="127"/>
                    <a:pt x="440" y="126"/>
                    <a:pt x="439" y="125"/>
                  </a:cubicBezTo>
                  <a:cubicBezTo>
                    <a:pt x="417" y="117"/>
                    <a:pt x="356" y="92"/>
                    <a:pt x="338" y="8"/>
                  </a:cubicBezTo>
                  <a:cubicBezTo>
                    <a:pt x="336" y="2"/>
                    <a:pt x="336" y="0"/>
                    <a:pt x="327" y="0"/>
                  </a:cubicBezTo>
                  <a:cubicBezTo>
                    <a:pt x="323" y="0"/>
                    <a:pt x="317" y="0"/>
                    <a:pt x="317" y="6"/>
                  </a:cubicBezTo>
                  <a:cubicBezTo>
                    <a:pt x="317" y="7"/>
                    <a:pt x="322" y="39"/>
                    <a:pt x="342" y="72"/>
                  </a:cubicBezTo>
                  <a:cubicBezTo>
                    <a:pt x="352" y="87"/>
                    <a:pt x="367" y="105"/>
                    <a:pt x="388" y="121"/>
                  </a:cubicBezTo>
                  <a:lnTo>
                    <a:pt x="18" y="121"/>
                  </a:lnTo>
                  <a:cubicBezTo>
                    <a:pt x="9" y="121"/>
                    <a:pt x="0" y="121"/>
                    <a:pt x="0" y="131"/>
                  </a:cubicBezTo>
                  <a:cubicBezTo>
                    <a:pt x="0" y="141"/>
                    <a:pt x="9" y="141"/>
                    <a:pt x="18" y="141"/>
                  </a:cubicBezTo>
                  <a:lnTo>
                    <a:pt x="388" y="14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5" name="Freeform 450">
              <a:extLst>
                <a:ext uri="{FF2B5EF4-FFF2-40B4-BE49-F238E27FC236}">
                  <a16:creationId xmlns:a16="http://schemas.microsoft.com/office/drawing/2014/main" id="{75144DBB-3E8B-49F3-8348-DE954047112B}"/>
                </a:ext>
              </a:extLst>
            </p:cNvPr>
            <p:cNvSpPr>
              <a:spLocks noEditPoints="1"/>
            </p:cNvSpPr>
            <p:nvPr>
              <p:custDataLst>
                <p:tags r:id="rId220"/>
              </p:custDataLst>
            </p:nvPr>
          </p:nvSpPr>
          <p:spPr bwMode="auto">
            <a:xfrm>
              <a:off x="6553202" y="1695451"/>
              <a:ext cx="46038" cy="46038"/>
            </a:xfrm>
            <a:custGeom>
              <a:avLst/>
              <a:gdLst>
                <a:gd name="T0" fmla="*/ 166 w 229"/>
                <a:gd name="T1" fmla="*/ 32 h 226"/>
                <a:gd name="T2" fmla="*/ 120 w 229"/>
                <a:gd name="T3" fmla="*/ 0 h 226"/>
                <a:gd name="T4" fmla="*/ 0 w 229"/>
                <a:gd name="T5" fmla="*/ 146 h 226"/>
                <a:gd name="T6" fmla="*/ 66 w 229"/>
                <a:gd name="T7" fmla="*/ 226 h 226"/>
                <a:gd name="T8" fmla="*/ 131 w 229"/>
                <a:gd name="T9" fmla="*/ 188 h 226"/>
                <a:gd name="T10" fmla="*/ 177 w 229"/>
                <a:gd name="T11" fmla="*/ 226 h 226"/>
                <a:gd name="T12" fmla="*/ 214 w 229"/>
                <a:gd name="T13" fmla="*/ 198 h 226"/>
                <a:gd name="T14" fmla="*/ 229 w 229"/>
                <a:gd name="T15" fmla="*/ 149 h 226"/>
                <a:gd name="T16" fmla="*/ 223 w 229"/>
                <a:gd name="T17" fmla="*/ 144 h 226"/>
                <a:gd name="T18" fmla="*/ 216 w 229"/>
                <a:gd name="T19" fmla="*/ 153 h 226"/>
                <a:gd name="T20" fmla="*/ 178 w 229"/>
                <a:gd name="T21" fmla="*/ 215 h 226"/>
                <a:gd name="T22" fmla="*/ 163 w 229"/>
                <a:gd name="T23" fmla="*/ 192 h 226"/>
                <a:gd name="T24" fmla="*/ 169 w 229"/>
                <a:gd name="T25" fmla="*/ 155 h 226"/>
                <a:gd name="T26" fmla="*/ 180 w 229"/>
                <a:gd name="T27" fmla="*/ 110 h 226"/>
                <a:gd name="T28" fmla="*/ 198 w 229"/>
                <a:gd name="T29" fmla="*/ 40 h 226"/>
                <a:gd name="T30" fmla="*/ 202 w 229"/>
                <a:gd name="T31" fmla="*/ 23 h 226"/>
                <a:gd name="T32" fmla="*/ 187 w 229"/>
                <a:gd name="T33" fmla="*/ 10 h 226"/>
                <a:gd name="T34" fmla="*/ 166 w 229"/>
                <a:gd name="T35" fmla="*/ 32 h 226"/>
                <a:gd name="T36" fmla="*/ 134 w 229"/>
                <a:gd name="T37" fmla="*/ 161 h 226"/>
                <a:gd name="T38" fmla="*/ 124 w 229"/>
                <a:gd name="T39" fmla="*/ 179 h 226"/>
                <a:gd name="T40" fmla="*/ 67 w 229"/>
                <a:gd name="T41" fmla="*/ 215 h 226"/>
                <a:gd name="T42" fmla="*/ 36 w 229"/>
                <a:gd name="T43" fmla="*/ 168 h 226"/>
                <a:gd name="T44" fmla="*/ 63 w 229"/>
                <a:gd name="T45" fmla="*/ 59 h 226"/>
                <a:gd name="T46" fmla="*/ 121 w 229"/>
                <a:gd name="T47" fmla="*/ 11 h 226"/>
                <a:gd name="T48" fmla="*/ 160 w 229"/>
                <a:gd name="T49" fmla="*/ 55 h 226"/>
                <a:gd name="T50" fmla="*/ 159 w 229"/>
                <a:gd name="T51" fmla="*/ 63 h 226"/>
                <a:gd name="T52" fmla="*/ 134 w 229"/>
                <a:gd name="T53" fmla="*/ 16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9" h="226">
                  <a:moveTo>
                    <a:pt x="166" y="32"/>
                  </a:moveTo>
                  <a:cubicBezTo>
                    <a:pt x="157" y="13"/>
                    <a:pt x="143" y="0"/>
                    <a:pt x="120" y="0"/>
                  </a:cubicBezTo>
                  <a:cubicBezTo>
                    <a:pt x="62" y="0"/>
                    <a:pt x="0" y="73"/>
                    <a:pt x="0" y="146"/>
                  </a:cubicBezTo>
                  <a:cubicBezTo>
                    <a:pt x="0" y="193"/>
                    <a:pt x="28" y="226"/>
                    <a:pt x="66" y="226"/>
                  </a:cubicBezTo>
                  <a:cubicBezTo>
                    <a:pt x="76" y="226"/>
                    <a:pt x="101" y="224"/>
                    <a:pt x="131" y="188"/>
                  </a:cubicBezTo>
                  <a:cubicBezTo>
                    <a:pt x="135" y="209"/>
                    <a:pt x="153" y="226"/>
                    <a:pt x="177" y="226"/>
                  </a:cubicBezTo>
                  <a:cubicBezTo>
                    <a:pt x="194" y="226"/>
                    <a:pt x="206" y="214"/>
                    <a:pt x="214" y="198"/>
                  </a:cubicBezTo>
                  <a:cubicBezTo>
                    <a:pt x="222" y="180"/>
                    <a:pt x="229" y="150"/>
                    <a:pt x="229" y="149"/>
                  </a:cubicBezTo>
                  <a:cubicBezTo>
                    <a:pt x="229" y="144"/>
                    <a:pt x="224" y="144"/>
                    <a:pt x="223" y="144"/>
                  </a:cubicBezTo>
                  <a:cubicBezTo>
                    <a:pt x="218" y="144"/>
                    <a:pt x="217" y="146"/>
                    <a:pt x="216" y="153"/>
                  </a:cubicBezTo>
                  <a:cubicBezTo>
                    <a:pt x="207" y="185"/>
                    <a:pt x="198" y="215"/>
                    <a:pt x="178" y="215"/>
                  </a:cubicBezTo>
                  <a:cubicBezTo>
                    <a:pt x="164" y="215"/>
                    <a:pt x="163" y="202"/>
                    <a:pt x="163" y="192"/>
                  </a:cubicBezTo>
                  <a:cubicBezTo>
                    <a:pt x="163" y="181"/>
                    <a:pt x="164" y="177"/>
                    <a:pt x="169" y="155"/>
                  </a:cubicBezTo>
                  <a:cubicBezTo>
                    <a:pt x="175" y="134"/>
                    <a:pt x="176" y="129"/>
                    <a:pt x="180" y="110"/>
                  </a:cubicBezTo>
                  <a:lnTo>
                    <a:pt x="198" y="40"/>
                  </a:lnTo>
                  <a:cubicBezTo>
                    <a:pt x="202" y="26"/>
                    <a:pt x="202" y="25"/>
                    <a:pt x="202" y="23"/>
                  </a:cubicBezTo>
                  <a:cubicBezTo>
                    <a:pt x="202" y="15"/>
                    <a:pt x="196" y="10"/>
                    <a:pt x="187" y="10"/>
                  </a:cubicBezTo>
                  <a:cubicBezTo>
                    <a:pt x="175" y="10"/>
                    <a:pt x="168" y="21"/>
                    <a:pt x="166" y="32"/>
                  </a:cubicBezTo>
                  <a:close/>
                  <a:moveTo>
                    <a:pt x="134" y="161"/>
                  </a:moveTo>
                  <a:cubicBezTo>
                    <a:pt x="131" y="170"/>
                    <a:pt x="131" y="171"/>
                    <a:pt x="124" y="179"/>
                  </a:cubicBezTo>
                  <a:cubicBezTo>
                    <a:pt x="102" y="207"/>
                    <a:pt x="81" y="215"/>
                    <a:pt x="67" y="215"/>
                  </a:cubicBezTo>
                  <a:cubicBezTo>
                    <a:pt x="43" y="215"/>
                    <a:pt x="36" y="187"/>
                    <a:pt x="36" y="168"/>
                  </a:cubicBezTo>
                  <a:cubicBezTo>
                    <a:pt x="36" y="143"/>
                    <a:pt x="52" y="82"/>
                    <a:pt x="63" y="59"/>
                  </a:cubicBezTo>
                  <a:cubicBezTo>
                    <a:pt x="78" y="29"/>
                    <a:pt x="101" y="11"/>
                    <a:pt x="121" y="11"/>
                  </a:cubicBezTo>
                  <a:cubicBezTo>
                    <a:pt x="153" y="11"/>
                    <a:pt x="160" y="52"/>
                    <a:pt x="160" y="55"/>
                  </a:cubicBezTo>
                  <a:cubicBezTo>
                    <a:pt x="160" y="58"/>
                    <a:pt x="159" y="61"/>
                    <a:pt x="159" y="63"/>
                  </a:cubicBezTo>
                  <a:lnTo>
                    <a:pt x="134" y="16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6" name="Freeform 451">
              <a:extLst>
                <a:ext uri="{FF2B5EF4-FFF2-40B4-BE49-F238E27FC236}">
                  <a16:creationId xmlns:a16="http://schemas.microsoft.com/office/drawing/2014/main" id="{3158F773-9686-4E01-8327-35E43F91E66A}"/>
                </a:ext>
              </a:extLst>
            </p:cNvPr>
            <p:cNvSpPr>
              <a:spLocks noEditPoints="1"/>
            </p:cNvSpPr>
            <p:nvPr>
              <p:custDataLst>
                <p:tags r:id="rId221"/>
              </p:custDataLst>
            </p:nvPr>
          </p:nvSpPr>
          <p:spPr bwMode="auto">
            <a:xfrm>
              <a:off x="6605589" y="1708151"/>
              <a:ext cx="33338" cy="47625"/>
            </a:xfrm>
            <a:custGeom>
              <a:avLst/>
              <a:gdLst>
                <a:gd name="T0" fmla="*/ 171 w 171"/>
                <a:gd name="T1" fmla="*/ 178 h 235"/>
                <a:gd name="T2" fmla="*/ 171 w 171"/>
                <a:gd name="T3" fmla="*/ 165 h 235"/>
                <a:gd name="T4" fmla="*/ 132 w 171"/>
                <a:gd name="T5" fmla="*/ 165 h 235"/>
                <a:gd name="T6" fmla="*/ 132 w 171"/>
                <a:gd name="T7" fmla="*/ 10 h 235"/>
                <a:gd name="T8" fmla="*/ 125 w 171"/>
                <a:gd name="T9" fmla="*/ 0 h 235"/>
                <a:gd name="T10" fmla="*/ 116 w 171"/>
                <a:gd name="T11" fmla="*/ 5 h 235"/>
                <a:gd name="T12" fmla="*/ 0 w 171"/>
                <a:gd name="T13" fmla="*/ 165 h 235"/>
                <a:gd name="T14" fmla="*/ 0 w 171"/>
                <a:gd name="T15" fmla="*/ 178 h 235"/>
                <a:gd name="T16" fmla="*/ 103 w 171"/>
                <a:gd name="T17" fmla="*/ 178 h 235"/>
                <a:gd name="T18" fmla="*/ 103 w 171"/>
                <a:gd name="T19" fmla="*/ 206 h 235"/>
                <a:gd name="T20" fmla="*/ 74 w 171"/>
                <a:gd name="T21" fmla="*/ 222 h 235"/>
                <a:gd name="T22" fmla="*/ 65 w 171"/>
                <a:gd name="T23" fmla="*/ 222 h 235"/>
                <a:gd name="T24" fmla="*/ 65 w 171"/>
                <a:gd name="T25" fmla="*/ 235 h 235"/>
                <a:gd name="T26" fmla="*/ 117 w 171"/>
                <a:gd name="T27" fmla="*/ 234 h 235"/>
                <a:gd name="T28" fmla="*/ 170 w 171"/>
                <a:gd name="T29" fmla="*/ 235 h 235"/>
                <a:gd name="T30" fmla="*/ 170 w 171"/>
                <a:gd name="T31" fmla="*/ 222 h 235"/>
                <a:gd name="T32" fmla="*/ 161 w 171"/>
                <a:gd name="T33" fmla="*/ 222 h 235"/>
                <a:gd name="T34" fmla="*/ 132 w 171"/>
                <a:gd name="T35" fmla="*/ 206 h 235"/>
                <a:gd name="T36" fmla="*/ 132 w 171"/>
                <a:gd name="T37" fmla="*/ 178 h 235"/>
                <a:gd name="T38" fmla="*/ 171 w 171"/>
                <a:gd name="T39" fmla="*/ 178 h 235"/>
                <a:gd name="T40" fmla="*/ 105 w 171"/>
                <a:gd name="T41" fmla="*/ 38 h 235"/>
                <a:gd name="T42" fmla="*/ 105 w 171"/>
                <a:gd name="T43" fmla="*/ 165 h 235"/>
                <a:gd name="T44" fmla="*/ 13 w 171"/>
                <a:gd name="T45" fmla="*/ 165 h 235"/>
                <a:gd name="T46" fmla="*/ 105 w 171"/>
                <a:gd name="T47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1" h="235">
                  <a:moveTo>
                    <a:pt x="171" y="178"/>
                  </a:moveTo>
                  <a:lnTo>
                    <a:pt x="171" y="165"/>
                  </a:lnTo>
                  <a:lnTo>
                    <a:pt x="132" y="165"/>
                  </a:lnTo>
                  <a:lnTo>
                    <a:pt x="132" y="10"/>
                  </a:lnTo>
                  <a:cubicBezTo>
                    <a:pt x="132" y="2"/>
                    <a:pt x="132" y="0"/>
                    <a:pt x="125" y="0"/>
                  </a:cubicBezTo>
                  <a:cubicBezTo>
                    <a:pt x="120" y="0"/>
                    <a:pt x="119" y="0"/>
                    <a:pt x="116" y="5"/>
                  </a:cubicBezTo>
                  <a:lnTo>
                    <a:pt x="0" y="165"/>
                  </a:lnTo>
                  <a:lnTo>
                    <a:pt x="0" y="178"/>
                  </a:lnTo>
                  <a:lnTo>
                    <a:pt x="103" y="178"/>
                  </a:lnTo>
                  <a:lnTo>
                    <a:pt x="103" y="206"/>
                  </a:lnTo>
                  <a:cubicBezTo>
                    <a:pt x="103" y="218"/>
                    <a:pt x="103" y="222"/>
                    <a:pt x="74" y="222"/>
                  </a:cubicBezTo>
                  <a:lnTo>
                    <a:pt x="65" y="222"/>
                  </a:lnTo>
                  <a:lnTo>
                    <a:pt x="65" y="235"/>
                  </a:lnTo>
                  <a:cubicBezTo>
                    <a:pt x="82" y="234"/>
                    <a:pt x="105" y="234"/>
                    <a:pt x="117" y="234"/>
                  </a:cubicBezTo>
                  <a:cubicBezTo>
                    <a:pt x="130" y="234"/>
                    <a:pt x="153" y="234"/>
                    <a:pt x="170" y="235"/>
                  </a:cubicBezTo>
                  <a:lnTo>
                    <a:pt x="170" y="222"/>
                  </a:lnTo>
                  <a:lnTo>
                    <a:pt x="161" y="222"/>
                  </a:lnTo>
                  <a:cubicBezTo>
                    <a:pt x="132" y="222"/>
                    <a:pt x="132" y="218"/>
                    <a:pt x="132" y="206"/>
                  </a:cubicBezTo>
                  <a:lnTo>
                    <a:pt x="132" y="178"/>
                  </a:lnTo>
                  <a:lnTo>
                    <a:pt x="171" y="178"/>
                  </a:lnTo>
                  <a:close/>
                  <a:moveTo>
                    <a:pt x="105" y="38"/>
                  </a:moveTo>
                  <a:lnTo>
                    <a:pt x="105" y="165"/>
                  </a:lnTo>
                  <a:lnTo>
                    <a:pt x="13" y="165"/>
                  </a:lnTo>
                  <a:lnTo>
                    <a:pt x="10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7" name="Freeform 452">
              <a:extLst>
                <a:ext uri="{FF2B5EF4-FFF2-40B4-BE49-F238E27FC236}">
                  <a16:creationId xmlns:a16="http://schemas.microsoft.com/office/drawing/2014/main" id="{7818A91F-1759-4DD5-AE88-A66B7A5E6445}"/>
                </a:ext>
              </a:extLst>
            </p:cNvPr>
            <p:cNvSpPr>
              <a:spLocks/>
            </p:cNvSpPr>
            <p:nvPr>
              <p:custDataLst>
                <p:tags r:id="rId222"/>
              </p:custDataLst>
            </p:nvPr>
          </p:nvSpPr>
          <p:spPr bwMode="auto">
            <a:xfrm>
              <a:off x="6683377" y="1712913"/>
              <a:ext cx="61913" cy="4763"/>
            </a:xfrm>
            <a:custGeom>
              <a:avLst/>
              <a:gdLst>
                <a:gd name="T0" fmla="*/ 287 w 305"/>
                <a:gd name="T1" fmla="*/ 20 h 20"/>
                <a:gd name="T2" fmla="*/ 305 w 305"/>
                <a:gd name="T3" fmla="*/ 10 h 20"/>
                <a:gd name="T4" fmla="*/ 287 w 305"/>
                <a:gd name="T5" fmla="*/ 0 h 20"/>
                <a:gd name="T6" fmla="*/ 17 w 305"/>
                <a:gd name="T7" fmla="*/ 0 h 20"/>
                <a:gd name="T8" fmla="*/ 0 w 305"/>
                <a:gd name="T9" fmla="*/ 10 h 20"/>
                <a:gd name="T10" fmla="*/ 17 w 305"/>
                <a:gd name="T11" fmla="*/ 20 h 20"/>
                <a:gd name="T12" fmla="*/ 287 w 305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5" h="20">
                  <a:moveTo>
                    <a:pt x="287" y="20"/>
                  </a:moveTo>
                  <a:cubicBezTo>
                    <a:pt x="296" y="20"/>
                    <a:pt x="305" y="20"/>
                    <a:pt x="305" y="10"/>
                  </a:cubicBezTo>
                  <a:cubicBezTo>
                    <a:pt x="305" y="0"/>
                    <a:pt x="296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8" name="Freeform 453">
              <a:extLst>
                <a:ext uri="{FF2B5EF4-FFF2-40B4-BE49-F238E27FC236}">
                  <a16:creationId xmlns:a16="http://schemas.microsoft.com/office/drawing/2014/main" id="{69AB3463-498F-473A-97E3-7379A8AA76F6}"/>
                </a:ext>
              </a:extLst>
            </p:cNvPr>
            <p:cNvSpPr>
              <a:spLocks/>
            </p:cNvSpPr>
            <p:nvPr>
              <p:custDataLst>
                <p:tags r:id="rId223"/>
              </p:custDataLst>
            </p:nvPr>
          </p:nvSpPr>
          <p:spPr bwMode="auto">
            <a:xfrm>
              <a:off x="6737352" y="1712913"/>
              <a:ext cx="61913" cy="4763"/>
            </a:xfrm>
            <a:custGeom>
              <a:avLst/>
              <a:gdLst>
                <a:gd name="T0" fmla="*/ 287 w 304"/>
                <a:gd name="T1" fmla="*/ 20 h 20"/>
                <a:gd name="T2" fmla="*/ 304 w 304"/>
                <a:gd name="T3" fmla="*/ 10 h 20"/>
                <a:gd name="T4" fmla="*/ 287 w 304"/>
                <a:gd name="T5" fmla="*/ 0 h 20"/>
                <a:gd name="T6" fmla="*/ 17 w 304"/>
                <a:gd name="T7" fmla="*/ 0 h 20"/>
                <a:gd name="T8" fmla="*/ 0 w 304"/>
                <a:gd name="T9" fmla="*/ 10 h 20"/>
                <a:gd name="T10" fmla="*/ 17 w 304"/>
                <a:gd name="T11" fmla="*/ 20 h 20"/>
                <a:gd name="T12" fmla="*/ 287 w 304"/>
                <a:gd name="T13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20">
                  <a:moveTo>
                    <a:pt x="287" y="20"/>
                  </a:moveTo>
                  <a:cubicBezTo>
                    <a:pt x="295" y="20"/>
                    <a:pt x="304" y="20"/>
                    <a:pt x="304" y="10"/>
                  </a:cubicBezTo>
                  <a:cubicBezTo>
                    <a:pt x="304" y="0"/>
                    <a:pt x="295" y="0"/>
                    <a:pt x="287" y="0"/>
                  </a:cubicBezTo>
                  <a:lnTo>
                    <a:pt x="17" y="0"/>
                  </a:lnTo>
                  <a:cubicBezTo>
                    <a:pt x="9" y="0"/>
                    <a:pt x="0" y="0"/>
                    <a:pt x="0" y="10"/>
                  </a:cubicBezTo>
                  <a:cubicBezTo>
                    <a:pt x="0" y="20"/>
                    <a:pt x="9" y="20"/>
                    <a:pt x="17" y="20"/>
                  </a:cubicBezTo>
                  <a:lnTo>
                    <a:pt x="287" y="2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9" name="Freeform 454">
              <a:extLst>
                <a:ext uri="{FF2B5EF4-FFF2-40B4-BE49-F238E27FC236}">
                  <a16:creationId xmlns:a16="http://schemas.microsoft.com/office/drawing/2014/main" id="{005EB6C8-B1FF-44BA-8949-B44A2ECFE21E}"/>
                </a:ext>
              </a:extLst>
            </p:cNvPr>
            <p:cNvSpPr>
              <a:spLocks/>
            </p:cNvSpPr>
            <p:nvPr>
              <p:custDataLst>
                <p:tags r:id="rId224"/>
              </p:custDataLst>
            </p:nvPr>
          </p:nvSpPr>
          <p:spPr bwMode="auto">
            <a:xfrm>
              <a:off x="6788152" y="1687513"/>
              <a:ext cx="88900" cy="53975"/>
            </a:xfrm>
            <a:custGeom>
              <a:avLst/>
              <a:gdLst>
                <a:gd name="T0" fmla="*/ 388 w 442"/>
                <a:gd name="T1" fmla="*/ 141 h 261"/>
                <a:gd name="T2" fmla="*/ 343 w 442"/>
                <a:gd name="T3" fmla="*/ 188 h 261"/>
                <a:gd name="T4" fmla="*/ 317 w 442"/>
                <a:gd name="T5" fmla="*/ 255 h 261"/>
                <a:gd name="T6" fmla="*/ 327 w 442"/>
                <a:gd name="T7" fmla="*/ 261 h 261"/>
                <a:gd name="T8" fmla="*/ 338 w 442"/>
                <a:gd name="T9" fmla="*/ 251 h 261"/>
                <a:gd name="T10" fmla="*/ 435 w 442"/>
                <a:gd name="T11" fmla="*/ 137 h 261"/>
                <a:gd name="T12" fmla="*/ 442 w 442"/>
                <a:gd name="T13" fmla="*/ 131 h 261"/>
                <a:gd name="T14" fmla="*/ 439 w 442"/>
                <a:gd name="T15" fmla="*/ 125 h 261"/>
                <a:gd name="T16" fmla="*/ 337 w 442"/>
                <a:gd name="T17" fmla="*/ 8 h 261"/>
                <a:gd name="T18" fmla="*/ 327 w 442"/>
                <a:gd name="T19" fmla="*/ 0 h 261"/>
                <a:gd name="T20" fmla="*/ 317 w 442"/>
                <a:gd name="T21" fmla="*/ 6 h 261"/>
                <a:gd name="T22" fmla="*/ 342 w 442"/>
                <a:gd name="T23" fmla="*/ 72 h 261"/>
                <a:gd name="T24" fmla="*/ 388 w 442"/>
                <a:gd name="T25" fmla="*/ 121 h 261"/>
                <a:gd name="T26" fmla="*/ 18 w 442"/>
                <a:gd name="T27" fmla="*/ 121 h 261"/>
                <a:gd name="T28" fmla="*/ 0 w 442"/>
                <a:gd name="T29" fmla="*/ 131 h 261"/>
                <a:gd name="T30" fmla="*/ 18 w 442"/>
                <a:gd name="T31" fmla="*/ 141 h 261"/>
                <a:gd name="T32" fmla="*/ 388 w 442"/>
                <a:gd name="T33" fmla="*/ 14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2" h="261">
                  <a:moveTo>
                    <a:pt x="388" y="141"/>
                  </a:moveTo>
                  <a:cubicBezTo>
                    <a:pt x="361" y="162"/>
                    <a:pt x="347" y="182"/>
                    <a:pt x="343" y="188"/>
                  </a:cubicBezTo>
                  <a:cubicBezTo>
                    <a:pt x="321" y="223"/>
                    <a:pt x="317" y="254"/>
                    <a:pt x="317" y="255"/>
                  </a:cubicBezTo>
                  <a:cubicBezTo>
                    <a:pt x="317" y="261"/>
                    <a:pt x="323" y="261"/>
                    <a:pt x="327" y="261"/>
                  </a:cubicBezTo>
                  <a:cubicBezTo>
                    <a:pt x="335" y="261"/>
                    <a:pt x="336" y="260"/>
                    <a:pt x="338" y="251"/>
                  </a:cubicBezTo>
                  <a:cubicBezTo>
                    <a:pt x="349" y="202"/>
                    <a:pt x="379" y="160"/>
                    <a:pt x="435" y="137"/>
                  </a:cubicBezTo>
                  <a:cubicBezTo>
                    <a:pt x="441" y="135"/>
                    <a:pt x="442" y="134"/>
                    <a:pt x="442" y="131"/>
                  </a:cubicBezTo>
                  <a:cubicBezTo>
                    <a:pt x="442" y="127"/>
                    <a:pt x="440" y="126"/>
                    <a:pt x="439" y="125"/>
                  </a:cubicBezTo>
                  <a:cubicBezTo>
                    <a:pt x="417" y="117"/>
                    <a:pt x="356" y="92"/>
                    <a:pt x="337" y="8"/>
                  </a:cubicBezTo>
                  <a:cubicBezTo>
                    <a:pt x="336" y="2"/>
                    <a:pt x="335" y="0"/>
                    <a:pt x="327" y="0"/>
                  </a:cubicBezTo>
                  <a:cubicBezTo>
                    <a:pt x="323" y="0"/>
                    <a:pt x="317" y="0"/>
                    <a:pt x="317" y="6"/>
                  </a:cubicBezTo>
                  <a:cubicBezTo>
                    <a:pt x="317" y="7"/>
                    <a:pt x="321" y="39"/>
                    <a:pt x="342" y="72"/>
                  </a:cubicBezTo>
                  <a:cubicBezTo>
                    <a:pt x="352" y="87"/>
                    <a:pt x="367" y="105"/>
                    <a:pt x="388" y="121"/>
                  </a:cubicBezTo>
                  <a:lnTo>
                    <a:pt x="18" y="121"/>
                  </a:lnTo>
                  <a:cubicBezTo>
                    <a:pt x="9" y="121"/>
                    <a:pt x="0" y="121"/>
                    <a:pt x="0" y="131"/>
                  </a:cubicBezTo>
                  <a:cubicBezTo>
                    <a:pt x="0" y="141"/>
                    <a:pt x="9" y="141"/>
                    <a:pt x="18" y="141"/>
                  </a:cubicBezTo>
                  <a:lnTo>
                    <a:pt x="388" y="14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0" name="Freeform 455">
              <a:extLst>
                <a:ext uri="{FF2B5EF4-FFF2-40B4-BE49-F238E27FC236}">
                  <a16:creationId xmlns:a16="http://schemas.microsoft.com/office/drawing/2014/main" id="{F742FFD4-0F66-44F5-8634-405D4C0D6228}"/>
                </a:ext>
              </a:extLst>
            </p:cNvPr>
            <p:cNvSpPr>
              <a:spLocks/>
            </p:cNvSpPr>
            <p:nvPr>
              <p:custDataLst>
                <p:tags r:id="rId225"/>
              </p:custDataLst>
            </p:nvPr>
          </p:nvSpPr>
          <p:spPr bwMode="auto">
            <a:xfrm>
              <a:off x="6916739" y="1695451"/>
              <a:ext cx="36513" cy="46038"/>
            </a:xfrm>
            <a:custGeom>
              <a:avLst/>
              <a:gdLst>
                <a:gd name="T0" fmla="*/ 169 w 183"/>
                <a:gd name="T1" fmla="*/ 34 h 226"/>
                <a:gd name="T2" fmla="*/ 145 w 183"/>
                <a:gd name="T3" fmla="*/ 56 h 226"/>
                <a:gd name="T4" fmla="*/ 161 w 183"/>
                <a:gd name="T5" fmla="*/ 71 h 226"/>
                <a:gd name="T6" fmla="*/ 183 w 183"/>
                <a:gd name="T7" fmla="*/ 43 h 226"/>
                <a:gd name="T8" fmla="*/ 124 w 183"/>
                <a:gd name="T9" fmla="*/ 0 h 226"/>
                <a:gd name="T10" fmla="*/ 40 w 183"/>
                <a:gd name="T11" fmla="*/ 73 h 226"/>
                <a:gd name="T12" fmla="*/ 91 w 183"/>
                <a:gd name="T13" fmla="*/ 122 h 226"/>
                <a:gd name="T14" fmla="*/ 143 w 183"/>
                <a:gd name="T15" fmla="*/ 160 h 226"/>
                <a:gd name="T16" fmla="*/ 72 w 183"/>
                <a:gd name="T17" fmla="*/ 215 h 226"/>
                <a:gd name="T18" fmla="*/ 15 w 183"/>
                <a:gd name="T19" fmla="*/ 188 h 226"/>
                <a:gd name="T20" fmla="*/ 46 w 183"/>
                <a:gd name="T21" fmla="*/ 162 h 226"/>
                <a:gd name="T22" fmla="*/ 28 w 183"/>
                <a:gd name="T23" fmla="*/ 144 h 226"/>
                <a:gd name="T24" fmla="*/ 0 w 183"/>
                <a:gd name="T25" fmla="*/ 177 h 226"/>
                <a:gd name="T26" fmla="*/ 71 w 183"/>
                <a:gd name="T27" fmla="*/ 226 h 226"/>
                <a:gd name="T28" fmla="*/ 172 w 183"/>
                <a:gd name="T29" fmla="*/ 143 h 226"/>
                <a:gd name="T30" fmla="*/ 156 w 183"/>
                <a:gd name="T31" fmla="*/ 107 h 226"/>
                <a:gd name="T32" fmla="*/ 106 w 183"/>
                <a:gd name="T33" fmla="*/ 86 h 226"/>
                <a:gd name="T34" fmla="*/ 68 w 183"/>
                <a:gd name="T35" fmla="*/ 56 h 226"/>
                <a:gd name="T36" fmla="*/ 124 w 183"/>
                <a:gd name="T37" fmla="*/ 11 h 226"/>
                <a:gd name="T38" fmla="*/ 169 w 183"/>
                <a:gd name="T39" fmla="*/ 34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3" h="226">
                  <a:moveTo>
                    <a:pt x="169" y="34"/>
                  </a:moveTo>
                  <a:cubicBezTo>
                    <a:pt x="155" y="34"/>
                    <a:pt x="145" y="45"/>
                    <a:pt x="145" y="56"/>
                  </a:cubicBezTo>
                  <a:cubicBezTo>
                    <a:pt x="145" y="63"/>
                    <a:pt x="150" y="71"/>
                    <a:pt x="161" y="71"/>
                  </a:cubicBezTo>
                  <a:cubicBezTo>
                    <a:pt x="172" y="71"/>
                    <a:pt x="183" y="62"/>
                    <a:pt x="183" y="43"/>
                  </a:cubicBezTo>
                  <a:cubicBezTo>
                    <a:pt x="183" y="20"/>
                    <a:pt x="162" y="0"/>
                    <a:pt x="124" y="0"/>
                  </a:cubicBezTo>
                  <a:cubicBezTo>
                    <a:pt x="58" y="0"/>
                    <a:pt x="40" y="51"/>
                    <a:pt x="40" y="73"/>
                  </a:cubicBezTo>
                  <a:cubicBezTo>
                    <a:pt x="40" y="112"/>
                    <a:pt x="77" y="119"/>
                    <a:pt x="91" y="122"/>
                  </a:cubicBezTo>
                  <a:cubicBezTo>
                    <a:pt x="117" y="127"/>
                    <a:pt x="143" y="132"/>
                    <a:pt x="143" y="160"/>
                  </a:cubicBezTo>
                  <a:cubicBezTo>
                    <a:pt x="143" y="173"/>
                    <a:pt x="132" y="215"/>
                    <a:pt x="72" y="215"/>
                  </a:cubicBezTo>
                  <a:cubicBezTo>
                    <a:pt x="65" y="215"/>
                    <a:pt x="26" y="215"/>
                    <a:pt x="15" y="188"/>
                  </a:cubicBezTo>
                  <a:cubicBezTo>
                    <a:pt x="34" y="191"/>
                    <a:pt x="46" y="176"/>
                    <a:pt x="46" y="162"/>
                  </a:cubicBezTo>
                  <a:cubicBezTo>
                    <a:pt x="46" y="150"/>
                    <a:pt x="38" y="144"/>
                    <a:pt x="28" y="144"/>
                  </a:cubicBezTo>
                  <a:cubicBezTo>
                    <a:pt x="15" y="144"/>
                    <a:pt x="0" y="155"/>
                    <a:pt x="0" y="177"/>
                  </a:cubicBezTo>
                  <a:cubicBezTo>
                    <a:pt x="0" y="206"/>
                    <a:pt x="28" y="226"/>
                    <a:pt x="71" y="226"/>
                  </a:cubicBezTo>
                  <a:cubicBezTo>
                    <a:pt x="152" y="226"/>
                    <a:pt x="172" y="165"/>
                    <a:pt x="172" y="143"/>
                  </a:cubicBezTo>
                  <a:cubicBezTo>
                    <a:pt x="172" y="125"/>
                    <a:pt x="162" y="113"/>
                    <a:pt x="156" y="107"/>
                  </a:cubicBezTo>
                  <a:cubicBezTo>
                    <a:pt x="143" y="93"/>
                    <a:pt x="128" y="90"/>
                    <a:pt x="106" y="86"/>
                  </a:cubicBezTo>
                  <a:cubicBezTo>
                    <a:pt x="88" y="82"/>
                    <a:pt x="68" y="78"/>
                    <a:pt x="68" y="56"/>
                  </a:cubicBezTo>
                  <a:cubicBezTo>
                    <a:pt x="68" y="41"/>
                    <a:pt x="80" y="11"/>
                    <a:pt x="124" y="11"/>
                  </a:cubicBezTo>
                  <a:cubicBezTo>
                    <a:pt x="137" y="11"/>
                    <a:pt x="162" y="14"/>
                    <a:pt x="169" y="3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1" name="Freeform 456">
              <a:extLst>
                <a:ext uri="{FF2B5EF4-FFF2-40B4-BE49-F238E27FC236}">
                  <a16:creationId xmlns:a16="http://schemas.microsoft.com/office/drawing/2014/main" id="{08C822BB-3699-4904-A91C-DBE1E06005F1}"/>
                </a:ext>
              </a:extLst>
            </p:cNvPr>
            <p:cNvSpPr>
              <a:spLocks/>
            </p:cNvSpPr>
            <p:nvPr>
              <p:custDataLst>
                <p:tags r:id="rId226"/>
              </p:custDataLst>
            </p:nvPr>
          </p:nvSpPr>
          <p:spPr bwMode="auto">
            <a:xfrm>
              <a:off x="6969127" y="1663701"/>
              <a:ext cx="22225" cy="103188"/>
            </a:xfrm>
            <a:custGeom>
              <a:avLst/>
              <a:gdLst>
                <a:gd name="T0" fmla="*/ 116 w 116"/>
                <a:gd name="T1" fmla="*/ 494 h 499"/>
                <a:gd name="T2" fmla="*/ 107 w 116"/>
                <a:gd name="T3" fmla="*/ 483 h 499"/>
                <a:gd name="T4" fmla="*/ 29 w 116"/>
                <a:gd name="T5" fmla="*/ 250 h 499"/>
                <a:gd name="T6" fmla="*/ 109 w 116"/>
                <a:gd name="T7" fmla="*/ 14 h 499"/>
                <a:gd name="T8" fmla="*/ 116 w 116"/>
                <a:gd name="T9" fmla="*/ 5 h 499"/>
                <a:gd name="T10" fmla="*/ 111 w 116"/>
                <a:gd name="T11" fmla="*/ 0 h 499"/>
                <a:gd name="T12" fmla="*/ 31 w 116"/>
                <a:gd name="T13" fmla="*/ 98 h 499"/>
                <a:gd name="T14" fmla="*/ 0 w 116"/>
                <a:gd name="T15" fmla="*/ 250 h 499"/>
                <a:gd name="T16" fmla="*/ 33 w 116"/>
                <a:gd name="T17" fmla="*/ 405 h 499"/>
                <a:gd name="T18" fmla="*/ 111 w 116"/>
                <a:gd name="T19" fmla="*/ 499 h 499"/>
                <a:gd name="T20" fmla="*/ 116 w 116"/>
                <a:gd name="T21" fmla="*/ 494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9">
                  <a:moveTo>
                    <a:pt x="116" y="494"/>
                  </a:moveTo>
                  <a:cubicBezTo>
                    <a:pt x="116" y="492"/>
                    <a:pt x="116" y="491"/>
                    <a:pt x="107" y="483"/>
                  </a:cubicBezTo>
                  <a:cubicBezTo>
                    <a:pt x="45" y="420"/>
                    <a:pt x="29" y="326"/>
                    <a:pt x="29" y="250"/>
                  </a:cubicBezTo>
                  <a:cubicBezTo>
                    <a:pt x="29" y="163"/>
                    <a:pt x="48" y="76"/>
                    <a:pt x="109" y="14"/>
                  </a:cubicBezTo>
                  <a:cubicBezTo>
                    <a:pt x="116" y="8"/>
                    <a:pt x="116" y="7"/>
                    <a:pt x="116" y="5"/>
                  </a:cubicBezTo>
                  <a:cubicBezTo>
                    <a:pt x="116" y="2"/>
                    <a:pt x="114" y="0"/>
                    <a:pt x="111" y="0"/>
                  </a:cubicBezTo>
                  <a:cubicBezTo>
                    <a:pt x="106" y="0"/>
                    <a:pt x="61" y="34"/>
                    <a:pt x="31" y="98"/>
                  </a:cubicBezTo>
                  <a:cubicBezTo>
                    <a:pt x="6" y="152"/>
                    <a:pt x="0" y="208"/>
                    <a:pt x="0" y="250"/>
                  </a:cubicBezTo>
                  <a:cubicBezTo>
                    <a:pt x="0" y="289"/>
                    <a:pt x="6" y="349"/>
                    <a:pt x="33" y="405"/>
                  </a:cubicBezTo>
                  <a:cubicBezTo>
                    <a:pt x="63" y="466"/>
                    <a:pt x="106" y="499"/>
                    <a:pt x="111" y="499"/>
                  </a:cubicBezTo>
                  <a:cubicBezTo>
                    <a:pt x="114" y="499"/>
                    <a:pt x="116" y="497"/>
                    <a:pt x="116" y="49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2" name="Freeform 457">
              <a:extLst>
                <a:ext uri="{FF2B5EF4-FFF2-40B4-BE49-F238E27FC236}">
                  <a16:creationId xmlns:a16="http://schemas.microsoft.com/office/drawing/2014/main" id="{34F72C5F-7A9C-4644-9DD2-EEDF1FBFD6A0}"/>
                </a:ext>
              </a:extLst>
            </p:cNvPr>
            <p:cNvSpPr>
              <a:spLocks/>
            </p:cNvSpPr>
            <p:nvPr>
              <p:custDataLst>
                <p:tags r:id="rId227"/>
              </p:custDataLst>
            </p:nvPr>
          </p:nvSpPr>
          <p:spPr bwMode="auto">
            <a:xfrm>
              <a:off x="7000877" y="1695451"/>
              <a:ext cx="53975" cy="46038"/>
            </a:xfrm>
            <a:custGeom>
              <a:avLst/>
              <a:gdLst>
                <a:gd name="T0" fmla="*/ 29 w 270"/>
                <a:gd name="T1" fmla="*/ 191 h 226"/>
                <a:gd name="T2" fmla="*/ 25 w 270"/>
                <a:gd name="T3" fmla="*/ 212 h 226"/>
                <a:gd name="T4" fmla="*/ 39 w 270"/>
                <a:gd name="T5" fmla="*/ 226 h 226"/>
                <a:gd name="T6" fmla="*/ 58 w 270"/>
                <a:gd name="T7" fmla="*/ 212 h 226"/>
                <a:gd name="T8" fmla="*/ 67 w 270"/>
                <a:gd name="T9" fmla="*/ 175 h 226"/>
                <a:gd name="T10" fmla="*/ 78 w 270"/>
                <a:gd name="T11" fmla="*/ 130 h 226"/>
                <a:gd name="T12" fmla="*/ 87 w 270"/>
                <a:gd name="T13" fmla="*/ 97 h 226"/>
                <a:gd name="T14" fmla="*/ 93 w 270"/>
                <a:gd name="T15" fmla="*/ 72 h 226"/>
                <a:gd name="T16" fmla="*/ 174 w 270"/>
                <a:gd name="T17" fmla="*/ 11 h 226"/>
                <a:gd name="T18" fmla="*/ 201 w 270"/>
                <a:gd name="T19" fmla="*/ 46 h 226"/>
                <a:gd name="T20" fmla="*/ 169 w 270"/>
                <a:gd name="T21" fmla="*/ 162 h 226"/>
                <a:gd name="T22" fmla="*/ 164 w 270"/>
                <a:gd name="T23" fmla="*/ 185 h 226"/>
                <a:gd name="T24" fmla="*/ 205 w 270"/>
                <a:gd name="T25" fmla="*/ 226 h 226"/>
                <a:gd name="T26" fmla="*/ 270 w 270"/>
                <a:gd name="T27" fmla="*/ 149 h 226"/>
                <a:gd name="T28" fmla="*/ 264 w 270"/>
                <a:gd name="T29" fmla="*/ 144 h 226"/>
                <a:gd name="T30" fmla="*/ 257 w 270"/>
                <a:gd name="T31" fmla="*/ 153 h 226"/>
                <a:gd name="T32" fmla="*/ 206 w 270"/>
                <a:gd name="T33" fmla="*/ 215 h 226"/>
                <a:gd name="T34" fmla="*/ 194 w 270"/>
                <a:gd name="T35" fmla="*/ 198 h 226"/>
                <a:gd name="T36" fmla="*/ 203 w 270"/>
                <a:gd name="T37" fmla="*/ 163 h 226"/>
                <a:gd name="T38" fmla="*/ 233 w 270"/>
                <a:gd name="T39" fmla="*/ 53 h 226"/>
                <a:gd name="T40" fmla="*/ 176 w 270"/>
                <a:gd name="T41" fmla="*/ 0 h 226"/>
                <a:gd name="T42" fmla="*/ 98 w 270"/>
                <a:gd name="T43" fmla="*/ 43 h 226"/>
                <a:gd name="T44" fmla="*/ 52 w 270"/>
                <a:gd name="T45" fmla="*/ 0 h 226"/>
                <a:gd name="T46" fmla="*/ 15 w 270"/>
                <a:gd name="T47" fmla="*/ 28 h 226"/>
                <a:gd name="T48" fmla="*/ 0 w 270"/>
                <a:gd name="T49" fmla="*/ 77 h 226"/>
                <a:gd name="T50" fmla="*/ 6 w 270"/>
                <a:gd name="T51" fmla="*/ 82 h 226"/>
                <a:gd name="T52" fmla="*/ 14 w 270"/>
                <a:gd name="T53" fmla="*/ 70 h 226"/>
                <a:gd name="T54" fmla="*/ 51 w 270"/>
                <a:gd name="T55" fmla="*/ 11 h 226"/>
                <a:gd name="T56" fmla="*/ 66 w 270"/>
                <a:gd name="T57" fmla="*/ 34 h 226"/>
                <a:gd name="T58" fmla="*/ 58 w 270"/>
                <a:gd name="T59" fmla="*/ 76 h 226"/>
                <a:gd name="T60" fmla="*/ 29 w 270"/>
                <a:gd name="T61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70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8" y="211"/>
                    <a:pt x="64" y="187"/>
                    <a:pt x="67" y="175"/>
                  </a:cubicBezTo>
                  <a:lnTo>
                    <a:pt x="78" y="130"/>
                  </a:lnTo>
                  <a:cubicBezTo>
                    <a:pt x="81" y="119"/>
                    <a:pt x="84" y="108"/>
                    <a:pt x="87" y="97"/>
                  </a:cubicBezTo>
                  <a:cubicBezTo>
                    <a:pt x="89" y="88"/>
                    <a:pt x="93" y="74"/>
                    <a:pt x="93" y="72"/>
                  </a:cubicBezTo>
                  <a:cubicBezTo>
                    <a:pt x="101" y="56"/>
                    <a:pt x="127" y="11"/>
                    <a:pt x="174" y="11"/>
                  </a:cubicBezTo>
                  <a:cubicBezTo>
                    <a:pt x="197" y="11"/>
                    <a:pt x="201" y="29"/>
                    <a:pt x="201" y="46"/>
                  </a:cubicBezTo>
                  <a:cubicBezTo>
                    <a:pt x="201" y="77"/>
                    <a:pt x="177" y="140"/>
                    <a:pt x="169" y="162"/>
                  </a:cubicBezTo>
                  <a:cubicBezTo>
                    <a:pt x="164" y="173"/>
                    <a:pt x="164" y="179"/>
                    <a:pt x="164" y="185"/>
                  </a:cubicBezTo>
                  <a:cubicBezTo>
                    <a:pt x="164" y="208"/>
                    <a:pt x="181" y="226"/>
                    <a:pt x="205" y="226"/>
                  </a:cubicBezTo>
                  <a:cubicBezTo>
                    <a:pt x="252" y="226"/>
                    <a:pt x="270" y="153"/>
                    <a:pt x="270" y="149"/>
                  </a:cubicBezTo>
                  <a:cubicBezTo>
                    <a:pt x="270" y="144"/>
                    <a:pt x="266" y="144"/>
                    <a:pt x="264" y="144"/>
                  </a:cubicBezTo>
                  <a:cubicBezTo>
                    <a:pt x="259" y="144"/>
                    <a:pt x="259" y="145"/>
                    <a:pt x="257" y="153"/>
                  </a:cubicBezTo>
                  <a:cubicBezTo>
                    <a:pt x="247" y="187"/>
                    <a:pt x="230" y="215"/>
                    <a:pt x="206" y="215"/>
                  </a:cubicBezTo>
                  <a:cubicBezTo>
                    <a:pt x="197" y="215"/>
                    <a:pt x="194" y="210"/>
                    <a:pt x="194" y="198"/>
                  </a:cubicBezTo>
                  <a:cubicBezTo>
                    <a:pt x="194" y="186"/>
                    <a:pt x="198" y="174"/>
                    <a:pt x="203" y="163"/>
                  </a:cubicBezTo>
                  <a:cubicBezTo>
                    <a:pt x="212" y="137"/>
                    <a:pt x="233" y="82"/>
                    <a:pt x="233" y="53"/>
                  </a:cubicBezTo>
                  <a:cubicBezTo>
                    <a:pt x="233" y="20"/>
                    <a:pt x="212" y="0"/>
                    <a:pt x="176" y="0"/>
                  </a:cubicBezTo>
                  <a:cubicBezTo>
                    <a:pt x="131" y="0"/>
                    <a:pt x="107" y="32"/>
                    <a:pt x="98" y="43"/>
                  </a:cubicBezTo>
                  <a:cubicBezTo>
                    <a:pt x="96" y="15"/>
                    <a:pt x="75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7" y="45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0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61" y="11"/>
                    <a:pt x="66" y="17"/>
                    <a:pt x="66" y="34"/>
                  </a:cubicBezTo>
                  <a:cubicBezTo>
                    <a:pt x="66" y="44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3" name="Freeform 458">
              <a:extLst>
                <a:ext uri="{FF2B5EF4-FFF2-40B4-BE49-F238E27FC236}">
                  <a16:creationId xmlns:a16="http://schemas.microsoft.com/office/drawing/2014/main" id="{9DB11D1C-4FE0-473C-88D7-C6E049FF49A0}"/>
                </a:ext>
              </a:extLst>
            </p:cNvPr>
            <p:cNvSpPr>
              <a:spLocks noEditPoints="1"/>
            </p:cNvSpPr>
            <p:nvPr>
              <p:custDataLst>
                <p:tags r:id="rId228"/>
              </p:custDataLst>
            </p:nvPr>
          </p:nvSpPr>
          <p:spPr bwMode="auto">
            <a:xfrm>
              <a:off x="7062789" y="1708151"/>
              <a:ext cx="31750" cy="49213"/>
            </a:xfrm>
            <a:custGeom>
              <a:avLst/>
              <a:gdLst>
                <a:gd name="T0" fmla="*/ 127 w 161"/>
                <a:gd name="T1" fmla="*/ 128 h 239"/>
                <a:gd name="T2" fmla="*/ 63 w 161"/>
                <a:gd name="T3" fmla="*/ 228 h 239"/>
                <a:gd name="T4" fmla="*/ 28 w 161"/>
                <a:gd name="T5" fmla="*/ 216 h 239"/>
                <a:gd name="T6" fmla="*/ 43 w 161"/>
                <a:gd name="T7" fmla="*/ 200 h 239"/>
                <a:gd name="T8" fmla="*/ 27 w 161"/>
                <a:gd name="T9" fmla="*/ 183 h 239"/>
                <a:gd name="T10" fmla="*/ 10 w 161"/>
                <a:gd name="T11" fmla="*/ 201 h 239"/>
                <a:gd name="T12" fmla="*/ 64 w 161"/>
                <a:gd name="T13" fmla="*/ 239 h 239"/>
                <a:gd name="T14" fmla="*/ 161 w 161"/>
                <a:gd name="T15" fmla="*/ 117 h 239"/>
                <a:gd name="T16" fmla="*/ 81 w 161"/>
                <a:gd name="T17" fmla="*/ 0 h 239"/>
                <a:gd name="T18" fmla="*/ 26 w 161"/>
                <a:gd name="T19" fmla="*/ 22 h 239"/>
                <a:gd name="T20" fmla="*/ 0 w 161"/>
                <a:gd name="T21" fmla="*/ 78 h 239"/>
                <a:gd name="T22" fmla="*/ 76 w 161"/>
                <a:gd name="T23" fmla="*/ 155 h 239"/>
                <a:gd name="T24" fmla="*/ 127 w 161"/>
                <a:gd name="T25" fmla="*/ 121 h 239"/>
                <a:gd name="T26" fmla="*/ 127 w 161"/>
                <a:gd name="T27" fmla="*/ 128 h 239"/>
                <a:gd name="T28" fmla="*/ 78 w 161"/>
                <a:gd name="T29" fmla="*/ 145 h 239"/>
                <a:gd name="T30" fmla="*/ 42 w 161"/>
                <a:gd name="T31" fmla="*/ 125 h 239"/>
                <a:gd name="T32" fmla="*/ 34 w 161"/>
                <a:gd name="T33" fmla="*/ 78 h 239"/>
                <a:gd name="T34" fmla="*/ 44 w 161"/>
                <a:gd name="T35" fmla="*/ 30 h 239"/>
                <a:gd name="T36" fmla="*/ 82 w 161"/>
                <a:gd name="T37" fmla="*/ 11 h 239"/>
                <a:gd name="T38" fmla="*/ 116 w 161"/>
                <a:gd name="T39" fmla="*/ 31 h 239"/>
                <a:gd name="T40" fmla="*/ 126 w 161"/>
                <a:gd name="T41" fmla="*/ 82 h 239"/>
                <a:gd name="T42" fmla="*/ 78 w 161"/>
                <a:gd name="T43" fmla="*/ 145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1" h="239">
                  <a:moveTo>
                    <a:pt x="127" y="128"/>
                  </a:moveTo>
                  <a:cubicBezTo>
                    <a:pt x="127" y="214"/>
                    <a:pt x="84" y="228"/>
                    <a:pt x="63" y="228"/>
                  </a:cubicBezTo>
                  <a:cubicBezTo>
                    <a:pt x="56" y="228"/>
                    <a:pt x="37" y="227"/>
                    <a:pt x="28" y="216"/>
                  </a:cubicBezTo>
                  <a:cubicBezTo>
                    <a:pt x="42" y="215"/>
                    <a:pt x="43" y="203"/>
                    <a:pt x="43" y="200"/>
                  </a:cubicBezTo>
                  <a:cubicBezTo>
                    <a:pt x="43" y="191"/>
                    <a:pt x="37" y="183"/>
                    <a:pt x="27" y="183"/>
                  </a:cubicBezTo>
                  <a:cubicBezTo>
                    <a:pt x="16" y="183"/>
                    <a:pt x="10" y="190"/>
                    <a:pt x="10" y="201"/>
                  </a:cubicBezTo>
                  <a:cubicBezTo>
                    <a:pt x="10" y="224"/>
                    <a:pt x="30" y="239"/>
                    <a:pt x="64" y="239"/>
                  </a:cubicBezTo>
                  <a:cubicBezTo>
                    <a:pt x="114" y="239"/>
                    <a:pt x="161" y="192"/>
                    <a:pt x="161" y="117"/>
                  </a:cubicBezTo>
                  <a:cubicBezTo>
                    <a:pt x="161" y="31"/>
                    <a:pt x="122" y="0"/>
                    <a:pt x="81" y="0"/>
                  </a:cubicBezTo>
                  <a:cubicBezTo>
                    <a:pt x="70" y="0"/>
                    <a:pt x="46" y="2"/>
                    <a:pt x="26" y="22"/>
                  </a:cubicBezTo>
                  <a:cubicBezTo>
                    <a:pt x="14" y="33"/>
                    <a:pt x="0" y="47"/>
                    <a:pt x="0" y="78"/>
                  </a:cubicBezTo>
                  <a:cubicBezTo>
                    <a:pt x="0" y="122"/>
                    <a:pt x="35" y="155"/>
                    <a:pt x="76" y="155"/>
                  </a:cubicBezTo>
                  <a:cubicBezTo>
                    <a:pt x="104" y="155"/>
                    <a:pt x="119" y="137"/>
                    <a:pt x="127" y="121"/>
                  </a:cubicBezTo>
                  <a:lnTo>
                    <a:pt x="127" y="128"/>
                  </a:lnTo>
                  <a:close/>
                  <a:moveTo>
                    <a:pt x="78" y="145"/>
                  </a:moveTo>
                  <a:cubicBezTo>
                    <a:pt x="64" y="145"/>
                    <a:pt x="51" y="141"/>
                    <a:pt x="42" y="125"/>
                  </a:cubicBezTo>
                  <a:cubicBezTo>
                    <a:pt x="34" y="112"/>
                    <a:pt x="34" y="97"/>
                    <a:pt x="34" y="78"/>
                  </a:cubicBezTo>
                  <a:cubicBezTo>
                    <a:pt x="34" y="58"/>
                    <a:pt x="34" y="44"/>
                    <a:pt x="44" y="30"/>
                  </a:cubicBezTo>
                  <a:cubicBezTo>
                    <a:pt x="52" y="18"/>
                    <a:pt x="64" y="11"/>
                    <a:pt x="82" y="11"/>
                  </a:cubicBezTo>
                  <a:cubicBezTo>
                    <a:pt x="100" y="11"/>
                    <a:pt x="110" y="22"/>
                    <a:pt x="116" y="31"/>
                  </a:cubicBezTo>
                  <a:cubicBezTo>
                    <a:pt x="125" y="45"/>
                    <a:pt x="126" y="70"/>
                    <a:pt x="126" y="82"/>
                  </a:cubicBezTo>
                  <a:cubicBezTo>
                    <a:pt x="126" y="127"/>
                    <a:pt x="100" y="145"/>
                    <a:pt x="78" y="14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4" name="Freeform 459">
              <a:extLst>
                <a:ext uri="{FF2B5EF4-FFF2-40B4-BE49-F238E27FC236}">
                  <a16:creationId xmlns:a16="http://schemas.microsoft.com/office/drawing/2014/main" id="{81FE4EC7-A3AA-4997-8276-6464796A0CE6}"/>
                </a:ext>
              </a:extLst>
            </p:cNvPr>
            <p:cNvSpPr>
              <a:spLocks/>
            </p:cNvSpPr>
            <p:nvPr>
              <p:custDataLst>
                <p:tags r:id="rId229"/>
              </p:custDataLst>
            </p:nvPr>
          </p:nvSpPr>
          <p:spPr bwMode="auto">
            <a:xfrm>
              <a:off x="7108827" y="1663701"/>
              <a:ext cx="23813" cy="103188"/>
            </a:xfrm>
            <a:custGeom>
              <a:avLst/>
              <a:gdLst>
                <a:gd name="T0" fmla="*/ 116 w 116"/>
                <a:gd name="T1" fmla="*/ 250 h 499"/>
                <a:gd name="T2" fmla="*/ 83 w 116"/>
                <a:gd name="T3" fmla="*/ 94 h 499"/>
                <a:gd name="T4" fmla="*/ 5 w 116"/>
                <a:gd name="T5" fmla="*/ 0 h 499"/>
                <a:gd name="T6" fmla="*/ 0 w 116"/>
                <a:gd name="T7" fmla="*/ 5 h 499"/>
                <a:gd name="T8" fmla="*/ 10 w 116"/>
                <a:gd name="T9" fmla="*/ 17 h 499"/>
                <a:gd name="T10" fmla="*/ 87 w 116"/>
                <a:gd name="T11" fmla="*/ 250 h 499"/>
                <a:gd name="T12" fmla="*/ 7 w 116"/>
                <a:gd name="T13" fmla="*/ 485 h 499"/>
                <a:gd name="T14" fmla="*/ 0 w 116"/>
                <a:gd name="T15" fmla="*/ 494 h 499"/>
                <a:gd name="T16" fmla="*/ 5 w 116"/>
                <a:gd name="T17" fmla="*/ 499 h 499"/>
                <a:gd name="T18" fmla="*/ 85 w 116"/>
                <a:gd name="T19" fmla="*/ 402 h 499"/>
                <a:gd name="T20" fmla="*/ 116 w 116"/>
                <a:gd name="T21" fmla="*/ 25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499">
                  <a:moveTo>
                    <a:pt x="116" y="250"/>
                  </a:moveTo>
                  <a:cubicBezTo>
                    <a:pt x="116" y="211"/>
                    <a:pt x="111" y="150"/>
                    <a:pt x="83" y="94"/>
                  </a:cubicBezTo>
                  <a:cubicBezTo>
                    <a:pt x="53" y="33"/>
                    <a:pt x="10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0" y="8"/>
                    <a:pt x="10" y="17"/>
                  </a:cubicBezTo>
                  <a:cubicBezTo>
                    <a:pt x="59" y="66"/>
                    <a:pt x="87" y="145"/>
                    <a:pt x="87" y="250"/>
                  </a:cubicBezTo>
                  <a:cubicBezTo>
                    <a:pt x="87" y="335"/>
                    <a:pt x="69" y="423"/>
                    <a:pt x="7" y="485"/>
                  </a:cubicBezTo>
                  <a:cubicBezTo>
                    <a:pt x="0" y="491"/>
                    <a:pt x="0" y="492"/>
                    <a:pt x="0" y="494"/>
                  </a:cubicBezTo>
                  <a:cubicBezTo>
                    <a:pt x="0" y="497"/>
                    <a:pt x="2" y="499"/>
                    <a:pt x="5" y="499"/>
                  </a:cubicBezTo>
                  <a:cubicBezTo>
                    <a:pt x="10" y="499"/>
                    <a:pt x="55" y="465"/>
                    <a:pt x="85" y="402"/>
                  </a:cubicBezTo>
                  <a:cubicBezTo>
                    <a:pt x="110" y="347"/>
                    <a:pt x="116" y="291"/>
                    <a:pt x="116" y="250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5" name="Freeform 460">
              <a:extLst>
                <a:ext uri="{FF2B5EF4-FFF2-40B4-BE49-F238E27FC236}">
                  <a16:creationId xmlns:a16="http://schemas.microsoft.com/office/drawing/2014/main" id="{3BEC9D00-3916-48E3-8EDD-2FACFD4D44BF}"/>
                </a:ext>
              </a:extLst>
            </p:cNvPr>
            <p:cNvSpPr>
              <a:spLocks/>
            </p:cNvSpPr>
            <p:nvPr>
              <p:custDataLst>
                <p:tags r:id="rId230"/>
              </p:custDataLst>
            </p:nvPr>
          </p:nvSpPr>
          <p:spPr bwMode="auto">
            <a:xfrm>
              <a:off x="7151689" y="1730376"/>
              <a:ext cx="11113" cy="30163"/>
            </a:xfrm>
            <a:custGeom>
              <a:avLst/>
              <a:gdLst>
                <a:gd name="T0" fmla="*/ 58 w 58"/>
                <a:gd name="T1" fmla="*/ 53 h 150"/>
                <a:gd name="T2" fmla="*/ 26 w 58"/>
                <a:gd name="T3" fmla="*/ 0 h 150"/>
                <a:gd name="T4" fmla="*/ 0 w 58"/>
                <a:gd name="T5" fmla="*/ 27 h 150"/>
                <a:gd name="T6" fmla="*/ 26 w 58"/>
                <a:gd name="T7" fmla="*/ 53 h 150"/>
                <a:gd name="T8" fmla="*/ 43 w 58"/>
                <a:gd name="T9" fmla="*/ 47 h 150"/>
                <a:gd name="T10" fmla="*/ 46 w 58"/>
                <a:gd name="T11" fmla="*/ 45 h 150"/>
                <a:gd name="T12" fmla="*/ 47 w 58"/>
                <a:gd name="T13" fmla="*/ 53 h 150"/>
                <a:gd name="T14" fmla="*/ 13 w 58"/>
                <a:gd name="T15" fmla="*/ 136 h 150"/>
                <a:gd name="T16" fmla="*/ 8 w 58"/>
                <a:gd name="T17" fmla="*/ 144 h 150"/>
                <a:gd name="T18" fmla="*/ 13 w 58"/>
                <a:gd name="T19" fmla="*/ 150 h 150"/>
                <a:gd name="T20" fmla="*/ 58 w 58"/>
                <a:gd name="T21" fmla="*/ 53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150">
                  <a:moveTo>
                    <a:pt x="58" y="53"/>
                  </a:moveTo>
                  <a:cubicBezTo>
                    <a:pt x="58" y="20"/>
                    <a:pt x="45" y="0"/>
                    <a:pt x="26" y="0"/>
                  </a:cubicBezTo>
                  <a:cubicBezTo>
                    <a:pt x="10" y="0"/>
                    <a:pt x="0" y="13"/>
                    <a:pt x="0" y="27"/>
                  </a:cubicBezTo>
                  <a:cubicBezTo>
                    <a:pt x="0" y="40"/>
                    <a:pt x="10" y="53"/>
                    <a:pt x="26" y="53"/>
                  </a:cubicBezTo>
                  <a:cubicBezTo>
                    <a:pt x="32" y="53"/>
                    <a:pt x="38" y="51"/>
                    <a:pt x="43" y="47"/>
                  </a:cubicBezTo>
                  <a:cubicBezTo>
                    <a:pt x="45" y="46"/>
                    <a:pt x="45" y="45"/>
                    <a:pt x="46" y="45"/>
                  </a:cubicBezTo>
                  <a:cubicBezTo>
                    <a:pt x="46" y="45"/>
                    <a:pt x="47" y="46"/>
                    <a:pt x="47" y="53"/>
                  </a:cubicBezTo>
                  <a:cubicBezTo>
                    <a:pt x="47" y="90"/>
                    <a:pt x="29" y="120"/>
                    <a:pt x="13" y="136"/>
                  </a:cubicBezTo>
                  <a:cubicBezTo>
                    <a:pt x="8" y="142"/>
                    <a:pt x="8" y="143"/>
                    <a:pt x="8" y="144"/>
                  </a:cubicBezTo>
                  <a:cubicBezTo>
                    <a:pt x="8" y="147"/>
                    <a:pt x="10" y="150"/>
                    <a:pt x="13" y="150"/>
                  </a:cubicBezTo>
                  <a:cubicBezTo>
                    <a:pt x="18" y="150"/>
                    <a:pt x="58" y="111"/>
                    <a:pt x="58" y="53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6" name="Freeform 461">
              <a:extLst>
                <a:ext uri="{FF2B5EF4-FFF2-40B4-BE49-F238E27FC236}">
                  <a16:creationId xmlns:a16="http://schemas.microsoft.com/office/drawing/2014/main" id="{6CDE2AF8-783E-4AA5-BE9D-992B636E4681}"/>
                </a:ext>
              </a:extLst>
            </p:cNvPr>
            <p:cNvSpPr>
              <a:spLocks/>
            </p:cNvSpPr>
            <p:nvPr>
              <p:custDataLst>
                <p:tags r:id="rId231"/>
              </p:custDataLst>
            </p:nvPr>
          </p:nvSpPr>
          <p:spPr bwMode="auto">
            <a:xfrm>
              <a:off x="7189789" y="1695451"/>
              <a:ext cx="41275" cy="46038"/>
            </a:xfrm>
            <a:custGeom>
              <a:avLst/>
              <a:gdLst>
                <a:gd name="T0" fmla="*/ 29 w 203"/>
                <a:gd name="T1" fmla="*/ 191 h 226"/>
                <a:gd name="T2" fmla="*/ 25 w 203"/>
                <a:gd name="T3" fmla="*/ 212 h 226"/>
                <a:gd name="T4" fmla="*/ 39 w 203"/>
                <a:gd name="T5" fmla="*/ 226 h 226"/>
                <a:gd name="T6" fmla="*/ 58 w 203"/>
                <a:gd name="T7" fmla="*/ 212 h 226"/>
                <a:gd name="T8" fmla="*/ 78 w 203"/>
                <a:gd name="T9" fmla="*/ 133 h 226"/>
                <a:gd name="T10" fmla="*/ 94 w 203"/>
                <a:gd name="T11" fmla="*/ 68 h 226"/>
                <a:gd name="T12" fmla="*/ 121 w 203"/>
                <a:gd name="T13" fmla="*/ 27 h 226"/>
                <a:gd name="T14" fmla="*/ 161 w 203"/>
                <a:gd name="T15" fmla="*/ 11 h 226"/>
                <a:gd name="T16" fmla="*/ 182 w 203"/>
                <a:gd name="T17" fmla="*/ 17 h 226"/>
                <a:gd name="T18" fmla="*/ 156 w 203"/>
                <a:gd name="T19" fmla="*/ 44 h 226"/>
                <a:gd name="T20" fmla="*/ 175 w 203"/>
                <a:gd name="T21" fmla="*/ 62 h 226"/>
                <a:gd name="T22" fmla="*/ 203 w 203"/>
                <a:gd name="T23" fmla="*/ 32 h 226"/>
                <a:gd name="T24" fmla="*/ 161 w 203"/>
                <a:gd name="T25" fmla="*/ 0 h 226"/>
                <a:gd name="T26" fmla="*/ 98 w 203"/>
                <a:gd name="T27" fmla="*/ 38 h 226"/>
                <a:gd name="T28" fmla="*/ 52 w 203"/>
                <a:gd name="T29" fmla="*/ 0 h 226"/>
                <a:gd name="T30" fmla="*/ 15 w 203"/>
                <a:gd name="T31" fmla="*/ 28 h 226"/>
                <a:gd name="T32" fmla="*/ 0 w 203"/>
                <a:gd name="T33" fmla="*/ 77 h 226"/>
                <a:gd name="T34" fmla="*/ 6 w 203"/>
                <a:gd name="T35" fmla="*/ 82 h 226"/>
                <a:gd name="T36" fmla="*/ 14 w 203"/>
                <a:gd name="T37" fmla="*/ 70 h 226"/>
                <a:gd name="T38" fmla="*/ 51 w 203"/>
                <a:gd name="T39" fmla="*/ 11 h 226"/>
                <a:gd name="T40" fmla="*/ 66 w 203"/>
                <a:gd name="T41" fmla="*/ 34 h 226"/>
                <a:gd name="T42" fmla="*/ 58 w 203"/>
                <a:gd name="T43" fmla="*/ 76 h 226"/>
                <a:gd name="T44" fmla="*/ 29 w 203"/>
                <a:gd name="T4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9" y="210"/>
                    <a:pt x="76" y="142"/>
                    <a:pt x="78" y="133"/>
                  </a:cubicBezTo>
                  <a:cubicBezTo>
                    <a:pt x="82" y="117"/>
                    <a:pt x="91" y="82"/>
                    <a:pt x="94" y="68"/>
                  </a:cubicBezTo>
                  <a:cubicBezTo>
                    <a:pt x="96" y="62"/>
                    <a:pt x="109" y="38"/>
                    <a:pt x="121" y="27"/>
                  </a:cubicBezTo>
                  <a:cubicBezTo>
                    <a:pt x="125" y="24"/>
                    <a:pt x="140" y="11"/>
                    <a:pt x="161" y="11"/>
                  </a:cubicBezTo>
                  <a:cubicBezTo>
                    <a:pt x="174" y="11"/>
                    <a:pt x="182" y="17"/>
                    <a:pt x="182" y="17"/>
                  </a:cubicBezTo>
                  <a:cubicBezTo>
                    <a:pt x="167" y="19"/>
                    <a:pt x="156" y="31"/>
                    <a:pt x="156" y="44"/>
                  </a:cubicBezTo>
                  <a:cubicBezTo>
                    <a:pt x="156" y="52"/>
                    <a:pt x="162" y="62"/>
                    <a:pt x="175" y="62"/>
                  </a:cubicBezTo>
                  <a:cubicBezTo>
                    <a:pt x="189" y="62"/>
                    <a:pt x="203" y="50"/>
                    <a:pt x="203" y="32"/>
                  </a:cubicBezTo>
                  <a:cubicBezTo>
                    <a:pt x="203" y="15"/>
                    <a:pt x="187" y="0"/>
                    <a:pt x="161" y="0"/>
                  </a:cubicBezTo>
                  <a:cubicBezTo>
                    <a:pt x="129" y="0"/>
                    <a:pt x="107" y="24"/>
                    <a:pt x="98" y="38"/>
                  </a:cubicBezTo>
                  <a:cubicBezTo>
                    <a:pt x="94" y="16"/>
                    <a:pt x="76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6" y="45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0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4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7" name="Freeform 462">
              <a:extLst>
                <a:ext uri="{FF2B5EF4-FFF2-40B4-BE49-F238E27FC236}">
                  <a16:creationId xmlns:a16="http://schemas.microsoft.com/office/drawing/2014/main" id="{7905C1E1-31E8-467A-A0CD-9CCF3AA7676B}"/>
                </a:ext>
              </a:extLst>
            </p:cNvPr>
            <p:cNvSpPr>
              <a:spLocks noEditPoints="1"/>
            </p:cNvSpPr>
            <p:nvPr>
              <p:custDataLst>
                <p:tags r:id="rId232"/>
              </p:custDataLst>
            </p:nvPr>
          </p:nvSpPr>
          <p:spPr bwMode="auto">
            <a:xfrm>
              <a:off x="7235827" y="1708151"/>
              <a:ext cx="34925" cy="47625"/>
            </a:xfrm>
            <a:custGeom>
              <a:avLst/>
              <a:gdLst>
                <a:gd name="T0" fmla="*/ 171 w 171"/>
                <a:gd name="T1" fmla="*/ 178 h 235"/>
                <a:gd name="T2" fmla="*/ 171 w 171"/>
                <a:gd name="T3" fmla="*/ 165 h 235"/>
                <a:gd name="T4" fmla="*/ 133 w 171"/>
                <a:gd name="T5" fmla="*/ 165 h 235"/>
                <a:gd name="T6" fmla="*/ 133 w 171"/>
                <a:gd name="T7" fmla="*/ 10 h 235"/>
                <a:gd name="T8" fmla="*/ 125 w 171"/>
                <a:gd name="T9" fmla="*/ 0 h 235"/>
                <a:gd name="T10" fmla="*/ 116 w 171"/>
                <a:gd name="T11" fmla="*/ 5 h 235"/>
                <a:gd name="T12" fmla="*/ 0 w 171"/>
                <a:gd name="T13" fmla="*/ 165 h 235"/>
                <a:gd name="T14" fmla="*/ 0 w 171"/>
                <a:gd name="T15" fmla="*/ 178 h 235"/>
                <a:gd name="T16" fmla="*/ 103 w 171"/>
                <a:gd name="T17" fmla="*/ 178 h 235"/>
                <a:gd name="T18" fmla="*/ 103 w 171"/>
                <a:gd name="T19" fmla="*/ 206 h 235"/>
                <a:gd name="T20" fmla="*/ 75 w 171"/>
                <a:gd name="T21" fmla="*/ 222 h 235"/>
                <a:gd name="T22" fmla="*/ 65 w 171"/>
                <a:gd name="T23" fmla="*/ 222 h 235"/>
                <a:gd name="T24" fmla="*/ 65 w 171"/>
                <a:gd name="T25" fmla="*/ 235 h 235"/>
                <a:gd name="T26" fmla="*/ 118 w 171"/>
                <a:gd name="T27" fmla="*/ 234 h 235"/>
                <a:gd name="T28" fmla="*/ 170 w 171"/>
                <a:gd name="T29" fmla="*/ 235 h 235"/>
                <a:gd name="T30" fmla="*/ 170 w 171"/>
                <a:gd name="T31" fmla="*/ 222 h 235"/>
                <a:gd name="T32" fmla="*/ 161 w 171"/>
                <a:gd name="T33" fmla="*/ 222 h 235"/>
                <a:gd name="T34" fmla="*/ 133 w 171"/>
                <a:gd name="T35" fmla="*/ 206 h 235"/>
                <a:gd name="T36" fmla="*/ 133 w 171"/>
                <a:gd name="T37" fmla="*/ 178 h 235"/>
                <a:gd name="T38" fmla="*/ 171 w 171"/>
                <a:gd name="T39" fmla="*/ 178 h 235"/>
                <a:gd name="T40" fmla="*/ 105 w 171"/>
                <a:gd name="T41" fmla="*/ 38 h 235"/>
                <a:gd name="T42" fmla="*/ 105 w 171"/>
                <a:gd name="T43" fmla="*/ 165 h 235"/>
                <a:gd name="T44" fmla="*/ 13 w 171"/>
                <a:gd name="T45" fmla="*/ 165 h 235"/>
                <a:gd name="T46" fmla="*/ 105 w 171"/>
                <a:gd name="T47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1" h="235">
                  <a:moveTo>
                    <a:pt x="171" y="178"/>
                  </a:moveTo>
                  <a:lnTo>
                    <a:pt x="171" y="165"/>
                  </a:lnTo>
                  <a:lnTo>
                    <a:pt x="133" y="165"/>
                  </a:lnTo>
                  <a:lnTo>
                    <a:pt x="133" y="10"/>
                  </a:lnTo>
                  <a:cubicBezTo>
                    <a:pt x="133" y="2"/>
                    <a:pt x="133" y="0"/>
                    <a:pt x="125" y="0"/>
                  </a:cubicBezTo>
                  <a:cubicBezTo>
                    <a:pt x="121" y="0"/>
                    <a:pt x="119" y="0"/>
                    <a:pt x="116" y="5"/>
                  </a:cubicBezTo>
                  <a:lnTo>
                    <a:pt x="0" y="165"/>
                  </a:lnTo>
                  <a:lnTo>
                    <a:pt x="0" y="178"/>
                  </a:lnTo>
                  <a:lnTo>
                    <a:pt x="103" y="178"/>
                  </a:lnTo>
                  <a:lnTo>
                    <a:pt x="103" y="206"/>
                  </a:lnTo>
                  <a:cubicBezTo>
                    <a:pt x="103" y="218"/>
                    <a:pt x="103" y="222"/>
                    <a:pt x="75" y="222"/>
                  </a:cubicBezTo>
                  <a:lnTo>
                    <a:pt x="65" y="222"/>
                  </a:lnTo>
                  <a:lnTo>
                    <a:pt x="65" y="235"/>
                  </a:lnTo>
                  <a:cubicBezTo>
                    <a:pt x="83" y="234"/>
                    <a:pt x="105" y="234"/>
                    <a:pt x="118" y="234"/>
                  </a:cubicBezTo>
                  <a:cubicBezTo>
                    <a:pt x="130" y="234"/>
                    <a:pt x="153" y="234"/>
                    <a:pt x="170" y="235"/>
                  </a:cubicBezTo>
                  <a:lnTo>
                    <a:pt x="170" y="222"/>
                  </a:lnTo>
                  <a:lnTo>
                    <a:pt x="161" y="222"/>
                  </a:lnTo>
                  <a:cubicBezTo>
                    <a:pt x="133" y="222"/>
                    <a:pt x="133" y="218"/>
                    <a:pt x="133" y="206"/>
                  </a:cubicBezTo>
                  <a:lnTo>
                    <a:pt x="133" y="178"/>
                  </a:lnTo>
                  <a:lnTo>
                    <a:pt x="171" y="178"/>
                  </a:lnTo>
                  <a:close/>
                  <a:moveTo>
                    <a:pt x="105" y="38"/>
                  </a:moveTo>
                  <a:lnTo>
                    <a:pt x="105" y="165"/>
                  </a:lnTo>
                  <a:lnTo>
                    <a:pt x="13" y="165"/>
                  </a:lnTo>
                  <a:lnTo>
                    <a:pt x="10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D9CFBDE5-53FE-458B-B43C-2E2A8A14805F}"/>
              </a:ext>
            </a:extLst>
          </p:cNvPr>
          <p:cNvSpPr/>
          <p:nvPr/>
        </p:nvSpPr>
        <p:spPr>
          <a:xfrm>
            <a:off x="5115295" y="2117150"/>
            <a:ext cx="1926339" cy="20317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708" name="그룹 707" descr="\documentclass{article}&#10;\usepackage{amsmath}&#10;\pagestyle{empty}&#10;\begin{document}&#10;&#10;\noindent\centering&#10;Repeat while search budget remains&#10;\end{document}" title="IguanaTex Vector Display">
            <a:extLst>
              <a:ext uri="{FF2B5EF4-FFF2-40B4-BE49-F238E27FC236}">
                <a16:creationId xmlns:a16="http://schemas.microsoft.com/office/drawing/2014/main" id="{EEB293A5-854E-4A1B-84B7-572C59B5D7F9}"/>
              </a:ext>
            </a:extLst>
          </p:cNvPr>
          <p:cNvGrpSpPr>
            <a:grpSpLocks noChangeAspect="1"/>
          </p:cNvGrpSpPr>
          <p:nvPr>
            <p:custDataLst>
              <p:tags r:id="rId31"/>
            </p:custDataLst>
          </p:nvPr>
        </p:nvGrpSpPr>
        <p:grpSpPr>
          <a:xfrm>
            <a:off x="5181599" y="2168526"/>
            <a:ext cx="1792930" cy="102199"/>
            <a:chOff x="5181600" y="2168525"/>
            <a:chExt cx="1593851" cy="109538"/>
          </a:xfrm>
        </p:grpSpPr>
        <p:sp>
          <p:nvSpPr>
            <p:cNvPr id="677" name="Freeform 469">
              <a:extLst>
                <a:ext uri="{FF2B5EF4-FFF2-40B4-BE49-F238E27FC236}">
                  <a16:creationId xmlns:a16="http://schemas.microsoft.com/office/drawing/2014/main" id="{5554E2C5-C157-49A7-B515-5A30E19AA639}"/>
                </a:ext>
              </a:extLst>
            </p:cNvPr>
            <p:cNvSpPr>
              <a:spLocks noEditPoints="1"/>
            </p:cNvSpPr>
            <p:nvPr>
              <p:custDataLst>
                <p:tags r:id="rId83"/>
              </p:custDataLst>
            </p:nvPr>
          </p:nvSpPr>
          <p:spPr bwMode="auto">
            <a:xfrm>
              <a:off x="5181600" y="2170113"/>
              <a:ext cx="71438" cy="85725"/>
            </a:xfrm>
            <a:custGeom>
              <a:avLst/>
              <a:gdLst>
                <a:gd name="T0" fmla="*/ 94 w 348"/>
                <a:gd name="T1" fmla="*/ 164 h 352"/>
                <a:gd name="T2" fmla="*/ 94 w 348"/>
                <a:gd name="T3" fmla="*/ 35 h 352"/>
                <a:gd name="T4" fmla="*/ 105 w 348"/>
                <a:gd name="T5" fmla="*/ 16 h 352"/>
                <a:gd name="T6" fmla="*/ 135 w 348"/>
                <a:gd name="T7" fmla="*/ 15 h 352"/>
                <a:gd name="T8" fmla="*/ 236 w 348"/>
                <a:gd name="T9" fmla="*/ 89 h 352"/>
                <a:gd name="T10" fmla="*/ 150 w 348"/>
                <a:gd name="T11" fmla="*/ 164 h 352"/>
                <a:gd name="T12" fmla="*/ 94 w 348"/>
                <a:gd name="T13" fmla="*/ 164 h 352"/>
                <a:gd name="T14" fmla="*/ 200 w 348"/>
                <a:gd name="T15" fmla="*/ 171 h 352"/>
                <a:gd name="T16" fmla="*/ 287 w 348"/>
                <a:gd name="T17" fmla="*/ 89 h 352"/>
                <a:gd name="T18" fmla="*/ 157 w 348"/>
                <a:gd name="T19" fmla="*/ 0 h 352"/>
                <a:gd name="T20" fmla="*/ 0 w 348"/>
                <a:gd name="T21" fmla="*/ 0 h 352"/>
                <a:gd name="T22" fmla="*/ 0 w 348"/>
                <a:gd name="T23" fmla="*/ 15 h 352"/>
                <a:gd name="T24" fmla="*/ 12 w 348"/>
                <a:gd name="T25" fmla="*/ 15 h 352"/>
                <a:gd name="T26" fmla="*/ 52 w 348"/>
                <a:gd name="T27" fmla="*/ 39 h 352"/>
                <a:gd name="T28" fmla="*/ 52 w 348"/>
                <a:gd name="T29" fmla="*/ 302 h 352"/>
                <a:gd name="T30" fmla="*/ 12 w 348"/>
                <a:gd name="T31" fmla="*/ 325 h 352"/>
                <a:gd name="T32" fmla="*/ 0 w 348"/>
                <a:gd name="T33" fmla="*/ 325 h 352"/>
                <a:gd name="T34" fmla="*/ 0 w 348"/>
                <a:gd name="T35" fmla="*/ 341 h 352"/>
                <a:gd name="T36" fmla="*/ 73 w 348"/>
                <a:gd name="T37" fmla="*/ 339 h 352"/>
                <a:gd name="T38" fmla="*/ 146 w 348"/>
                <a:gd name="T39" fmla="*/ 341 h 352"/>
                <a:gd name="T40" fmla="*/ 146 w 348"/>
                <a:gd name="T41" fmla="*/ 325 h 352"/>
                <a:gd name="T42" fmla="*/ 134 w 348"/>
                <a:gd name="T43" fmla="*/ 325 h 352"/>
                <a:gd name="T44" fmla="*/ 94 w 348"/>
                <a:gd name="T45" fmla="*/ 302 h 352"/>
                <a:gd name="T46" fmla="*/ 94 w 348"/>
                <a:gd name="T47" fmla="*/ 175 h 352"/>
                <a:gd name="T48" fmla="*/ 152 w 348"/>
                <a:gd name="T49" fmla="*/ 175 h 352"/>
                <a:gd name="T50" fmla="*/ 198 w 348"/>
                <a:gd name="T51" fmla="*/ 192 h 352"/>
                <a:gd name="T52" fmla="*/ 217 w 348"/>
                <a:gd name="T53" fmla="*/ 259 h 352"/>
                <a:gd name="T54" fmla="*/ 238 w 348"/>
                <a:gd name="T55" fmla="*/ 331 h 352"/>
                <a:gd name="T56" fmla="*/ 300 w 348"/>
                <a:gd name="T57" fmla="*/ 352 h 352"/>
                <a:gd name="T58" fmla="*/ 348 w 348"/>
                <a:gd name="T59" fmla="*/ 297 h 352"/>
                <a:gd name="T60" fmla="*/ 341 w 348"/>
                <a:gd name="T61" fmla="*/ 288 h 352"/>
                <a:gd name="T62" fmla="*/ 335 w 348"/>
                <a:gd name="T63" fmla="*/ 296 h 352"/>
                <a:gd name="T64" fmla="*/ 302 w 348"/>
                <a:gd name="T65" fmla="*/ 341 h 352"/>
                <a:gd name="T66" fmla="*/ 267 w 348"/>
                <a:gd name="T67" fmla="*/ 269 h 352"/>
                <a:gd name="T68" fmla="*/ 261 w 348"/>
                <a:gd name="T69" fmla="*/ 229 h 352"/>
                <a:gd name="T70" fmla="*/ 200 w 348"/>
                <a:gd name="T71" fmla="*/ 171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48" h="352">
                  <a:moveTo>
                    <a:pt x="94" y="164"/>
                  </a:moveTo>
                  <a:lnTo>
                    <a:pt x="94" y="35"/>
                  </a:lnTo>
                  <a:cubicBezTo>
                    <a:pt x="94" y="24"/>
                    <a:pt x="94" y="18"/>
                    <a:pt x="105" y="16"/>
                  </a:cubicBezTo>
                  <a:cubicBezTo>
                    <a:pt x="110" y="15"/>
                    <a:pt x="125" y="15"/>
                    <a:pt x="135" y="15"/>
                  </a:cubicBezTo>
                  <a:cubicBezTo>
                    <a:pt x="180" y="15"/>
                    <a:pt x="236" y="17"/>
                    <a:pt x="236" y="89"/>
                  </a:cubicBezTo>
                  <a:cubicBezTo>
                    <a:pt x="236" y="124"/>
                    <a:pt x="224" y="164"/>
                    <a:pt x="150" y="164"/>
                  </a:cubicBezTo>
                  <a:lnTo>
                    <a:pt x="94" y="164"/>
                  </a:lnTo>
                  <a:close/>
                  <a:moveTo>
                    <a:pt x="200" y="171"/>
                  </a:moveTo>
                  <a:cubicBezTo>
                    <a:pt x="248" y="159"/>
                    <a:pt x="287" y="128"/>
                    <a:pt x="287" y="89"/>
                  </a:cubicBezTo>
                  <a:cubicBezTo>
                    <a:pt x="287" y="42"/>
                    <a:pt x="230" y="0"/>
                    <a:pt x="157" y="0"/>
                  </a:cubicBezTo>
                  <a:lnTo>
                    <a:pt x="0" y="0"/>
                  </a:lnTo>
                  <a:lnTo>
                    <a:pt x="0" y="15"/>
                  </a:lnTo>
                  <a:lnTo>
                    <a:pt x="12" y="15"/>
                  </a:lnTo>
                  <a:cubicBezTo>
                    <a:pt x="51" y="15"/>
                    <a:pt x="52" y="21"/>
                    <a:pt x="52" y="39"/>
                  </a:cubicBezTo>
                  <a:lnTo>
                    <a:pt x="52" y="302"/>
                  </a:lnTo>
                  <a:cubicBezTo>
                    <a:pt x="52" y="320"/>
                    <a:pt x="51" y="325"/>
                    <a:pt x="12" y="325"/>
                  </a:cubicBezTo>
                  <a:lnTo>
                    <a:pt x="0" y="325"/>
                  </a:lnTo>
                  <a:lnTo>
                    <a:pt x="0" y="341"/>
                  </a:lnTo>
                  <a:cubicBezTo>
                    <a:pt x="18" y="339"/>
                    <a:pt x="54" y="339"/>
                    <a:pt x="73" y="339"/>
                  </a:cubicBezTo>
                  <a:cubicBezTo>
                    <a:pt x="92" y="339"/>
                    <a:pt x="128" y="339"/>
                    <a:pt x="146" y="341"/>
                  </a:cubicBezTo>
                  <a:lnTo>
                    <a:pt x="146" y="325"/>
                  </a:lnTo>
                  <a:lnTo>
                    <a:pt x="134" y="325"/>
                  </a:lnTo>
                  <a:cubicBezTo>
                    <a:pt x="95" y="325"/>
                    <a:pt x="94" y="320"/>
                    <a:pt x="94" y="302"/>
                  </a:cubicBezTo>
                  <a:lnTo>
                    <a:pt x="94" y="175"/>
                  </a:lnTo>
                  <a:lnTo>
                    <a:pt x="152" y="175"/>
                  </a:lnTo>
                  <a:cubicBezTo>
                    <a:pt x="160" y="175"/>
                    <a:pt x="181" y="175"/>
                    <a:pt x="198" y="192"/>
                  </a:cubicBezTo>
                  <a:cubicBezTo>
                    <a:pt x="217" y="210"/>
                    <a:pt x="217" y="226"/>
                    <a:pt x="217" y="259"/>
                  </a:cubicBezTo>
                  <a:cubicBezTo>
                    <a:pt x="217" y="292"/>
                    <a:pt x="217" y="312"/>
                    <a:pt x="238" y="331"/>
                  </a:cubicBezTo>
                  <a:cubicBezTo>
                    <a:pt x="258" y="349"/>
                    <a:pt x="285" y="352"/>
                    <a:pt x="300" y="352"/>
                  </a:cubicBezTo>
                  <a:cubicBezTo>
                    <a:pt x="339" y="352"/>
                    <a:pt x="348" y="311"/>
                    <a:pt x="348" y="297"/>
                  </a:cubicBezTo>
                  <a:cubicBezTo>
                    <a:pt x="348" y="294"/>
                    <a:pt x="348" y="288"/>
                    <a:pt x="341" y="288"/>
                  </a:cubicBezTo>
                  <a:cubicBezTo>
                    <a:pt x="336" y="288"/>
                    <a:pt x="336" y="293"/>
                    <a:pt x="335" y="296"/>
                  </a:cubicBezTo>
                  <a:cubicBezTo>
                    <a:pt x="332" y="332"/>
                    <a:pt x="315" y="341"/>
                    <a:pt x="302" y="341"/>
                  </a:cubicBezTo>
                  <a:cubicBezTo>
                    <a:pt x="278" y="341"/>
                    <a:pt x="274" y="315"/>
                    <a:pt x="267" y="269"/>
                  </a:cubicBezTo>
                  <a:lnTo>
                    <a:pt x="261" y="229"/>
                  </a:lnTo>
                  <a:cubicBezTo>
                    <a:pt x="252" y="197"/>
                    <a:pt x="227" y="180"/>
                    <a:pt x="200" y="171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8" name="Freeform 470">
              <a:extLst>
                <a:ext uri="{FF2B5EF4-FFF2-40B4-BE49-F238E27FC236}">
                  <a16:creationId xmlns:a16="http://schemas.microsoft.com/office/drawing/2014/main" id="{E94CEFE2-CEE8-4D52-947D-3AF87C6C48D1}"/>
                </a:ext>
              </a:extLst>
            </p:cNvPr>
            <p:cNvSpPr>
              <a:spLocks noEditPoints="1"/>
            </p:cNvSpPr>
            <p:nvPr>
              <p:custDataLst>
                <p:tags r:id="rId84"/>
              </p:custDataLst>
            </p:nvPr>
          </p:nvSpPr>
          <p:spPr bwMode="auto">
            <a:xfrm>
              <a:off x="5256213" y="2198688"/>
              <a:ext cx="39688" cy="55563"/>
            </a:xfrm>
            <a:custGeom>
              <a:avLst/>
              <a:gdLst>
                <a:gd name="T0" fmla="*/ 41 w 192"/>
                <a:gd name="T1" fmla="*/ 98 h 229"/>
                <a:gd name="T2" fmla="*/ 103 w 192"/>
                <a:gd name="T3" fmla="*/ 11 h 229"/>
                <a:gd name="T4" fmla="*/ 160 w 192"/>
                <a:gd name="T5" fmla="*/ 98 h 229"/>
                <a:gd name="T6" fmla="*/ 41 w 192"/>
                <a:gd name="T7" fmla="*/ 98 h 229"/>
                <a:gd name="T8" fmla="*/ 41 w 192"/>
                <a:gd name="T9" fmla="*/ 108 h 229"/>
                <a:gd name="T10" fmla="*/ 180 w 192"/>
                <a:gd name="T11" fmla="*/ 108 h 229"/>
                <a:gd name="T12" fmla="*/ 192 w 192"/>
                <a:gd name="T13" fmla="*/ 98 h 229"/>
                <a:gd name="T14" fmla="*/ 103 w 192"/>
                <a:gd name="T15" fmla="*/ 0 h 229"/>
                <a:gd name="T16" fmla="*/ 0 w 192"/>
                <a:gd name="T17" fmla="*/ 114 h 229"/>
                <a:gd name="T18" fmla="*/ 109 w 192"/>
                <a:gd name="T19" fmla="*/ 229 h 229"/>
                <a:gd name="T20" fmla="*/ 192 w 192"/>
                <a:gd name="T21" fmla="*/ 164 h 229"/>
                <a:gd name="T22" fmla="*/ 186 w 192"/>
                <a:gd name="T23" fmla="*/ 158 h 229"/>
                <a:gd name="T24" fmla="*/ 179 w 192"/>
                <a:gd name="T25" fmla="*/ 165 h 229"/>
                <a:gd name="T26" fmla="*/ 112 w 192"/>
                <a:gd name="T27" fmla="*/ 217 h 229"/>
                <a:gd name="T28" fmla="*/ 56 w 192"/>
                <a:gd name="T29" fmla="*/ 183 h 229"/>
                <a:gd name="T30" fmla="*/ 41 w 192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2" h="229">
                  <a:moveTo>
                    <a:pt x="41" y="98"/>
                  </a:moveTo>
                  <a:cubicBezTo>
                    <a:pt x="44" y="23"/>
                    <a:pt x="86" y="11"/>
                    <a:pt x="103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1" y="98"/>
                  </a:lnTo>
                  <a:close/>
                  <a:moveTo>
                    <a:pt x="41" y="108"/>
                  </a:moveTo>
                  <a:lnTo>
                    <a:pt x="180" y="108"/>
                  </a:lnTo>
                  <a:cubicBezTo>
                    <a:pt x="191" y="108"/>
                    <a:pt x="192" y="108"/>
                    <a:pt x="192" y="98"/>
                  </a:cubicBezTo>
                  <a:cubicBezTo>
                    <a:pt x="192" y="48"/>
                    <a:pt x="166" y="0"/>
                    <a:pt x="103" y="0"/>
                  </a:cubicBezTo>
                  <a:cubicBezTo>
                    <a:pt x="45" y="0"/>
                    <a:pt x="0" y="51"/>
                    <a:pt x="0" y="114"/>
                  </a:cubicBezTo>
                  <a:cubicBezTo>
                    <a:pt x="0" y="181"/>
                    <a:pt x="52" y="229"/>
                    <a:pt x="109" y="229"/>
                  </a:cubicBezTo>
                  <a:cubicBezTo>
                    <a:pt x="170" y="229"/>
                    <a:pt x="192" y="174"/>
                    <a:pt x="192" y="164"/>
                  </a:cubicBezTo>
                  <a:cubicBezTo>
                    <a:pt x="192" y="159"/>
                    <a:pt x="188" y="158"/>
                    <a:pt x="186" y="158"/>
                  </a:cubicBezTo>
                  <a:cubicBezTo>
                    <a:pt x="182" y="158"/>
                    <a:pt x="181" y="161"/>
                    <a:pt x="179" y="165"/>
                  </a:cubicBezTo>
                  <a:cubicBezTo>
                    <a:pt x="162" y="217"/>
                    <a:pt x="117" y="217"/>
                    <a:pt x="112" y="217"/>
                  </a:cubicBezTo>
                  <a:cubicBezTo>
                    <a:pt x="87" y="217"/>
                    <a:pt x="67" y="202"/>
                    <a:pt x="56" y="183"/>
                  </a:cubicBezTo>
                  <a:cubicBezTo>
                    <a:pt x="41" y="159"/>
                    <a:pt x="41" y="126"/>
                    <a:pt x="41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9" name="Freeform 471">
              <a:extLst>
                <a:ext uri="{FF2B5EF4-FFF2-40B4-BE49-F238E27FC236}">
                  <a16:creationId xmlns:a16="http://schemas.microsoft.com/office/drawing/2014/main" id="{092E0909-2B76-458B-8F4E-9514A90893F7}"/>
                </a:ext>
              </a:extLst>
            </p:cNvPr>
            <p:cNvSpPr>
              <a:spLocks noEditPoints="1"/>
            </p:cNvSpPr>
            <p:nvPr>
              <p:custDataLst>
                <p:tags r:id="rId85"/>
              </p:custDataLst>
            </p:nvPr>
          </p:nvSpPr>
          <p:spPr bwMode="auto">
            <a:xfrm>
              <a:off x="5300663" y="2198688"/>
              <a:ext cx="50800" cy="77788"/>
            </a:xfrm>
            <a:custGeom>
              <a:avLst/>
              <a:gdLst>
                <a:gd name="T0" fmla="*/ 72 w 246"/>
                <a:gd name="T1" fmla="*/ 33 h 317"/>
                <a:gd name="T2" fmla="*/ 72 w 246"/>
                <a:gd name="T3" fmla="*/ 0 h 317"/>
                <a:gd name="T4" fmla="*/ 0 w 246"/>
                <a:gd name="T5" fmla="*/ 5 h 317"/>
                <a:gd name="T6" fmla="*/ 0 w 246"/>
                <a:gd name="T7" fmla="*/ 21 h 317"/>
                <a:gd name="T8" fmla="*/ 39 w 246"/>
                <a:gd name="T9" fmla="*/ 46 h 317"/>
                <a:gd name="T10" fmla="*/ 39 w 246"/>
                <a:gd name="T11" fmla="*/ 279 h 317"/>
                <a:gd name="T12" fmla="*/ 0 w 246"/>
                <a:gd name="T13" fmla="*/ 302 h 317"/>
                <a:gd name="T14" fmla="*/ 0 w 246"/>
                <a:gd name="T15" fmla="*/ 317 h 317"/>
                <a:gd name="T16" fmla="*/ 56 w 246"/>
                <a:gd name="T17" fmla="*/ 316 h 317"/>
                <a:gd name="T18" fmla="*/ 112 w 246"/>
                <a:gd name="T19" fmla="*/ 317 h 317"/>
                <a:gd name="T20" fmla="*/ 112 w 246"/>
                <a:gd name="T21" fmla="*/ 302 h 317"/>
                <a:gd name="T22" fmla="*/ 73 w 246"/>
                <a:gd name="T23" fmla="*/ 279 h 317"/>
                <a:gd name="T24" fmla="*/ 73 w 246"/>
                <a:gd name="T25" fmla="*/ 196 h 317"/>
                <a:gd name="T26" fmla="*/ 73 w 246"/>
                <a:gd name="T27" fmla="*/ 191 h 317"/>
                <a:gd name="T28" fmla="*/ 135 w 246"/>
                <a:gd name="T29" fmla="*/ 226 h 317"/>
                <a:gd name="T30" fmla="*/ 246 w 246"/>
                <a:gd name="T31" fmla="*/ 113 h 317"/>
                <a:gd name="T32" fmla="*/ 142 w 246"/>
                <a:gd name="T33" fmla="*/ 0 h 317"/>
                <a:gd name="T34" fmla="*/ 72 w 246"/>
                <a:gd name="T35" fmla="*/ 33 h 317"/>
                <a:gd name="T36" fmla="*/ 73 w 246"/>
                <a:gd name="T37" fmla="*/ 164 h 317"/>
                <a:gd name="T38" fmla="*/ 73 w 246"/>
                <a:gd name="T39" fmla="*/ 52 h 317"/>
                <a:gd name="T40" fmla="*/ 138 w 246"/>
                <a:gd name="T41" fmla="*/ 12 h 317"/>
                <a:gd name="T42" fmla="*/ 204 w 246"/>
                <a:gd name="T43" fmla="*/ 113 h 317"/>
                <a:gd name="T44" fmla="*/ 133 w 246"/>
                <a:gd name="T45" fmla="*/ 215 h 317"/>
                <a:gd name="T46" fmla="*/ 80 w 246"/>
                <a:gd name="T47" fmla="*/ 185 h 317"/>
                <a:gd name="T48" fmla="*/ 73 w 246"/>
                <a:gd name="T49" fmla="*/ 164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6" h="317">
                  <a:moveTo>
                    <a:pt x="72" y="33"/>
                  </a:moveTo>
                  <a:lnTo>
                    <a:pt x="72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6"/>
                  </a:cubicBezTo>
                  <a:lnTo>
                    <a:pt x="39" y="279"/>
                  </a:lnTo>
                  <a:cubicBezTo>
                    <a:pt x="39" y="302"/>
                    <a:pt x="33" y="302"/>
                    <a:pt x="0" y="302"/>
                  </a:cubicBezTo>
                  <a:lnTo>
                    <a:pt x="0" y="317"/>
                  </a:lnTo>
                  <a:cubicBezTo>
                    <a:pt x="17" y="317"/>
                    <a:pt x="43" y="316"/>
                    <a:pt x="56" y="316"/>
                  </a:cubicBezTo>
                  <a:cubicBezTo>
                    <a:pt x="69" y="316"/>
                    <a:pt x="95" y="317"/>
                    <a:pt x="112" y="317"/>
                  </a:cubicBezTo>
                  <a:lnTo>
                    <a:pt x="112" y="302"/>
                  </a:lnTo>
                  <a:cubicBezTo>
                    <a:pt x="79" y="302"/>
                    <a:pt x="73" y="302"/>
                    <a:pt x="73" y="279"/>
                  </a:cubicBezTo>
                  <a:lnTo>
                    <a:pt x="73" y="196"/>
                  </a:lnTo>
                  <a:lnTo>
                    <a:pt x="73" y="191"/>
                  </a:lnTo>
                  <a:cubicBezTo>
                    <a:pt x="76" y="199"/>
                    <a:pt x="97" y="226"/>
                    <a:pt x="135" y="226"/>
                  </a:cubicBezTo>
                  <a:cubicBezTo>
                    <a:pt x="194" y="226"/>
                    <a:pt x="246" y="177"/>
                    <a:pt x="246" y="113"/>
                  </a:cubicBezTo>
                  <a:cubicBezTo>
                    <a:pt x="246" y="49"/>
                    <a:pt x="197" y="0"/>
                    <a:pt x="142" y="0"/>
                  </a:cubicBezTo>
                  <a:cubicBezTo>
                    <a:pt x="103" y="0"/>
                    <a:pt x="82" y="22"/>
                    <a:pt x="72" y="33"/>
                  </a:cubicBezTo>
                  <a:close/>
                  <a:moveTo>
                    <a:pt x="73" y="164"/>
                  </a:moveTo>
                  <a:lnTo>
                    <a:pt x="73" y="52"/>
                  </a:lnTo>
                  <a:cubicBezTo>
                    <a:pt x="88" y="27"/>
                    <a:pt x="112" y="12"/>
                    <a:pt x="138" y="12"/>
                  </a:cubicBezTo>
                  <a:cubicBezTo>
                    <a:pt x="174" y="12"/>
                    <a:pt x="204" y="56"/>
                    <a:pt x="204" y="113"/>
                  </a:cubicBezTo>
                  <a:cubicBezTo>
                    <a:pt x="204" y="173"/>
                    <a:pt x="169" y="215"/>
                    <a:pt x="133" y="215"/>
                  </a:cubicBezTo>
                  <a:cubicBezTo>
                    <a:pt x="113" y="215"/>
                    <a:pt x="94" y="205"/>
                    <a:pt x="80" y="185"/>
                  </a:cubicBezTo>
                  <a:cubicBezTo>
                    <a:pt x="73" y="174"/>
                    <a:pt x="73" y="174"/>
                    <a:pt x="73" y="16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0" name="Freeform 472">
              <a:extLst>
                <a:ext uri="{FF2B5EF4-FFF2-40B4-BE49-F238E27FC236}">
                  <a16:creationId xmlns:a16="http://schemas.microsoft.com/office/drawing/2014/main" id="{137DFF0C-2454-4D7B-8FC7-3B409C74567E}"/>
                </a:ext>
              </a:extLst>
            </p:cNvPr>
            <p:cNvSpPr>
              <a:spLocks noEditPoints="1"/>
            </p:cNvSpPr>
            <p:nvPr>
              <p:custDataLst>
                <p:tags r:id="rId86"/>
              </p:custDataLst>
            </p:nvPr>
          </p:nvSpPr>
          <p:spPr bwMode="auto">
            <a:xfrm>
              <a:off x="5359400" y="2198688"/>
              <a:ext cx="39688" cy="55563"/>
            </a:xfrm>
            <a:custGeom>
              <a:avLst/>
              <a:gdLst>
                <a:gd name="T0" fmla="*/ 41 w 193"/>
                <a:gd name="T1" fmla="*/ 98 h 229"/>
                <a:gd name="T2" fmla="*/ 103 w 193"/>
                <a:gd name="T3" fmla="*/ 11 h 229"/>
                <a:gd name="T4" fmla="*/ 160 w 193"/>
                <a:gd name="T5" fmla="*/ 98 h 229"/>
                <a:gd name="T6" fmla="*/ 41 w 193"/>
                <a:gd name="T7" fmla="*/ 98 h 229"/>
                <a:gd name="T8" fmla="*/ 41 w 193"/>
                <a:gd name="T9" fmla="*/ 108 h 229"/>
                <a:gd name="T10" fmla="*/ 180 w 193"/>
                <a:gd name="T11" fmla="*/ 108 h 229"/>
                <a:gd name="T12" fmla="*/ 193 w 193"/>
                <a:gd name="T13" fmla="*/ 98 h 229"/>
                <a:gd name="T14" fmla="*/ 103 w 193"/>
                <a:gd name="T15" fmla="*/ 0 h 229"/>
                <a:gd name="T16" fmla="*/ 0 w 193"/>
                <a:gd name="T17" fmla="*/ 114 h 229"/>
                <a:gd name="T18" fmla="*/ 109 w 193"/>
                <a:gd name="T19" fmla="*/ 229 h 229"/>
                <a:gd name="T20" fmla="*/ 193 w 193"/>
                <a:gd name="T21" fmla="*/ 164 h 229"/>
                <a:gd name="T22" fmla="*/ 186 w 193"/>
                <a:gd name="T23" fmla="*/ 158 h 229"/>
                <a:gd name="T24" fmla="*/ 180 w 193"/>
                <a:gd name="T25" fmla="*/ 165 h 229"/>
                <a:gd name="T26" fmla="*/ 112 w 193"/>
                <a:gd name="T27" fmla="*/ 217 h 229"/>
                <a:gd name="T28" fmla="*/ 56 w 193"/>
                <a:gd name="T29" fmla="*/ 183 h 229"/>
                <a:gd name="T30" fmla="*/ 41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1" y="98"/>
                  </a:moveTo>
                  <a:cubicBezTo>
                    <a:pt x="44" y="23"/>
                    <a:pt x="86" y="11"/>
                    <a:pt x="103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1" y="98"/>
                  </a:lnTo>
                  <a:close/>
                  <a:moveTo>
                    <a:pt x="41" y="108"/>
                  </a:moveTo>
                  <a:lnTo>
                    <a:pt x="180" y="108"/>
                  </a:lnTo>
                  <a:cubicBezTo>
                    <a:pt x="191" y="108"/>
                    <a:pt x="193" y="108"/>
                    <a:pt x="193" y="98"/>
                  </a:cubicBezTo>
                  <a:cubicBezTo>
                    <a:pt x="193" y="48"/>
                    <a:pt x="166" y="0"/>
                    <a:pt x="103" y="0"/>
                  </a:cubicBezTo>
                  <a:cubicBezTo>
                    <a:pt x="45" y="0"/>
                    <a:pt x="0" y="51"/>
                    <a:pt x="0" y="114"/>
                  </a:cubicBezTo>
                  <a:cubicBezTo>
                    <a:pt x="0" y="181"/>
                    <a:pt x="52" y="229"/>
                    <a:pt x="109" y="229"/>
                  </a:cubicBezTo>
                  <a:cubicBezTo>
                    <a:pt x="170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6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2" y="217"/>
                    <a:pt x="117" y="217"/>
                    <a:pt x="112" y="217"/>
                  </a:cubicBezTo>
                  <a:cubicBezTo>
                    <a:pt x="87" y="217"/>
                    <a:pt x="67" y="202"/>
                    <a:pt x="56" y="183"/>
                  </a:cubicBezTo>
                  <a:cubicBezTo>
                    <a:pt x="41" y="159"/>
                    <a:pt x="41" y="126"/>
                    <a:pt x="41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1" name="Freeform 473">
              <a:extLst>
                <a:ext uri="{FF2B5EF4-FFF2-40B4-BE49-F238E27FC236}">
                  <a16:creationId xmlns:a16="http://schemas.microsoft.com/office/drawing/2014/main" id="{2C7A7F31-C291-4DE4-ADCF-750F9137689F}"/>
                </a:ext>
              </a:extLst>
            </p:cNvPr>
            <p:cNvSpPr>
              <a:spLocks noEditPoints="1"/>
            </p:cNvSpPr>
            <p:nvPr>
              <p:custDataLst>
                <p:tags r:id="rId87"/>
              </p:custDataLst>
            </p:nvPr>
          </p:nvSpPr>
          <p:spPr bwMode="auto">
            <a:xfrm>
              <a:off x="5407025" y="2198688"/>
              <a:ext cx="44450" cy="55563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79 h 229"/>
                <a:gd name="T6" fmla="*/ 225 w 225"/>
                <a:gd name="T7" fmla="*/ 151 h 229"/>
                <a:gd name="T8" fmla="*/ 212 w 225"/>
                <a:gd name="T9" fmla="*/ 151 h 229"/>
                <a:gd name="T10" fmla="*/ 212 w 225"/>
                <a:gd name="T11" fmla="*/ 179 h 229"/>
                <a:gd name="T12" fmla="*/ 194 w 225"/>
                <a:gd name="T13" fmla="*/ 211 h 229"/>
                <a:gd name="T14" fmla="*/ 176 w 225"/>
                <a:gd name="T15" fmla="*/ 186 h 229"/>
                <a:gd name="T16" fmla="*/ 176 w 225"/>
                <a:gd name="T17" fmla="*/ 86 h 229"/>
                <a:gd name="T18" fmla="*/ 158 w 225"/>
                <a:gd name="T19" fmla="*/ 27 h 229"/>
                <a:gd name="T20" fmla="*/ 90 w 225"/>
                <a:gd name="T21" fmla="*/ 0 h 229"/>
                <a:gd name="T22" fmla="*/ 14 w 225"/>
                <a:gd name="T23" fmla="*/ 56 h 229"/>
                <a:gd name="T24" fmla="*/ 37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2 w 225"/>
                <a:gd name="T33" fmla="*/ 75 h 229"/>
                <a:gd name="T34" fmla="*/ 142 w 225"/>
                <a:gd name="T35" fmla="*/ 93 h 229"/>
                <a:gd name="T36" fmla="*/ 50 w 225"/>
                <a:gd name="T37" fmla="*/ 111 h 229"/>
                <a:gd name="T38" fmla="*/ 0 w 225"/>
                <a:gd name="T39" fmla="*/ 176 h 229"/>
                <a:gd name="T40" fmla="*/ 80 w 225"/>
                <a:gd name="T41" fmla="*/ 229 h 229"/>
                <a:gd name="T42" fmla="*/ 145 w 225"/>
                <a:gd name="T43" fmla="*/ 186 h 229"/>
                <a:gd name="T44" fmla="*/ 142 w 225"/>
                <a:gd name="T45" fmla="*/ 104 h 229"/>
                <a:gd name="T46" fmla="*/ 142 w 225"/>
                <a:gd name="T47" fmla="*/ 154 h 229"/>
                <a:gd name="T48" fmla="*/ 83 w 225"/>
                <a:gd name="T49" fmla="*/ 218 h 229"/>
                <a:gd name="T50" fmla="*/ 38 w 225"/>
                <a:gd name="T51" fmla="*/ 176 h 229"/>
                <a:gd name="T52" fmla="*/ 142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1" y="227"/>
                    <a:pt x="184" y="227"/>
                  </a:cubicBezTo>
                  <a:cubicBezTo>
                    <a:pt x="194" y="227"/>
                    <a:pt x="225" y="220"/>
                    <a:pt x="225" y="179"/>
                  </a:cubicBezTo>
                  <a:lnTo>
                    <a:pt x="225" y="151"/>
                  </a:lnTo>
                  <a:lnTo>
                    <a:pt x="212" y="151"/>
                  </a:lnTo>
                  <a:lnTo>
                    <a:pt x="212" y="179"/>
                  </a:lnTo>
                  <a:cubicBezTo>
                    <a:pt x="212" y="208"/>
                    <a:pt x="200" y="211"/>
                    <a:pt x="194" y="211"/>
                  </a:cubicBezTo>
                  <a:cubicBezTo>
                    <a:pt x="178" y="211"/>
                    <a:pt x="176" y="189"/>
                    <a:pt x="176" y="186"/>
                  </a:cubicBezTo>
                  <a:lnTo>
                    <a:pt x="176" y="86"/>
                  </a:lnTo>
                  <a:cubicBezTo>
                    <a:pt x="176" y="65"/>
                    <a:pt x="176" y="46"/>
                    <a:pt x="158" y="27"/>
                  </a:cubicBezTo>
                  <a:cubicBezTo>
                    <a:pt x="139" y="8"/>
                    <a:pt x="114" y="0"/>
                    <a:pt x="90" y="0"/>
                  </a:cubicBezTo>
                  <a:cubicBezTo>
                    <a:pt x="49" y="0"/>
                    <a:pt x="14" y="23"/>
                    <a:pt x="14" y="56"/>
                  </a:cubicBezTo>
                  <a:cubicBezTo>
                    <a:pt x="14" y="71"/>
                    <a:pt x="24" y="80"/>
                    <a:pt x="37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8" y="34"/>
                    <a:pt x="35" y="34"/>
                  </a:cubicBezTo>
                  <a:cubicBezTo>
                    <a:pt x="48" y="16"/>
                    <a:pt x="73" y="11"/>
                    <a:pt x="89" y="11"/>
                  </a:cubicBezTo>
                  <a:cubicBezTo>
                    <a:pt x="113" y="11"/>
                    <a:pt x="142" y="30"/>
                    <a:pt x="142" y="75"/>
                  </a:cubicBezTo>
                  <a:lnTo>
                    <a:pt x="142" y="93"/>
                  </a:lnTo>
                  <a:cubicBezTo>
                    <a:pt x="116" y="95"/>
                    <a:pt x="81" y="96"/>
                    <a:pt x="50" y="111"/>
                  </a:cubicBezTo>
                  <a:cubicBezTo>
                    <a:pt x="12" y="128"/>
                    <a:pt x="0" y="154"/>
                    <a:pt x="0" y="176"/>
                  </a:cubicBezTo>
                  <a:cubicBezTo>
                    <a:pt x="0" y="217"/>
                    <a:pt x="48" y="229"/>
                    <a:pt x="80" y="229"/>
                  </a:cubicBezTo>
                  <a:cubicBezTo>
                    <a:pt x="113" y="229"/>
                    <a:pt x="136" y="209"/>
                    <a:pt x="145" y="186"/>
                  </a:cubicBezTo>
                  <a:close/>
                  <a:moveTo>
                    <a:pt x="142" y="104"/>
                  </a:moveTo>
                  <a:lnTo>
                    <a:pt x="142" y="154"/>
                  </a:lnTo>
                  <a:cubicBezTo>
                    <a:pt x="142" y="201"/>
                    <a:pt x="106" y="218"/>
                    <a:pt x="83" y="218"/>
                  </a:cubicBezTo>
                  <a:cubicBezTo>
                    <a:pt x="59" y="218"/>
                    <a:pt x="38" y="201"/>
                    <a:pt x="38" y="176"/>
                  </a:cubicBezTo>
                  <a:cubicBezTo>
                    <a:pt x="38" y="148"/>
                    <a:pt x="59" y="107"/>
                    <a:pt x="142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2" name="Freeform 474">
              <a:extLst>
                <a:ext uri="{FF2B5EF4-FFF2-40B4-BE49-F238E27FC236}">
                  <a16:creationId xmlns:a16="http://schemas.microsoft.com/office/drawing/2014/main" id="{4DEBB2D9-A221-46F4-90B9-DE99531700DC}"/>
                </a:ext>
              </a:extLst>
            </p:cNvPr>
            <p:cNvSpPr>
              <a:spLocks/>
            </p:cNvSpPr>
            <p:nvPr>
              <p:custDataLst>
                <p:tags r:id="rId88"/>
              </p:custDataLst>
            </p:nvPr>
          </p:nvSpPr>
          <p:spPr bwMode="auto">
            <a:xfrm>
              <a:off x="5454650" y="2178050"/>
              <a:ext cx="31750" cy="76200"/>
            </a:xfrm>
            <a:custGeom>
              <a:avLst/>
              <a:gdLst>
                <a:gd name="T0" fmla="*/ 76 w 156"/>
                <a:gd name="T1" fmla="*/ 107 h 312"/>
                <a:gd name="T2" fmla="*/ 148 w 156"/>
                <a:gd name="T3" fmla="*/ 107 h 312"/>
                <a:gd name="T4" fmla="*/ 148 w 156"/>
                <a:gd name="T5" fmla="*/ 91 h 312"/>
                <a:gd name="T6" fmla="*/ 76 w 156"/>
                <a:gd name="T7" fmla="*/ 91 h 312"/>
                <a:gd name="T8" fmla="*/ 76 w 156"/>
                <a:gd name="T9" fmla="*/ 0 h 312"/>
                <a:gd name="T10" fmla="*/ 64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2 w 156"/>
                <a:gd name="T17" fmla="*/ 107 h 312"/>
                <a:gd name="T18" fmla="*/ 42 w 156"/>
                <a:gd name="T19" fmla="*/ 245 h 312"/>
                <a:gd name="T20" fmla="*/ 106 w 156"/>
                <a:gd name="T21" fmla="*/ 312 h 312"/>
                <a:gd name="T22" fmla="*/ 156 w 156"/>
                <a:gd name="T23" fmla="*/ 245 h 312"/>
                <a:gd name="T24" fmla="*/ 156 w 156"/>
                <a:gd name="T25" fmla="*/ 216 h 312"/>
                <a:gd name="T26" fmla="*/ 143 w 156"/>
                <a:gd name="T27" fmla="*/ 216 h 312"/>
                <a:gd name="T28" fmla="*/ 143 w 156"/>
                <a:gd name="T29" fmla="*/ 244 h 312"/>
                <a:gd name="T30" fmla="*/ 110 w 156"/>
                <a:gd name="T31" fmla="*/ 300 h 312"/>
                <a:gd name="T32" fmla="*/ 76 w 156"/>
                <a:gd name="T33" fmla="*/ 246 h 312"/>
                <a:gd name="T34" fmla="*/ 76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6" y="107"/>
                  </a:moveTo>
                  <a:lnTo>
                    <a:pt x="148" y="107"/>
                  </a:lnTo>
                  <a:lnTo>
                    <a:pt x="148" y="91"/>
                  </a:lnTo>
                  <a:lnTo>
                    <a:pt x="76" y="91"/>
                  </a:lnTo>
                  <a:lnTo>
                    <a:pt x="76" y="0"/>
                  </a:lnTo>
                  <a:lnTo>
                    <a:pt x="64" y="0"/>
                  </a:lnTo>
                  <a:cubicBezTo>
                    <a:pt x="63" y="41"/>
                    <a:pt x="48" y="94"/>
                    <a:pt x="0" y="96"/>
                  </a:cubicBezTo>
                  <a:lnTo>
                    <a:pt x="0" y="107"/>
                  </a:lnTo>
                  <a:lnTo>
                    <a:pt x="42" y="107"/>
                  </a:lnTo>
                  <a:lnTo>
                    <a:pt x="42" y="245"/>
                  </a:lnTo>
                  <a:cubicBezTo>
                    <a:pt x="42" y="306"/>
                    <a:pt x="88" y="312"/>
                    <a:pt x="106" y="312"/>
                  </a:cubicBezTo>
                  <a:cubicBezTo>
                    <a:pt x="142" y="312"/>
                    <a:pt x="156" y="277"/>
                    <a:pt x="156" y="245"/>
                  </a:cubicBezTo>
                  <a:lnTo>
                    <a:pt x="156" y="216"/>
                  </a:lnTo>
                  <a:lnTo>
                    <a:pt x="143" y="216"/>
                  </a:lnTo>
                  <a:lnTo>
                    <a:pt x="143" y="244"/>
                  </a:lnTo>
                  <a:cubicBezTo>
                    <a:pt x="143" y="281"/>
                    <a:pt x="128" y="300"/>
                    <a:pt x="110" y="300"/>
                  </a:cubicBezTo>
                  <a:cubicBezTo>
                    <a:pt x="76" y="300"/>
                    <a:pt x="76" y="254"/>
                    <a:pt x="76" y="246"/>
                  </a:cubicBezTo>
                  <a:lnTo>
                    <a:pt x="76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3" name="Freeform 475">
              <a:extLst>
                <a:ext uri="{FF2B5EF4-FFF2-40B4-BE49-F238E27FC236}">
                  <a16:creationId xmlns:a16="http://schemas.microsoft.com/office/drawing/2014/main" id="{78511429-95CB-4A72-8179-727BB7A046B0}"/>
                </a:ext>
              </a:extLst>
            </p:cNvPr>
            <p:cNvSpPr>
              <a:spLocks/>
            </p:cNvSpPr>
            <p:nvPr>
              <p:custDataLst>
                <p:tags r:id="rId89"/>
              </p:custDataLst>
            </p:nvPr>
          </p:nvSpPr>
          <p:spPr bwMode="auto">
            <a:xfrm>
              <a:off x="5527675" y="2200275"/>
              <a:ext cx="69850" cy="53975"/>
            </a:xfrm>
            <a:custGeom>
              <a:avLst/>
              <a:gdLst>
                <a:gd name="T0" fmla="*/ 299 w 341"/>
                <a:gd name="T1" fmla="*/ 48 h 221"/>
                <a:gd name="T2" fmla="*/ 341 w 341"/>
                <a:gd name="T3" fmla="*/ 16 h 221"/>
                <a:gd name="T4" fmla="*/ 341 w 341"/>
                <a:gd name="T5" fmla="*/ 0 h 221"/>
                <a:gd name="T6" fmla="*/ 305 w 341"/>
                <a:gd name="T7" fmla="*/ 2 h 221"/>
                <a:gd name="T8" fmla="*/ 258 w 341"/>
                <a:gd name="T9" fmla="*/ 0 h 221"/>
                <a:gd name="T10" fmla="*/ 258 w 341"/>
                <a:gd name="T11" fmla="*/ 16 h 221"/>
                <a:gd name="T12" fmla="*/ 287 w 341"/>
                <a:gd name="T13" fmla="*/ 40 h 221"/>
                <a:gd name="T14" fmla="*/ 285 w 341"/>
                <a:gd name="T15" fmla="*/ 50 h 221"/>
                <a:gd name="T16" fmla="*/ 240 w 341"/>
                <a:gd name="T17" fmla="*/ 178 h 221"/>
                <a:gd name="T18" fmla="*/ 190 w 341"/>
                <a:gd name="T19" fmla="*/ 39 h 221"/>
                <a:gd name="T20" fmla="*/ 188 w 341"/>
                <a:gd name="T21" fmla="*/ 29 h 221"/>
                <a:gd name="T22" fmla="*/ 217 w 341"/>
                <a:gd name="T23" fmla="*/ 16 h 221"/>
                <a:gd name="T24" fmla="*/ 217 w 341"/>
                <a:gd name="T25" fmla="*/ 0 h 221"/>
                <a:gd name="T26" fmla="*/ 165 w 341"/>
                <a:gd name="T27" fmla="*/ 2 h 221"/>
                <a:gd name="T28" fmla="*/ 121 w 341"/>
                <a:gd name="T29" fmla="*/ 0 h 221"/>
                <a:gd name="T30" fmla="*/ 121 w 341"/>
                <a:gd name="T31" fmla="*/ 16 h 221"/>
                <a:gd name="T32" fmla="*/ 152 w 341"/>
                <a:gd name="T33" fmla="*/ 23 h 221"/>
                <a:gd name="T34" fmla="*/ 164 w 341"/>
                <a:gd name="T35" fmla="*/ 51 h 221"/>
                <a:gd name="T36" fmla="*/ 121 w 341"/>
                <a:gd name="T37" fmla="*/ 172 h 221"/>
                <a:gd name="T38" fmla="*/ 73 w 341"/>
                <a:gd name="T39" fmla="*/ 38 h 221"/>
                <a:gd name="T40" fmla="*/ 71 w 341"/>
                <a:gd name="T41" fmla="*/ 29 h 221"/>
                <a:gd name="T42" fmla="*/ 100 w 341"/>
                <a:gd name="T43" fmla="*/ 16 h 221"/>
                <a:gd name="T44" fmla="*/ 100 w 341"/>
                <a:gd name="T45" fmla="*/ 0 h 221"/>
                <a:gd name="T46" fmla="*/ 46 w 341"/>
                <a:gd name="T47" fmla="*/ 2 h 221"/>
                <a:gd name="T48" fmla="*/ 0 w 341"/>
                <a:gd name="T49" fmla="*/ 0 h 221"/>
                <a:gd name="T50" fmla="*/ 0 w 341"/>
                <a:gd name="T51" fmla="*/ 16 h 221"/>
                <a:gd name="T52" fmla="*/ 37 w 341"/>
                <a:gd name="T53" fmla="*/ 33 h 221"/>
                <a:gd name="T54" fmla="*/ 99 w 341"/>
                <a:gd name="T55" fmla="*/ 210 h 221"/>
                <a:gd name="T56" fmla="*/ 110 w 341"/>
                <a:gd name="T57" fmla="*/ 221 h 221"/>
                <a:gd name="T58" fmla="*/ 120 w 341"/>
                <a:gd name="T59" fmla="*/ 211 h 221"/>
                <a:gd name="T60" fmla="*/ 170 w 341"/>
                <a:gd name="T61" fmla="*/ 70 h 221"/>
                <a:gd name="T62" fmla="*/ 221 w 341"/>
                <a:gd name="T63" fmla="*/ 212 h 221"/>
                <a:gd name="T64" fmla="*/ 231 w 341"/>
                <a:gd name="T65" fmla="*/ 221 h 221"/>
                <a:gd name="T66" fmla="*/ 241 w 341"/>
                <a:gd name="T67" fmla="*/ 212 h 221"/>
                <a:gd name="T68" fmla="*/ 299 w 341"/>
                <a:gd name="T69" fmla="*/ 48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1" h="221">
                  <a:moveTo>
                    <a:pt x="299" y="48"/>
                  </a:moveTo>
                  <a:cubicBezTo>
                    <a:pt x="308" y="23"/>
                    <a:pt x="324" y="16"/>
                    <a:pt x="341" y="16"/>
                  </a:cubicBezTo>
                  <a:lnTo>
                    <a:pt x="341" y="0"/>
                  </a:lnTo>
                  <a:cubicBezTo>
                    <a:pt x="330" y="1"/>
                    <a:pt x="316" y="2"/>
                    <a:pt x="305" y="2"/>
                  </a:cubicBezTo>
                  <a:cubicBezTo>
                    <a:pt x="290" y="2"/>
                    <a:pt x="268" y="1"/>
                    <a:pt x="258" y="0"/>
                  </a:cubicBezTo>
                  <a:lnTo>
                    <a:pt x="258" y="16"/>
                  </a:lnTo>
                  <a:cubicBezTo>
                    <a:pt x="276" y="16"/>
                    <a:pt x="287" y="25"/>
                    <a:pt x="287" y="40"/>
                  </a:cubicBezTo>
                  <a:cubicBezTo>
                    <a:pt x="287" y="43"/>
                    <a:pt x="287" y="44"/>
                    <a:pt x="285" y="50"/>
                  </a:cubicBezTo>
                  <a:lnTo>
                    <a:pt x="240" y="178"/>
                  </a:lnTo>
                  <a:lnTo>
                    <a:pt x="190" y="39"/>
                  </a:lnTo>
                  <a:cubicBezTo>
                    <a:pt x="188" y="33"/>
                    <a:pt x="188" y="32"/>
                    <a:pt x="188" y="29"/>
                  </a:cubicBezTo>
                  <a:cubicBezTo>
                    <a:pt x="188" y="16"/>
                    <a:pt x="207" y="16"/>
                    <a:pt x="217" y="16"/>
                  </a:cubicBezTo>
                  <a:lnTo>
                    <a:pt x="217" y="0"/>
                  </a:lnTo>
                  <a:cubicBezTo>
                    <a:pt x="203" y="1"/>
                    <a:pt x="177" y="2"/>
                    <a:pt x="165" y="2"/>
                  </a:cubicBezTo>
                  <a:cubicBezTo>
                    <a:pt x="150" y="2"/>
                    <a:pt x="136" y="1"/>
                    <a:pt x="121" y="0"/>
                  </a:cubicBezTo>
                  <a:lnTo>
                    <a:pt x="121" y="16"/>
                  </a:lnTo>
                  <a:cubicBezTo>
                    <a:pt x="139" y="16"/>
                    <a:pt x="147" y="17"/>
                    <a:pt x="152" y="23"/>
                  </a:cubicBezTo>
                  <a:cubicBezTo>
                    <a:pt x="155" y="26"/>
                    <a:pt x="160" y="41"/>
                    <a:pt x="164" y="51"/>
                  </a:cubicBezTo>
                  <a:lnTo>
                    <a:pt x="121" y="172"/>
                  </a:lnTo>
                  <a:lnTo>
                    <a:pt x="73" y="38"/>
                  </a:lnTo>
                  <a:cubicBezTo>
                    <a:pt x="71" y="32"/>
                    <a:pt x="71" y="31"/>
                    <a:pt x="71" y="29"/>
                  </a:cubicBezTo>
                  <a:cubicBezTo>
                    <a:pt x="71" y="16"/>
                    <a:pt x="90" y="16"/>
                    <a:pt x="100" y="16"/>
                  </a:cubicBezTo>
                  <a:lnTo>
                    <a:pt x="100" y="0"/>
                  </a:lnTo>
                  <a:cubicBezTo>
                    <a:pt x="85" y="1"/>
                    <a:pt x="58" y="2"/>
                    <a:pt x="46" y="2"/>
                  </a:cubicBezTo>
                  <a:cubicBezTo>
                    <a:pt x="44" y="2"/>
                    <a:pt x="18" y="1"/>
                    <a:pt x="0" y="0"/>
                  </a:cubicBezTo>
                  <a:lnTo>
                    <a:pt x="0" y="16"/>
                  </a:lnTo>
                  <a:cubicBezTo>
                    <a:pt x="25" y="16"/>
                    <a:pt x="31" y="17"/>
                    <a:pt x="37" y="33"/>
                  </a:cubicBezTo>
                  <a:lnTo>
                    <a:pt x="99" y="210"/>
                  </a:lnTo>
                  <a:cubicBezTo>
                    <a:pt x="102" y="217"/>
                    <a:pt x="103" y="221"/>
                    <a:pt x="110" y="221"/>
                  </a:cubicBezTo>
                  <a:cubicBezTo>
                    <a:pt x="116" y="221"/>
                    <a:pt x="117" y="218"/>
                    <a:pt x="120" y="211"/>
                  </a:cubicBezTo>
                  <a:lnTo>
                    <a:pt x="170" y="70"/>
                  </a:lnTo>
                  <a:lnTo>
                    <a:pt x="221" y="212"/>
                  </a:lnTo>
                  <a:cubicBezTo>
                    <a:pt x="223" y="217"/>
                    <a:pt x="225" y="221"/>
                    <a:pt x="231" y="221"/>
                  </a:cubicBezTo>
                  <a:cubicBezTo>
                    <a:pt x="238" y="221"/>
                    <a:pt x="239" y="217"/>
                    <a:pt x="241" y="212"/>
                  </a:cubicBezTo>
                  <a:lnTo>
                    <a:pt x="299" y="4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4" name="Freeform 476">
              <a:extLst>
                <a:ext uri="{FF2B5EF4-FFF2-40B4-BE49-F238E27FC236}">
                  <a16:creationId xmlns:a16="http://schemas.microsoft.com/office/drawing/2014/main" id="{F6D533FD-A387-4E15-9A14-75A05B45FCF8}"/>
                </a:ext>
              </a:extLst>
            </p:cNvPr>
            <p:cNvSpPr>
              <a:spLocks/>
            </p:cNvSpPr>
            <p:nvPr>
              <p:custDataLst>
                <p:tags r:id="rId90"/>
              </p:custDataLst>
            </p:nvPr>
          </p:nvSpPr>
          <p:spPr bwMode="auto">
            <a:xfrm>
              <a:off x="5602288" y="2168525"/>
              <a:ext cx="50800" cy="84138"/>
            </a:xfrm>
            <a:custGeom>
              <a:avLst/>
              <a:gdLst>
                <a:gd name="T0" fmla="*/ 39 w 251"/>
                <a:gd name="T1" fmla="*/ 309 h 347"/>
                <a:gd name="T2" fmla="*/ 0 w 251"/>
                <a:gd name="T3" fmla="*/ 331 h 347"/>
                <a:gd name="T4" fmla="*/ 0 w 251"/>
                <a:gd name="T5" fmla="*/ 347 h 347"/>
                <a:gd name="T6" fmla="*/ 57 w 251"/>
                <a:gd name="T7" fmla="*/ 345 h 347"/>
                <a:gd name="T8" fmla="*/ 113 w 251"/>
                <a:gd name="T9" fmla="*/ 347 h 347"/>
                <a:gd name="T10" fmla="*/ 113 w 251"/>
                <a:gd name="T11" fmla="*/ 331 h 347"/>
                <a:gd name="T12" fmla="*/ 74 w 251"/>
                <a:gd name="T13" fmla="*/ 309 h 347"/>
                <a:gd name="T14" fmla="*/ 74 w 251"/>
                <a:gd name="T15" fmla="*/ 217 h 347"/>
                <a:gd name="T16" fmla="*/ 141 w 251"/>
                <a:gd name="T17" fmla="*/ 137 h 347"/>
                <a:gd name="T18" fmla="*/ 178 w 251"/>
                <a:gd name="T19" fmla="*/ 192 h 347"/>
                <a:gd name="T20" fmla="*/ 178 w 251"/>
                <a:gd name="T21" fmla="*/ 309 h 347"/>
                <a:gd name="T22" fmla="*/ 139 w 251"/>
                <a:gd name="T23" fmla="*/ 331 h 347"/>
                <a:gd name="T24" fmla="*/ 139 w 251"/>
                <a:gd name="T25" fmla="*/ 347 h 347"/>
                <a:gd name="T26" fmla="*/ 195 w 251"/>
                <a:gd name="T27" fmla="*/ 345 h 347"/>
                <a:gd name="T28" fmla="*/ 251 w 251"/>
                <a:gd name="T29" fmla="*/ 347 h 347"/>
                <a:gd name="T30" fmla="*/ 251 w 251"/>
                <a:gd name="T31" fmla="*/ 331 h 347"/>
                <a:gd name="T32" fmla="*/ 212 w 251"/>
                <a:gd name="T33" fmla="*/ 316 h 347"/>
                <a:gd name="T34" fmla="*/ 212 w 251"/>
                <a:gd name="T35" fmla="*/ 221 h 347"/>
                <a:gd name="T36" fmla="*/ 197 w 251"/>
                <a:gd name="T37" fmla="*/ 144 h 347"/>
                <a:gd name="T38" fmla="*/ 145 w 251"/>
                <a:gd name="T39" fmla="*/ 126 h 347"/>
                <a:gd name="T40" fmla="*/ 72 w 251"/>
                <a:gd name="T41" fmla="*/ 175 h 347"/>
                <a:gd name="T42" fmla="*/ 72 w 251"/>
                <a:gd name="T43" fmla="*/ 0 h 347"/>
                <a:gd name="T44" fmla="*/ 0 w 251"/>
                <a:gd name="T45" fmla="*/ 6 h 347"/>
                <a:gd name="T46" fmla="*/ 0 w 251"/>
                <a:gd name="T47" fmla="*/ 21 h 347"/>
                <a:gd name="T48" fmla="*/ 39 w 251"/>
                <a:gd name="T49" fmla="*/ 49 h 347"/>
                <a:gd name="T50" fmla="*/ 39 w 251"/>
                <a:gd name="T51" fmla="*/ 309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347">
                  <a:moveTo>
                    <a:pt x="39" y="309"/>
                  </a:moveTo>
                  <a:cubicBezTo>
                    <a:pt x="39" y="331"/>
                    <a:pt x="34" y="331"/>
                    <a:pt x="0" y="331"/>
                  </a:cubicBezTo>
                  <a:lnTo>
                    <a:pt x="0" y="347"/>
                  </a:lnTo>
                  <a:cubicBezTo>
                    <a:pt x="18" y="346"/>
                    <a:pt x="43" y="345"/>
                    <a:pt x="57" y="345"/>
                  </a:cubicBezTo>
                  <a:cubicBezTo>
                    <a:pt x="70" y="345"/>
                    <a:pt x="96" y="346"/>
                    <a:pt x="113" y="347"/>
                  </a:cubicBezTo>
                  <a:lnTo>
                    <a:pt x="113" y="331"/>
                  </a:lnTo>
                  <a:cubicBezTo>
                    <a:pt x="79" y="331"/>
                    <a:pt x="74" y="331"/>
                    <a:pt x="74" y="309"/>
                  </a:cubicBezTo>
                  <a:lnTo>
                    <a:pt x="74" y="217"/>
                  </a:lnTo>
                  <a:cubicBezTo>
                    <a:pt x="74" y="165"/>
                    <a:pt x="109" y="137"/>
                    <a:pt x="141" y="137"/>
                  </a:cubicBezTo>
                  <a:cubicBezTo>
                    <a:pt x="172" y="137"/>
                    <a:pt x="178" y="164"/>
                    <a:pt x="178" y="192"/>
                  </a:cubicBezTo>
                  <a:lnTo>
                    <a:pt x="178" y="309"/>
                  </a:lnTo>
                  <a:cubicBezTo>
                    <a:pt x="178" y="331"/>
                    <a:pt x="172" y="331"/>
                    <a:pt x="139" y="331"/>
                  </a:cubicBezTo>
                  <a:lnTo>
                    <a:pt x="139" y="347"/>
                  </a:lnTo>
                  <a:cubicBezTo>
                    <a:pt x="156" y="346"/>
                    <a:pt x="182" y="345"/>
                    <a:pt x="195" y="345"/>
                  </a:cubicBezTo>
                  <a:cubicBezTo>
                    <a:pt x="208" y="345"/>
                    <a:pt x="234" y="346"/>
                    <a:pt x="251" y="347"/>
                  </a:cubicBezTo>
                  <a:lnTo>
                    <a:pt x="251" y="331"/>
                  </a:lnTo>
                  <a:cubicBezTo>
                    <a:pt x="225" y="331"/>
                    <a:pt x="213" y="331"/>
                    <a:pt x="212" y="316"/>
                  </a:cubicBezTo>
                  <a:lnTo>
                    <a:pt x="212" y="221"/>
                  </a:lnTo>
                  <a:cubicBezTo>
                    <a:pt x="212" y="178"/>
                    <a:pt x="212" y="162"/>
                    <a:pt x="197" y="144"/>
                  </a:cubicBezTo>
                  <a:cubicBezTo>
                    <a:pt x="190" y="136"/>
                    <a:pt x="173" y="126"/>
                    <a:pt x="145" y="126"/>
                  </a:cubicBezTo>
                  <a:cubicBezTo>
                    <a:pt x="103" y="126"/>
                    <a:pt x="81" y="156"/>
                    <a:pt x="72" y="175"/>
                  </a:cubicBezTo>
                  <a:lnTo>
                    <a:pt x="72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30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5" name="Freeform 477">
              <a:extLst>
                <a:ext uri="{FF2B5EF4-FFF2-40B4-BE49-F238E27FC236}">
                  <a16:creationId xmlns:a16="http://schemas.microsoft.com/office/drawing/2014/main" id="{504C1B69-011C-4FF2-976F-51B0E9ED003D}"/>
                </a:ext>
              </a:extLst>
            </p:cNvPr>
            <p:cNvSpPr>
              <a:spLocks noEditPoints="1"/>
            </p:cNvSpPr>
            <p:nvPr>
              <p:custDataLst>
                <p:tags r:id="rId91"/>
              </p:custDataLst>
            </p:nvPr>
          </p:nvSpPr>
          <p:spPr bwMode="auto">
            <a:xfrm>
              <a:off x="5657850" y="2171700"/>
              <a:ext cx="22225" cy="80963"/>
            </a:xfrm>
            <a:custGeom>
              <a:avLst/>
              <a:gdLst>
                <a:gd name="T0" fmla="*/ 72 w 106"/>
                <a:gd name="T1" fmla="*/ 113 h 334"/>
                <a:gd name="T2" fmla="*/ 2 w 106"/>
                <a:gd name="T3" fmla="*/ 118 h 334"/>
                <a:gd name="T4" fmla="*/ 2 w 106"/>
                <a:gd name="T5" fmla="*/ 134 h 334"/>
                <a:gd name="T6" fmla="*/ 39 w 106"/>
                <a:gd name="T7" fmla="*/ 161 h 334"/>
                <a:gd name="T8" fmla="*/ 39 w 106"/>
                <a:gd name="T9" fmla="*/ 296 h 334"/>
                <a:gd name="T10" fmla="*/ 0 w 106"/>
                <a:gd name="T11" fmla="*/ 318 h 334"/>
                <a:gd name="T12" fmla="*/ 0 w 106"/>
                <a:gd name="T13" fmla="*/ 334 h 334"/>
                <a:gd name="T14" fmla="*/ 55 w 106"/>
                <a:gd name="T15" fmla="*/ 332 h 334"/>
                <a:gd name="T16" fmla="*/ 106 w 106"/>
                <a:gd name="T17" fmla="*/ 334 h 334"/>
                <a:gd name="T18" fmla="*/ 106 w 106"/>
                <a:gd name="T19" fmla="*/ 318 h 334"/>
                <a:gd name="T20" fmla="*/ 72 w 106"/>
                <a:gd name="T21" fmla="*/ 296 h 334"/>
                <a:gd name="T22" fmla="*/ 72 w 106"/>
                <a:gd name="T23" fmla="*/ 113 h 334"/>
                <a:gd name="T24" fmla="*/ 74 w 106"/>
                <a:gd name="T25" fmla="*/ 26 h 334"/>
                <a:gd name="T26" fmla="*/ 47 w 106"/>
                <a:gd name="T27" fmla="*/ 0 h 334"/>
                <a:gd name="T28" fmla="*/ 21 w 106"/>
                <a:gd name="T29" fmla="*/ 26 h 334"/>
                <a:gd name="T30" fmla="*/ 47 w 106"/>
                <a:gd name="T31" fmla="*/ 53 h 334"/>
                <a:gd name="T32" fmla="*/ 74 w 106"/>
                <a:gd name="T33" fmla="*/ 26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6" h="334">
                  <a:moveTo>
                    <a:pt x="72" y="113"/>
                  </a:moveTo>
                  <a:lnTo>
                    <a:pt x="2" y="118"/>
                  </a:lnTo>
                  <a:lnTo>
                    <a:pt x="2" y="134"/>
                  </a:lnTo>
                  <a:cubicBezTo>
                    <a:pt x="34" y="134"/>
                    <a:pt x="39" y="137"/>
                    <a:pt x="39" y="161"/>
                  </a:cubicBezTo>
                  <a:lnTo>
                    <a:pt x="39" y="296"/>
                  </a:lnTo>
                  <a:cubicBezTo>
                    <a:pt x="39" y="318"/>
                    <a:pt x="33" y="318"/>
                    <a:pt x="0" y="318"/>
                  </a:cubicBezTo>
                  <a:lnTo>
                    <a:pt x="0" y="334"/>
                  </a:lnTo>
                  <a:cubicBezTo>
                    <a:pt x="16" y="333"/>
                    <a:pt x="43" y="332"/>
                    <a:pt x="55" y="332"/>
                  </a:cubicBezTo>
                  <a:cubicBezTo>
                    <a:pt x="72" y="332"/>
                    <a:pt x="89" y="333"/>
                    <a:pt x="106" y="334"/>
                  </a:cubicBezTo>
                  <a:lnTo>
                    <a:pt x="106" y="318"/>
                  </a:lnTo>
                  <a:cubicBezTo>
                    <a:pt x="74" y="318"/>
                    <a:pt x="72" y="316"/>
                    <a:pt x="72" y="296"/>
                  </a:cubicBezTo>
                  <a:lnTo>
                    <a:pt x="72" y="113"/>
                  </a:lnTo>
                  <a:close/>
                  <a:moveTo>
                    <a:pt x="74" y="26"/>
                  </a:moveTo>
                  <a:cubicBezTo>
                    <a:pt x="74" y="10"/>
                    <a:pt x="61" y="0"/>
                    <a:pt x="47" y="0"/>
                  </a:cubicBezTo>
                  <a:cubicBezTo>
                    <a:pt x="32" y="0"/>
                    <a:pt x="21" y="13"/>
                    <a:pt x="21" y="26"/>
                  </a:cubicBezTo>
                  <a:cubicBezTo>
                    <a:pt x="21" y="40"/>
                    <a:pt x="32" y="53"/>
                    <a:pt x="47" y="53"/>
                  </a:cubicBezTo>
                  <a:cubicBezTo>
                    <a:pt x="61" y="53"/>
                    <a:pt x="74" y="42"/>
                    <a:pt x="74" y="26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6" name="Freeform 478">
              <a:extLst>
                <a:ext uri="{FF2B5EF4-FFF2-40B4-BE49-F238E27FC236}">
                  <a16:creationId xmlns:a16="http://schemas.microsoft.com/office/drawing/2014/main" id="{301748C6-C61E-4655-8CDC-0E9C55964E96}"/>
                </a:ext>
              </a:extLst>
            </p:cNvPr>
            <p:cNvSpPr>
              <a:spLocks/>
            </p:cNvSpPr>
            <p:nvPr>
              <p:custDataLst>
                <p:tags r:id="rId92"/>
              </p:custDataLst>
            </p:nvPr>
          </p:nvSpPr>
          <p:spPr bwMode="auto">
            <a:xfrm>
              <a:off x="5686425" y="2168525"/>
              <a:ext cx="22225" cy="84138"/>
            </a:xfrm>
            <a:custGeom>
              <a:avLst/>
              <a:gdLst>
                <a:gd name="T0" fmla="*/ 72 w 111"/>
                <a:gd name="T1" fmla="*/ 0 h 347"/>
                <a:gd name="T2" fmla="*/ 0 w 111"/>
                <a:gd name="T3" fmla="*/ 6 h 347"/>
                <a:gd name="T4" fmla="*/ 0 w 111"/>
                <a:gd name="T5" fmla="*/ 21 h 347"/>
                <a:gd name="T6" fmla="*/ 39 w 111"/>
                <a:gd name="T7" fmla="*/ 49 h 347"/>
                <a:gd name="T8" fmla="*/ 39 w 111"/>
                <a:gd name="T9" fmla="*/ 309 h 347"/>
                <a:gd name="T10" fmla="*/ 0 w 111"/>
                <a:gd name="T11" fmla="*/ 331 h 347"/>
                <a:gd name="T12" fmla="*/ 0 w 111"/>
                <a:gd name="T13" fmla="*/ 347 h 347"/>
                <a:gd name="T14" fmla="*/ 56 w 111"/>
                <a:gd name="T15" fmla="*/ 345 h 347"/>
                <a:gd name="T16" fmla="*/ 111 w 111"/>
                <a:gd name="T17" fmla="*/ 347 h 347"/>
                <a:gd name="T18" fmla="*/ 111 w 111"/>
                <a:gd name="T19" fmla="*/ 331 h 347"/>
                <a:gd name="T20" fmla="*/ 72 w 111"/>
                <a:gd name="T21" fmla="*/ 309 h 347"/>
                <a:gd name="T22" fmla="*/ 72 w 111"/>
                <a:gd name="T23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347">
                  <a:moveTo>
                    <a:pt x="72" y="0"/>
                  </a:move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309"/>
                  </a:lnTo>
                  <a:cubicBezTo>
                    <a:pt x="39" y="331"/>
                    <a:pt x="34" y="331"/>
                    <a:pt x="0" y="331"/>
                  </a:cubicBezTo>
                  <a:lnTo>
                    <a:pt x="0" y="347"/>
                  </a:lnTo>
                  <a:cubicBezTo>
                    <a:pt x="17" y="346"/>
                    <a:pt x="43" y="345"/>
                    <a:pt x="56" y="345"/>
                  </a:cubicBezTo>
                  <a:cubicBezTo>
                    <a:pt x="68" y="345"/>
                    <a:pt x="92" y="346"/>
                    <a:pt x="111" y="347"/>
                  </a:cubicBezTo>
                  <a:lnTo>
                    <a:pt x="111" y="331"/>
                  </a:lnTo>
                  <a:cubicBezTo>
                    <a:pt x="78" y="331"/>
                    <a:pt x="72" y="331"/>
                    <a:pt x="72" y="309"/>
                  </a:cubicBezTo>
                  <a:lnTo>
                    <a:pt x="72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7" name="Freeform 479">
              <a:extLst>
                <a:ext uri="{FF2B5EF4-FFF2-40B4-BE49-F238E27FC236}">
                  <a16:creationId xmlns:a16="http://schemas.microsoft.com/office/drawing/2014/main" id="{3BA09E3E-291A-46AB-9209-79858432240C}"/>
                </a:ext>
              </a:extLst>
            </p:cNvPr>
            <p:cNvSpPr>
              <a:spLocks noEditPoints="1"/>
            </p:cNvSpPr>
            <p:nvPr>
              <p:custDataLst>
                <p:tags r:id="rId93"/>
              </p:custDataLst>
            </p:nvPr>
          </p:nvSpPr>
          <p:spPr bwMode="auto">
            <a:xfrm>
              <a:off x="5713413" y="2198688"/>
              <a:ext cx="39688" cy="55563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1 w 193"/>
                <a:gd name="T9" fmla="*/ 108 h 229"/>
                <a:gd name="T10" fmla="*/ 181 w 193"/>
                <a:gd name="T11" fmla="*/ 108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7 w 193"/>
                <a:gd name="T23" fmla="*/ 158 h 229"/>
                <a:gd name="T24" fmla="*/ 180 w 193"/>
                <a:gd name="T25" fmla="*/ 165 h 229"/>
                <a:gd name="T26" fmla="*/ 113 w 193"/>
                <a:gd name="T27" fmla="*/ 217 h 229"/>
                <a:gd name="T28" fmla="*/ 56 w 193"/>
                <a:gd name="T29" fmla="*/ 183 h 229"/>
                <a:gd name="T30" fmla="*/ 41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3"/>
                    <a:pt x="87" y="11"/>
                    <a:pt x="104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2" y="98"/>
                  </a:lnTo>
                  <a:close/>
                  <a:moveTo>
                    <a:pt x="41" y="108"/>
                  </a:moveTo>
                  <a:lnTo>
                    <a:pt x="181" y="108"/>
                  </a:lnTo>
                  <a:cubicBezTo>
                    <a:pt x="192" y="108"/>
                    <a:pt x="193" y="108"/>
                    <a:pt x="193" y="98"/>
                  </a:cubicBezTo>
                  <a:cubicBezTo>
                    <a:pt x="193" y="48"/>
                    <a:pt x="166" y="0"/>
                    <a:pt x="104" y="0"/>
                  </a:cubicBezTo>
                  <a:cubicBezTo>
                    <a:pt x="46" y="0"/>
                    <a:pt x="0" y="51"/>
                    <a:pt x="0" y="114"/>
                  </a:cubicBezTo>
                  <a:cubicBezTo>
                    <a:pt x="0" y="181"/>
                    <a:pt x="52" y="229"/>
                    <a:pt x="110" y="229"/>
                  </a:cubicBezTo>
                  <a:cubicBezTo>
                    <a:pt x="171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7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6" y="183"/>
                  </a:cubicBezTo>
                  <a:cubicBezTo>
                    <a:pt x="41" y="159"/>
                    <a:pt x="41" y="126"/>
                    <a:pt x="41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8" name="Freeform 480">
              <a:extLst>
                <a:ext uri="{FF2B5EF4-FFF2-40B4-BE49-F238E27FC236}">
                  <a16:creationId xmlns:a16="http://schemas.microsoft.com/office/drawing/2014/main" id="{86A6DE7C-66E8-4488-801C-02236417FB40}"/>
                </a:ext>
              </a:extLst>
            </p:cNvPr>
            <p:cNvSpPr>
              <a:spLocks/>
            </p:cNvSpPr>
            <p:nvPr>
              <p:custDataLst>
                <p:tags r:id="rId94"/>
              </p:custDataLst>
            </p:nvPr>
          </p:nvSpPr>
          <p:spPr bwMode="auto">
            <a:xfrm>
              <a:off x="5792788" y="2198688"/>
              <a:ext cx="33338" cy="55563"/>
            </a:xfrm>
            <a:custGeom>
              <a:avLst/>
              <a:gdLst>
                <a:gd name="T0" fmla="*/ 88 w 163"/>
                <a:gd name="T1" fmla="*/ 127 h 229"/>
                <a:gd name="T2" fmla="*/ 139 w 163"/>
                <a:gd name="T3" fmla="*/ 173 h 229"/>
                <a:gd name="T4" fmla="*/ 83 w 163"/>
                <a:gd name="T5" fmla="*/ 218 h 229"/>
                <a:gd name="T6" fmla="*/ 14 w 163"/>
                <a:gd name="T7" fmla="*/ 147 h 229"/>
                <a:gd name="T8" fmla="*/ 7 w 163"/>
                <a:gd name="T9" fmla="*/ 139 h 229"/>
                <a:gd name="T10" fmla="*/ 0 w 163"/>
                <a:gd name="T11" fmla="*/ 151 h 229"/>
                <a:gd name="T12" fmla="*/ 0 w 163"/>
                <a:gd name="T13" fmla="*/ 217 h 229"/>
                <a:gd name="T14" fmla="*/ 6 w 163"/>
                <a:gd name="T15" fmla="*/ 229 h 229"/>
                <a:gd name="T16" fmla="*/ 18 w 163"/>
                <a:gd name="T17" fmla="*/ 219 h 229"/>
                <a:gd name="T18" fmla="*/ 28 w 163"/>
                <a:gd name="T19" fmla="*/ 208 h 229"/>
                <a:gd name="T20" fmla="*/ 83 w 163"/>
                <a:gd name="T21" fmla="*/ 229 h 229"/>
                <a:gd name="T22" fmla="*/ 163 w 163"/>
                <a:gd name="T23" fmla="*/ 160 h 229"/>
                <a:gd name="T24" fmla="*/ 142 w 163"/>
                <a:gd name="T25" fmla="*/ 112 h 229"/>
                <a:gd name="T26" fmla="*/ 86 w 163"/>
                <a:gd name="T27" fmla="*/ 88 h 229"/>
                <a:gd name="T28" fmla="*/ 24 w 163"/>
                <a:gd name="T29" fmla="*/ 47 h 229"/>
                <a:gd name="T30" fmla="*/ 80 w 163"/>
                <a:gd name="T31" fmla="*/ 9 h 229"/>
                <a:gd name="T32" fmla="*/ 138 w 163"/>
                <a:gd name="T33" fmla="*/ 70 h 229"/>
                <a:gd name="T34" fmla="*/ 144 w 163"/>
                <a:gd name="T35" fmla="*/ 74 h 229"/>
                <a:gd name="T36" fmla="*/ 151 w 163"/>
                <a:gd name="T37" fmla="*/ 62 h 229"/>
                <a:gd name="T38" fmla="*/ 151 w 163"/>
                <a:gd name="T39" fmla="*/ 12 h 229"/>
                <a:gd name="T40" fmla="*/ 145 w 163"/>
                <a:gd name="T41" fmla="*/ 0 h 229"/>
                <a:gd name="T42" fmla="*/ 135 w 163"/>
                <a:gd name="T43" fmla="*/ 6 h 229"/>
                <a:gd name="T44" fmla="*/ 127 w 163"/>
                <a:gd name="T45" fmla="*/ 14 h 229"/>
                <a:gd name="T46" fmla="*/ 80 w 163"/>
                <a:gd name="T47" fmla="*/ 0 h 229"/>
                <a:gd name="T48" fmla="*/ 0 w 163"/>
                <a:gd name="T49" fmla="*/ 61 h 229"/>
                <a:gd name="T50" fmla="*/ 22 w 163"/>
                <a:gd name="T51" fmla="*/ 104 h 229"/>
                <a:gd name="T52" fmla="*/ 88 w 163"/>
                <a:gd name="T53" fmla="*/ 12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3" h="229">
                  <a:moveTo>
                    <a:pt x="88" y="127"/>
                  </a:moveTo>
                  <a:cubicBezTo>
                    <a:pt x="99" y="129"/>
                    <a:pt x="139" y="137"/>
                    <a:pt x="139" y="173"/>
                  </a:cubicBezTo>
                  <a:cubicBezTo>
                    <a:pt x="139" y="198"/>
                    <a:pt x="122" y="218"/>
                    <a:pt x="83" y="218"/>
                  </a:cubicBezTo>
                  <a:cubicBezTo>
                    <a:pt x="41" y="218"/>
                    <a:pt x="23" y="190"/>
                    <a:pt x="14" y="147"/>
                  </a:cubicBezTo>
                  <a:cubicBezTo>
                    <a:pt x="12" y="141"/>
                    <a:pt x="12" y="139"/>
                    <a:pt x="7" y="139"/>
                  </a:cubicBezTo>
                  <a:cubicBezTo>
                    <a:pt x="0" y="139"/>
                    <a:pt x="0" y="142"/>
                    <a:pt x="0" y="151"/>
                  </a:cubicBezTo>
                  <a:lnTo>
                    <a:pt x="0" y="217"/>
                  </a:lnTo>
                  <a:cubicBezTo>
                    <a:pt x="0" y="226"/>
                    <a:pt x="0" y="229"/>
                    <a:pt x="6" y="229"/>
                  </a:cubicBezTo>
                  <a:cubicBezTo>
                    <a:pt x="8" y="229"/>
                    <a:pt x="9" y="229"/>
                    <a:pt x="18" y="219"/>
                  </a:cubicBezTo>
                  <a:cubicBezTo>
                    <a:pt x="19" y="218"/>
                    <a:pt x="19" y="217"/>
                    <a:pt x="28" y="208"/>
                  </a:cubicBezTo>
                  <a:cubicBezTo>
                    <a:pt x="50" y="229"/>
                    <a:pt x="73" y="229"/>
                    <a:pt x="83" y="229"/>
                  </a:cubicBezTo>
                  <a:cubicBezTo>
                    <a:pt x="140" y="229"/>
                    <a:pt x="163" y="196"/>
                    <a:pt x="163" y="160"/>
                  </a:cubicBezTo>
                  <a:cubicBezTo>
                    <a:pt x="163" y="133"/>
                    <a:pt x="148" y="118"/>
                    <a:pt x="142" y="112"/>
                  </a:cubicBezTo>
                  <a:cubicBezTo>
                    <a:pt x="126" y="96"/>
                    <a:pt x="107" y="92"/>
                    <a:pt x="86" y="88"/>
                  </a:cubicBezTo>
                  <a:cubicBezTo>
                    <a:pt x="58" y="83"/>
                    <a:pt x="24" y="76"/>
                    <a:pt x="24" y="47"/>
                  </a:cubicBezTo>
                  <a:cubicBezTo>
                    <a:pt x="24" y="30"/>
                    <a:pt x="37" y="9"/>
                    <a:pt x="80" y="9"/>
                  </a:cubicBezTo>
                  <a:cubicBezTo>
                    <a:pt x="135" y="9"/>
                    <a:pt x="137" y="54"/>
                    <a:pt x="138" y="70"/>
                  </a:cubicBezTo>
                  <a:cubicBezTo>
                    <a:pt x="139" y="74"/>
                    <a:pt x="143" y="74"/>
                    <a:pt x="144" y="74"/>
                  </a:cubicBezTo>
                  <a:cubicBezTo>
                    <a:pt x="151" y="74"/>
                    <a:pt x="151" y="72"/>
                    <a:pt x="151" y="62"/>
                  </a:cubicBezTo>
                  <a:lnTo>
                    <a:pt x="151" y="12"/>
                  </a:lnTo>
                  <a:cubicBezTo>
                    <a:pt x="151" y="3"/>
                    <a:pt x="151" y="0"/>
                    <a:pt x="145" y="0"/>
                  </a:cubicBezTo>
                  <a:cubicBezTo>
                    <a:pt x="143" y="0"/>
                    <a:pt x="142" y="0"/>
                    <a:pt x="135" y="6"/>
                  </a:cubicBezTo>
                  <a:cubicBezTo>
                    <a:pt x="134" y="8"/>
                    <a:pt x="129" y="12"/>
                    <a:pt x="127" y="14"/>
                  </a:cubicBezTo>
                  <a:cubicBezTo>
                    <a:pt x="108" y="0"/>
                    <a:pt x="88" y="0"/>
                    <a:pt x="80" y="0"/>
                  </a:cubicBezTo>
                  <a:cubicBezTo>
                    <a:pt x="19" y="0"/>
                    <a:pt x="0" y="33"/>
                    <a:pt x="0" y="61"/>
                  </a:cubicBezTo>
                  <a:cubicBezTo>
                    <a:pt x="0" y="79"/>
                    <a:pt x="8" y="93"/>
                    <a:pt x="22" y="104"/>
                  </a:cubicBezTo>
                  <a:cubicBezTo>
                    <a:pt x="38" y="117"/>
                    <a:pt x="52" y="120"/>
                    <a:pt x="88" y="1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9" name="Freeform 481">
              <a:extLst>
                <a:ext uri="{FF2B5EF4-FFF2-40B4-BE49-F238E27FC236}">
                  <a16:creationId xmlns:a16="http://schemas.microsoft.com/office/drawing/2014/main" id="{50891AD8-A083-4BCE-A77F-E090997AF5C1}"/>
                </a:ext>
              </a:extLst>
            </p:cNvPr>
            <p:cNvSpPr>
              <a:spLocks noEditPoints="1"/>
            </p:cNvSpPr>
            <p:nvPr>
              <p:custDataLst>
                <p:tags r:id="rId95"/>
              </p:custDataLst>
            </p:nvPr>
          </p:nvSpPr>
          <p:spPr bwMode="auto">
            <a:xfrm>
              <a:off x="5832475" y="2198688"/>
              <a:ext cx="39688" cy="55563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2 w 193"/>
                <a:gd name="T9" fmla="*/ 108 h 229"/>
                <a:gd name="T10" fmla="*/ 181 w 193"/>
                <a:gd name="T11" fmla="*/ 108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7 w 193"/>
                <a:gd name="T23" fmla="*/ 158 h 229"/>
                <a:gd name="T24" fmla="*/ 180 w 193"/>
                <a:gd name="T25" fmla="*/ 165 h 229"/>
                <a:gd name="T26" fmla="*/ 113 w 193"/>
                <a:gd name="T27" fmla="*/ 217 h 229"/>
                <a:gd name="T28" fmla="*/ 57 w 193"/>
                <a:gd name="T29" fmla="*/ 183 h 229"/>
                <a:gd name="T30" fmla="*/ 42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3"/>
                    <a:pt x="87" y="11"/>
                    <a:pt x="104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2" y="98"/>
                  </a:lnTo>
                  <a:close/>
                  <a:moveTo>
                    <a:pt x="42" y="108"/>
                  </a:moveTo>
                  <a:lnTo>
                    <a:pt x="181" y="108"/>
                  </a:lnTo>
                  <a:cubicBezTo>
                    <a:pt x="192" y="108"/>
                    <a:pt x="193" y="108"/>
                    <a:pt x="193" y="98"/>
                  </a:cubicBezTo>
                  <a:cubicBezTo>
                    <a:pt x="193" y="48"/>
                    <a:pt x="166" y="0"/>
                    <a:pt x="104" y="0"/>
                  </a:cubicBezTo>
                  <a:cubicBezTo>
                    <a:pt x="46" y="0"/>
                    <a:pt x="0" y="51"/>
                    <a:pt x="0" y="114"/>
                  </a:cubicBezTo>
                  <a:cubicBezTo>
                    <a:pt x="0" y="181"/>
                    <a:pt x="53" y="229"/>
                    <a:pt x="110" y="229"/>
                  </a:cubicBezTo>
                  <a:cubicBezTo>
                    <a:pt x="171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7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7" y="183"/>
                  </a:cubicBezTo>
                  <a:cubicBezTo>
                    <a:pt x="42" y="159"/>
                    <a:pt x="42" y="126"/>
                    <a:pt x="42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0" name="Freeform 482">
              <a:extLst>
                <a:ext uri="{FF2B5EF4-FFF2-40B4-BE49-F238E27FC236}">
                  <a16:creationId xmlns:a16="http://schemas.microsoft.com/office/drawing/2014/main" id="{F702355C-6569-468D-BD40-A01C321B7070}"/>
                </a:ext>
              </a:extLst>
            </p:cNvPr>
            <p:cNvSpPr>
              <a:spLocks noEditPoints="1"/>
            </p:cNvSpPr>
            <p:nvPr>
              <p:custDataLst>
                <p:tags r:id="rId96"/>
              </p:custDataLst>
            </p:nvPr>
          </p:nvSpPr>
          <p:spPr bwMode="auto">
            <a:xfrm>
              <a:off x="5880100" y="2198688"/>
              <a:ext cx="44450" cy="55563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79 h 229"/>
                <a:gd name="T6" fmla="*/ 225 w 225"/>
                <a:gd name="T7" fmla="*/ 151 h 229"/>
                <a:gd name="T8" fmla="*/ 212 w 225"/>
                <a:gd name="T9" fmla="*/ 151 h 229"/>
                <a:gd name="T10" fmla="*/ 212 w 225"/>
                <a:gd name="T11" fmla="*/ 179 h 229"/>
                <a:gd name="T12" fmla="*/ 194 w 225"/>
                <a:gd name="T13" fmla="*/ 211 h 229"/>
                <a:gd name="T14" fmla="*/ 176 w 225"/>
                <a:gd name="T15" fmla="*/ 186 h 229"/>
                <a:gd name="T16" fmla="*/ 176 w 225"/>
                <a:gd name="T17" fmla="*/ 86 h 229"/>
                <a:gd name="T18" fmla="*/ 158 w 225"/>
                <a:gd name="T19" fmla="*/ 27 h 229"/>
                <a:gd name="T20" fmla="*/ 89 w 225"/>
                <a:gd name="T21" fmla="*/ 0 h 229"/>
                <a:gd name="T22" fmla="*/ 14 w 225"/>
                <a:gd name="T23" fmla="*/ 56 h 229"/>
                <a:gd name="T24" fmla="*/ 37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8 w 225"/>
                <a:gd name="T31" fmla="*/ 11 h 229"/>
                <a:gd name="T32" fmla="*/ 141 w 225"/>
                <a:gd name="T33" fmla="*/ 75 h 229"/>
                <a:gd name="T34" fmla="*/ 141 w 225"/>
                <a:gd name="T35" fmla="*/ 93 h 229"/>
                <a:gd name="T36" fmla="*/ 50 w 225"/>
                <a:gd name="T37" fmla="*/ 111 h 229"/>
                <a:gd name="T38" fmla="*/ 0 w 225"/>
                <a:gd name="T39" fmla="*/ 176 h 229"/>
                <a:gd name="T40" fmla="*/ 79 w 225"/>
                <a:gd name="T41" fmla="*/ 229 h 229"/>
                <a:gd name="T42" fmla="*/ 145 w 225"/>
                <a:gd name="T43" fmla="*/ 186 h 229"/>
                <a:gd name="T44" fmla="*/ 141 w 225"/>
                <a:gd name="T45" fmla="*/ 104 h 229"/>
                <a:gd name="T46" fmla="*/ 141 w 225"/>
                <a:gd name="T47" fmla="*/ 154 h 229"/>
                <a:gd name="T48" fmla="*/ 83 w 225"/>
                <a:gd name="T49" fmla="*/ 218 h 229"/>
                <a:gd name="T50" fmla="*/ 38 w 225"/>
                <a:gd name="T51" fmla="*/ 176 h 229"/>
                <a:gd name="T52" fmla="*/ 141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0" y="227"/>
                    <a:pt x="184" y="227"/>
                  </a:cubicBezTo>
                  <a:cubicBezTo>
                    <a:pt x="194" y="227"/>
                    <a:pt x="225" y="220"/>
                    <a:pt x="225" y="179"/>
                  </a:cubicBezTo>
                  <a:lnTo>
                    <a:pt x="225" y="151"/>
                  </a:lnTo>
                  <a:lnTo>
                    <a:pt x="212" y="151"/>
                  </a:lnTo>
                  <a:lnTo>
                    <a:pt x="212" y="179"/>
                  </a:lnTo>
                  <a:cubicBezTo>
                    <a:pt x="212" y="208"/>
                    <a:pt x="200" y="211"/>
                    <a:pt x="194" y="211"/>
                  </a:cubicBezTo>
                  <a:cubicBezTo>
                    <a:pt x="178" y="211"/>
                    <a:pt x="176" y="189"/>
                    <a:pt x="176" y="186"/>
                  </a:cubicBezTo>
                  <a:lnTo>
                    <a:pt x="176" y="86"/>
                  </a:lnTo>
                  <a:cubicBezTo>
                    <a:pt x="176" y="65"/>
                    <a:pt x="176" y="46"/>
                    <a:pt x="158" y="27"/>
                  </a:cubicBezTo>
                  <a:cubicBezTo>
                    <a:pt x="138" y="8"/>
                    <a:pt x="113" y="0"/>
                    <a:pt x="89" y="0"/>
                  </a:cubicBezTo>
                  <a:cubicBezTo>
                    <a:pt x="49" y="0"/>
                    <a:pt x="14" y="23"/>
                    <a:pt x="14" y="56"/>
                  </a:cubicBezTo>
                  <a:cubicBezTo>
                    <a:pt x="14" y="71"/>
                    <a:pt x="24" y="80"/>
                    <a:pt x="37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7" y="34"/>
                    <a:pt x="35" y="34"/>
                  </a:cubicBezTo>
                  <a:cubicBezTo>
                    <a:pt x="48" y="16"/>
                    <a:pt x="72" y="11"/>
                    <a:pt x="88" y="11"/>
                  </a:cubicBezTo>
                  <a:cubicBezTo>
                    <a:pt x="113" y="11"/>
                    <a:pt x="141" y="30"/>
                    <a:pt x="141" y="75"/>
                  </a:cubicBezTo>
                  <a:lnTo>
                    <a:pt x="141" y="93"/>
                  </a:lnTo>
                  <a:cubicBezTo>
                    <a:pt x="116" y="95"/>
                    <a:pt x="81" y="96"/>
                    <a:pt x="50" y="111"/>
                  </a:cubicBezTo>
                  <a:cubicBezTo>
                    <a:pt x="12" y="128"/>
                    <a:pt x="0" y="154"/>
                    <a:pt x="0" y="176"/>
                  </a:cubicBezTo>
                  <a:cubicBezTo>
                    <a:pt x="0" y="217"/>
                    <a:pt x="48" y="229"/>
                    <a:pt x="79" y="229"/>
                  </a:cubicBezTo>
                  <a:cubicBezTo>
                    <a:pt x="112" y="229"/>
                    <a:pt x="135" y="209"/>
                    <a:pt x="145" y="186"/>
                  </a:cubicBezTo>
                  <a:close/>
                  <a:moveTo>
                    <a:pt x="141" y="104"/>
                  </a:moveTo>
                  <a:lnTo>
                    <a:pt x="141" y="154"/>
                  </a:lnTo>
                  <a:cubicBezTo>
                    <a:pt x="141" y="201"/>
                    <a:pt x="105" y="218"/>
                    <a:pt x="83" y="218"/>
                  </a:cubicBezTo>
                  <a:cubicBezTo>
                    <a:pt x="58" y="218"/>
                    <a:pt x="38" y="201"/>
                    <a:pt x="38" y="176"/>
                  </a:cubicBezTo>
                  <a:cubicBezTo>
                    <a:pt x="38" y="148"/>
                    <a:pt x="59" y="107"/>
                    <a:pt x="141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1" name="Freeform 483">
              <a:extLst>
                <a:ext uri="{FF2B5EF4-FFF2-40B4-BE49-F238E27FC236}">
                  <a16:creationId xmlns:a16="http://schemas.microsoft.com/office/drawing/2014/main" id="{5E96F0DD-313A-4872-A3CE-F48CC80C3AA4}"/>
                </a:ext>
              </a:extLst>
            </p:cNvPr>
            <p:cNvSpPr>
              <a:spLocks/>
            </p:cNvSpPr>
            <p:nvPr>
              <p:custDataLst>
                <p:tags r:id="rId97"/>
              </p:custDataLst>
            </p:nvPr>
          </p:nvSpPr>
          <p:spPr bwMode="auto">
            <a:xfrm>
              <a:off x="5927725" y="2198688"/>
              <a:ext cx="34925" cy="53975"/>
            </a:xfrm>
            <a:custGeom>
              <a:avLst/>
              <a:gdLst>
                <a:gd name="T0" fmla="*/ 69 w 167"/>
                <a:gd name="T1" fmla="*/ 55 h 221"/>
                <a:gd name="T2" fmla="*/ 69 w 167"/>
                <a:gd name="T3" fmla="*/ 0 h 221"/>
                <a:gd name="T4" fmla="*/ 0 w 167"/>
                <a:gd name="T5" fmla="*/ 5 h 221"/>
                <a:gd name="T6" fmla="*/ 0 w 167"/>
                <a:gd name="T7" fmla="*/ 21 h 221"/>
                <a:gd name="T8" fmla="*/ 39 w 167"/>
                <a:gd name="T9" fmla="*/ 49 h 221"/>
                <a:gd name="T10" fmla="*/ 39 w 167"/>
                <a:gd name="T11" fmla="*/ 183 h 221"/>
                <a:gd name="T12" fmla="*/ 0 w 167"/>
                <a:gd name="T13" fmla="*/ 205 h 221"/>
                <a:gd name="T14" fmla="*/ 0 w 167"/>
                <a:gd name="T15" fmla="*/ 221 h 221"/>
                <a:gd name="T16" fmla="*/ 57 w 167"/>
                <a:gd name="T17" fmla="*/ 219 h 221"/>
                <a:gd name="T18" fmla="*/ 120 w 167"/>
                <a:gd name="T19" fmla="*/ 221 h 221"/>
                <a:gd name="T20" fmla="*/ 120 w 167"/>
                <a:gd name="T21" fmla="*/ 205 h 221"/>
                <a:gd name="T22" fmla="*/ 109 w 167"/>
                <a:gd name="T23" fmla="*/ 205 h 221"/>
                <a:gd name="T24" fmla="*/ 72 w 167"/>
                <a:gd name="T25" fmla="*/ 182 h 221"/>
                <a:gd name="T26" fmla="*/ 72 w 167"/>
                <a:gd name="T27" fmla="*/ 105 h 221"/>
                <a:gd name="T28" fmla="*/ 130 w 167"/>
                <a:gd name="T29" fmla="*/ 11 h 221"/>
                <a:gd name="T30" fmla="*/ 136 w 167"/>
                <a:gd name="T31" fmla="*/ 11 h 221"/>
                <a:gd name="T32" fmla="*/ 124 w 167"/>
                <a:gd name="T33" fmla="*/ 31 h 221"/>
                <a:gd name="T34" fmla="*/ 146 w 167"/>
                <a:gd name="T35" fmla="*/ 52 h 221"/>
                <a:gd name="T36" fmla="*/ 167 w 167"/>
                <a:gd name="T37" fmla="*/ 30 h 221"/>
                <a:gd name="T38" fmla="*/ 130 w 167"/>
                <a:gd name="T39" fmla="*/ 0 h 221"/>
                <a:gd name="T40" fmla="*/ 69 w 167"/>
                <a:gd name="T41" fmla="*/ 5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7" h="221">
                  <a:moveTo>
                    <a:pt x="69" y="55"/>
                  </a:moveTo>
                  <a:lnTo>
                    <a:pt x="69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  <a:lnTo>
                    <a:pt x="39" y="183"/>
                  </a:lnTo>
                  <a:cubicBezTo>
                    <a:pt x="39" y="205"/>
                    <a:pt x="33" y="205"/>
                    <a:pt x="0" y="205"/>
                  </a:cubicBezTo>
                  <a:lnTo>
                    <a:pt x="0" y="221"/>
                  </a:lnTo>
                  <a:cubicBezTo>
                    <a:pt x="19" y="220"/>
                    <a:pt x="43" y="219"/>
                    <a:pt x="57" y="219"/>
                  </a:cubicBezTo>
                  <a:cubicBezTo>
                    <a:pt x="77" y="219"/>
                    <a:pt x="100" y="219"/>
                    <a:pt x="120" y="221"/>
                  </a:cubicBezTo>
                  <a:lnTo>
                    <a:pt x="120" y="205"/>
                  </a:lnTo>
                  <a:lnTo>
                    <a:pt x="109" y="205"/>
                  </a:lnTo>
                  <a:cubicBezTo>
                    <a:pt x="73" y="205"/>
                    <a:pt x="72" y="200"/>
                    <a:pt x="72" y="182"/>
                  </a:cubicBezTo>
                  <a:lnTo>
                    <a:pt x="72" y="105"/>
                  </a:lnTo>
                  <a:cubicBezTo>
                    <a:pt x="72" y="55"/>
                    <a:pt x="93" y="11"/>
                    <a:pt x="130" y="11"/>
                  </a:cubicBezTo>
                  <a:cubicBezTo>
                    <a:pt x="134" y="11"/>
                    <a:pt x="135" y="11"/>
                    <a:pt x="136" y="11"/>
                  </a:cubicBezTo>
                  <a:cubicBezTo>
                    <a:pt x="134" y="12"/>
                    <a:pt x="124" y="18"/>
                    <a:pt x="124" y="31"/>
                  </a:cubicBezTo>
                  <a:cubicBezTo>
                    <a:pt x="124" y="45"/>
                    <a:pt x="135" y="52"/>
                    <a:pt x="146" y="52"/>
                  </a:cubicBezTo>
                  <a:cubicBezTo>
                    <a:pt x="155" y="52"/>
                    <a:pt x="167" y="46"/>
                    <a:pt x="167" y="30"/>
                  </a:cubicBezTo>
                  <a:cubicBezTo>
                    <a:pt x="167" y="14"/>
                    <a:pt x="152" y="0"/>
                    <a:pt x="130" y="0"/>
                  </a:cubicBezTo>
                  <a:cubicBezTo>
                    <a:pt x="94" y="0"/>
                    <a:pt x="76" y="33"/>
                    <a:pt x="69" y="5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2" name="Freeform 484">
              <a:extLst>
                <a:ext uri="{FF2B5EF4-FFF2-40B4-BE49-F238E27FC236}">
                  <a16:creationId xmlns:a16="http://schemas.microsoft.com/office/drawing/2014/main" id="{BBEAD829-EFB7-4813-8680-39CCAA3AAC01}"/>
                </a:ext>
              </a:extLst>
            </p:cNvPr>
            <p:cNvSpPr>
              <a:spLocks/>
            </p:cNvSpPr>
            <p:nvPr>
              <p:custDataLst>
                <p:tags r:id="rId98"/>
              </p:custDataLst>
            </p:nvPr>
          </p:nvSpPr>
          <p:spPr bwMode="auto">
            <a:xfrm>
              <a:off x="5969000" y="2198688"/>
              <a:ext cx="38100" cy="55563"/>
            </a:xfrm>
            <a:custGeom>
              <a:avLst/>
              <a:gdLst>
                <a:gd name="T0" fmla="*/ 41 w 190"/>
                <a:gd name="T1" fmla="*/ 115 h 229"/>
                <a:gd name="T2" fmla="*/ 109 w 190"/>
                <a:gd name="T3" fmla="*/ 12 h 229"/>
                <a:gd name="T4" fmla="*/ 162 w 190"/>
                <a:gd name="T5" fmla="*/ 31 h 229"/>
                <a:gd name="T6" fmla="*/ 139 w 190"/>
                <a:gd name="T7" fmla="*/ 54 h 229"/>
                <a:gd name="T8" fmla="*/ 161 w 190"/>
                <a:gd name="T9" fmla="*/ 77 h 229"/>
                <a:gd name="T10" fmla="*/ 184 w 190"/>
                <a:gd name="T11" fmla="*/ 53 h 229"/>
                <a:gd name="T12" fmla="*/ 108 w 190"/>
                <a:gd name="T13" fmla="*/ 0 h 229"/>
                <a:gd name="T14" fmla="*/ 0 w 190"/>
                <a:gd name="T15" fmla="*/ 116 h 229"/>
                <a:gd name="T16" fmla="*/ 107 w 190"/>
                <a:gd name="T17" fmla="*/ 229 h 229"/>
                <a:gd name="T18" fmla="*/ 190 w 190"/>
                <a:gd name="T19" fmla="*/ 164 h 229"/>
                <a:gd name="T20" fmla="*/ 183 w 190"/>
                <a:gd name="T21" fmla="*/ 159 h 229"/>
                <a:gd name="T22" fmla="*/ 177 w 190"/>
                <a:gd name="T23" fmla="*/ 164 h 229"/>
                <a:gd name="T24" fmla="*/ 112 w 190"/>
                <a:gd name="T25" fmla="*/ 217 h 229"/>
                <a:gd name="T26" fmla="*/ 41 w 190"/>
                <a:gd name="T27" fmla="*/ 11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229">
                  <a:moveTo>
                    <a:pt x="41" y="115"/>
                  </a:moveTo>
                  <a:cubicBezTo>
                    <a:pt x="41" y="33"/>
                    <a:pt x="82" y="12"/>
                    <a:pt x="109" y="12"/>
                  </a:cubicBezTo>
                  <a:cubicBezTo>
                    <a:pt x="113" y="12"/>
                    <a:pt x="145" y="13"/>
                    <a:pt x="162" y="31"/>
                  </a:cubicBezTo>
                  <a:cubicBezTo>
                    <a:pt x="142" y="32"/>
                    <a:pt x="139" y="47"/>
                    <a:pt x="139" y="54"/>
                  </a:cubicBezTo>
                  <a:cubicBezTo>
                    <a:pt x="139" y="67"/>
                    <a:pt x="148" y="77"/>
                    <a:pt x="161" y="77"/>
                  </a:cubicBezTo>
                  <a:cubicBezTo>
                    <a:pt x="174" y="77"/>
                    <a:pt x="184" y="68"/>
                    <a:pt x="184" y="53"/>
                  </a:cubicBezTo>
                  <a:cubicBezTo>
                    <a:pt x="184" y="19"/>
                    <a:pt x="147" y="0"/>
                    <a:pt x="108" y="0"/>
                  </a:cubicBezTo>
                  <a:cubicBezTo>
                    <a:pt x="46" y="0"/>
                    <a:pt x="0" y="54"/>
                    <a:pt x="0" y="116"/>
                  </a:cubicBezTo>
                  <a:cubicBezTo>
                    <a:pt x="0" y="180"/>
                    <a:pt x="49" y="229"/>
                    <a:pt x="107" y="229"/>
                  </a:cubicBezTo>
                  <a:cubicBezTo>
                    <a:pt x="174" y="229"/>
                    <a:pt x="190" y="169"/>
                    <a:pt x="190" y="164"/>
                  </a:cubicBezTo>
                  <a:cubicBezTo>
                    <a:pt x="190" y="159"/>
                    <a:pt x="185" y="159"/>
                    <a:pt x="183" y="159"/>
                  </a:cubicBezTo>
                  <a:cubicBezTo>
                    <a:pt x="179" y="159"/>
                    <a:pt x="178" y="161"/>
                    <a:pt x="177" y="164"/>
                  </a:cubicBezTo>
                  <a:cubicBezTo>
                    <a:pt x="162" y="211"/>
                    <a:pt x="130" y="217"/>
                    <a:pt x="112" y="217"/>
                  </a:cubicBezTo>
                  <a:cubicBezTo>
                    <a:pt x="85" y="217"/>
                    <a:pt x="41" y="195"/>
                    <a:pt x="41" y="1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3" name="Freeform 485">
              <a:extLst>
                <a:ext uri="{FF2B5EF4-FFF2-40B4-BE49-F238E27FC236}">
                  <a16:creationId xmlns:a16="http://schemas.microsoft.com/office/drawing/2014/main" id="{BC4FCE96-2AB4-42BB-96F7-1C918F473D8D}"/>
                </a:ext>
              </a:extLst>
            </p:cNvPr>
            <p:cNvSpPr>
              <a:spLocks/>
            </p:cNvSpPr>
            <p:nvPr>
              <p:custDataLst>
                <p:tags r:id="rId99"/>
              </p:custDataLst>
            </p:nvPr>
          </p:nvSpPr>
          <p:spPr bwMode="auto">
            <a:xfrm>
              <a:off x="6010275" y="2168525"/>
              <a:ext cx="50800" cy="84138"/>
            </a:xfrm>
            <a:custGeom>
              <a:avLst/>
              <a:gdLst>
                <a:gd name="T0" fmla="*/ 39 w 251"/>
                <a:gd name="T1" fmla="*/ 309 h 347"/>
                <a:gd name="T2" fmla="*/ 0 w 251"/>
                <a:gd name="T3" fmla="*/ 331 h 347"/>
                <a:gd name="T4" fmla="*/ 0 w 251"/>
                <a:gd name="T5" fmla="*/ 347 h 347"/>
                <a:gd name="T6" fmla="*/ 57 w 251"/>
                <a:gd name="T7" fmla="*/ 345 h 347"/>
                <a:gd name="T8" fmla="*/ 113 w 251"/>
                <a:gd name="T9" fmla="*/ 347 h 347"/>
                <a:gd name="T10" fmla="*/ 113 w 251"/>
                <a:gd name="T11" fmla="*/ 331 h 347"/>
                <a:gd name="T12" fmla="*/ 74 w 251"/>
                <a:gd name="T13" fmla="*/ 309 h 347"/>
                <a:gd name="T14" fmla="*/ 74 w 251"/>
                <a:gd name="T15" fmla="*/ 217 h 347"/>
                <a:gd name="T16" fmla="*/ 141 w 251"/>
                <a:gd name="T17" fmla="*/ 137 h 347"/>
                <a:gd name="T18" fmla="*/ 178 w 251"/>
                <a:gd name="T19" fmla="*/ 192 h 347"/>
                <a:gd name="T20" fmla="*/ 178 w 251"/>
                <a:gd name="T21" fmla="*/ 309 h 347"/>
                <a:gd name="T22" fmla="*/ 139 w 251"/>
                <a:gd name="T23" fmla="*/ 331 h 347"/>
                <a:gd name="T24" fmla="*/ 139 w 251"/>
                <a:gd name="T25" fmla="*/ 347 h 347"/>
                <a:gd name="T26" fmla="*/ 195 w 251"/>
                <a:gd name="T27" fmla="*/ 345 h 347"/>
                <a:gd name="T28" fmla="*/ 251 w 251"/>
                <a:gd name="T29" fmla="*/ 347 h 347"/>
                <a:gd name="T30" fmla="*/ 251 w 251"/>
                <a:gd name="T31" fmla="*/ 331 h 347"/>
                <a:gd name="T32" fmla="*/ 212 w 251"/>
                <a:gd name="T33" fmla="*/ 316 h 347"/>
                <a:gd name="T34" fmla="*/ 212 w 251"/>
                <a:gd name="T35" fmla="*/ 221 h 347"/>
                <a:gd name="T36" fmla="*/ 197 w 251"/>
                <a:gd name="T37" fmla="*/ 144 h 347"/>
                <a:gd name="T38" fmla="*/ 144 w 251"/>
                <a:gd name="T39" fmla="*/ 126 h 347"/>
                <a:gd name="T40" fmla="*/ 72 w 251"/>
                <a:gd name="T41" fmla="*/ 175 h 347"/>
                <a:gd name="T42" fmla="*/ 72 w 251"/>
                <a:gd name="T43" fmla="*/ 0 h 347"/>
                <a:gd name="T44" fmla="*/ 0 w 251"/>
                <a:gd name="T45" fmla="*/ 6 h 347"/>
                <a:gd name="T46" fmla="*/ 0 w 251"/>
                <a:gd name="T47" fmla="*/ 21 h 347"/>
                <a:gd name="T48" fmla="*/ 39 w 251"/>
                <a:gd name="T49" fmla="*/ 49 h 347"/>
                <a:gd name="T50" fmla="*/ 39 w 251"/>
                <a:gd name="T51" fmla="*/ 309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347">
                  <a:moveTo>
                    <a:pt x="39" y="309"/>
                  </a:moveTo>
                  <a:cubicBezTo>
                    <a:pt x="39" y="331"/>
                    <a:pt x="34" y="331"/>
                    <a:pt x="0" y="331"/>
                  </a:cubicBezTo>
                  <a:lnTo>
                    <a:pt x="0" y="347"/>
                  </a:lnTo>
                  <a:cubicBezTo>
                    <a:pt x="18" y="346"/>
                    <a:pt x="43" y="345"/>
                    <a:pt x="57" y="345"/>
                  </a:cubicBezTo>
                  <a:cubicBezTo>
                    <a:pt x="70" y="345"/>
                    <a:pt x="96" y="346"/>
                    <a:pt x="113" y="347"/>
                  </a:cubicBezTo>
                  <a:lnTo>
                    <a:pt x="113" y="331"/>
                  </a:lnTo>
                  <a:cubicBezTo>
                    <a:pt x="79" y="331"/>
                    <a:pt x="74" y="331"/>
                    <a:pt x="74" y="309"/>
                  </a:cubicBezTo>
                  <a:lnTo>
                    <a:pt x="74" y="217"/>
                  </a:lnTo>
                  <a:cubicBezTo>
                    <a:pt x="74" y="165"/>
                    <a:pt x="109" y="137"/>
                    <a:pt x="141" y="137"/>
                  </a:cubicBezTo>
                  <a:cubicBezTo>
                    <a:pt x="172" y="137"/>
                    <a:pt x="178" y="164"/>
                    <a:pt x="178" y="192"/>
                  </a:cubicBezTo>
                  <a:lnTo>
                    <a:pt x="178" y="309"/>
                  </a:lnTo>
                  <a:cubicBezTo>
                    <a:pt x="178" y="331"/>
                    <a:pt x="172" y="331"/>
                    <a:pt x="139" y="331"/>
                  </a:cubicBezTo>
                  <a:lnTo>
                    <a:pt x="139" y="347"/>
                  </a:lnTo>
                  <a:cubicBezTo>
                    <a:pt x="156" y="346"/>
                    <a:pt x="182" y="345"/>
                    <a:pt x="195" y="345"/>
                  </a:cubicBezTo>
                  <a:cubicBezTo>
                    <a:pt x="208" y="345"/>
                    <a:pt x="234" y="346"/>
                    <a:pt x="251" y="347"/>
                  </a:cubicBezTo>
                  <a:lnTo>
                    <a:pt x="251" y="331"/>
                  </a:lnTo>
                  <a:cubicBezTo>
                    <a:pt x="225" y="331"/>
                    <a:pt x="213" y="331"/>
                    <a:pt x="212" y="316"/>
                  </a:cubicBezTo>
                  <a:lnTo>
                    <a:pt x="212" y="221"/>
                  </a:lnTo>
                  <a:cubicBezTo>
                    <a:pt x="212" y="178"/>
                    <a:pt x="212" y="162"/>
                    <a:pt x="197" y="144"/>
                  </a:cubicBezTo>
                  <a:cubicBezTo>
                    <a:pt x="190" y="136"/>
                    <a:pt x="173" y="126"/>
                    <a:pt x="144" y="126"/>
                  </a:cubicBezTo>
                  <a:cubicBezTo>
                    <a:pt x="103" y="126"/>
                    <a:pt x="81" y="156"/>
                    <a:pt x="72" y="175"/>
                  </a:cubicBezTo>
                  <a:lnTo>
                    <a:pt x="72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30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4" name="Freeform 486">
              <a:extLst>
                <a:ext uri="{FF2B5EF4-FFF2-40B4-BE49-F238E27FC236}">
                  <a16:creationId xmlns:a16="http://schemas.microsoft.com/office/drawing/2014/main" id="{05ED6CE2-C749-4C3F-A2DC-9CDD3DCD72B6}"/>
                </a:ext>
              </a:extLst>
            </p:cNvPr>
            <p:cNvSpPr>
              <a:spLocks noEditPoints="1"/>
            </p:cNvSpPr>
            <p:nvPr>
              <p:custDataLst>
                <p:tags r:id="rId100"/>
              </p:custDataLst>
            </p:nvPr>
          </p:nvSpPr>
          <p:spPr bwMode="auto">
            <a:xfrm>
              <a:off x="6100763" y="2168525"/>
              <a:ext cx="49213" cy="85725"/>
            </a:xfrm>
            <a:custGeom>
              <a:avLst/>
              <a:gdLst>
                <a:gd name="T0" fmla="*/ 72 w 246"/>
                <a:gd name="T1" fmla="*/ 158 h 352"/>
                <a:gd name="T2" fmla="*/ 72 w 246"/>
                <a:gd name="T3" fmla="*/ 0 h 352"/>
                <a:gd name="T4" fmla="*/ 0 w 246"/>
                <a:gd name="T5" fmla="*/ 6 h 352"/>
                <a:gd name="T6" fmla="*/ 0 w 246"/>
                <a:gd name="T7" fmla="*/ 21 h 352"/>
                <a:gd name="T8" fmla="*/ 39 w 246"/>
                <a:gd name="T9" fmla="*/ 49 h 352"/>
                <a:gd name="T10" fmla="*/ 39 w 246"/>
                <a:gd name="T11" fmla="*/ 347 h 352"/>
                <a:gd name="T12" fmla="*/ 51 w 246"/>
                <a:gd name="T13" fmla="*/ 347 h 352"/>
                <a:gd name="T14" fmla="*/ 69 w 246"/>
                <a:gd name="T15" fmla="*/ 316 h 352"/>
                <a:gd name="T16" fmla="*/ 135 w 246"/>
                <a:gd name="T17" fmla="*/ 352 h 352"/>
                <a:gd name="T18" fmla="*/ 246 w 246"/>
                <a:gd name="T19" fmla="*/ 239 h 352"/>
                <a:gd name="T20" fmla="*/ 140 w 246"/>
                <a:gd name="T21" fmla="*/ 126 h 352"/>
                <a:gd name="T22" fmla="*/ 72 w 246"/>
                <a:gd name="T23" fmla="*/ 158 h 352"/>
                <a:gd name="T24" fmla="*/ 73 w 246"/>
                <a:gd name="T25" fmla="*/ 290 h 352"/>
                <a:gd name="T26" fmla="*/ 73 w 246"/>
                <a:gd name="T27" fmla="*/ 187 h 352"/>
                <a:gd name="T28" fmla="*/ 79 w 246"/>
                <a:gd name="T29" fmla="*/ 169 h 352"/>
                <a:gd name="T30" fmla="*/ 138 w 246"/>
                <a:gd name="T31" fmla="*/ 137 h 352"/>
                <a:gd name="T32" fmla="*/ 190 w 246"/>
                <a:gd name="T33" fmla="*/ 169 h 352"/>
                <a:gd name="T34" fmla="*/ 204 w 246"/>
                <a:gd name="T35" fmla="*/ 238 h 352"/>
                <a:gd name="T36" fmla="*/ 189 w 246"/>
                <a:gd name="T37" fmla="*/ 309 h 352"/>
                <a:gd name="T38" fmla="*/ 133 w 246"/>
                <a:gd name="T39" fmla="*/ 341 h 352"/>
                <a:gd name="T40" fmla="*/ 80 w 246"/>
                <a:gd name="T41" fmla="*/ 311 h 352"/>
                <a:gd name="T42" fmla="*/ 73 w 246"/>
                <a:gd name="T43" fmla="*/ 290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6" h="352">
                  <a:moveTo>
                    <a:pt x="72" y="158"/>
                  </a:moveTo>
                  <a:lnTo>
                    <a:pt x="72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347"/>
                  </a:lnTo>
                  <a:lnTo>
                    <a:pt x="51" y="347"/>
                  </a:lnTo>
                  <a:cubicBezTo>
                    <a:pt x="52" y="346"/>
                    <a:pt x="56" y="339"/>
                    <a:pt x="69" y="316"/>
                  </a:cubicBezTo>
                  <a:cubicBezTo>
                    <a:pt x="77" y="327"/>
                    <a:pt x="98" y="352"/>
                    <a:pt x="135" y="352"/>
                  </a:cubicBezTo>
                  <a:cubicBezTo>
                    <a:pt x="194" y="352"/>
                    <a:pt x="246" y="303"/>
                    <a:pt x="246" y="239"/>
                  </a:cubicBezTo>
                  <a:cubicBezTo>
                    <a:pt x="246" y="175"/>
                    <a:pt x="197" y="126"/>
                    <a:pt x="140" y="126"/>
                  </a:cubicBezTo>
                  <a:cubicBezTo>
                    <a:pt x="101" y="126"/>
                    <a:pt x="80" y="149"/>
                    <a:pt x="72" y="158"/>
                  </a:cubicBezTo>
                  <a:close/>
                  <a:moveTo>
                    <a:pt x="73" y="290"/>
                  </a:moveTo>
                  <a:lnTo>
                    <a:pt x="73" y="187"/>
                  </a:lnTo>
                  <a:cubicBezTo>
                    <a:pt x="73" y="177"/>
                    <a:pt x="73" y="177"/>
                    <a:pt x="79" y="169"/>
                  </a:cubicBezTo>
                  <a:cubicBezTo>
                    <a:pt x="98" y="141"/>
                    <a:pt x="126" y="137"/>
                    <a:pt x="138" y="137"/>
                  </a:cubicBezTo>
                  <a:cubicBezTo>
                    <a:pt x="160" y="137"/>
                    <a:pt x="178" y="150"/>
                    <a:pt x="190" y="169"/>
                  </a:cubicBezTo>
                  <a:cubicBezTo>
                    <a:pt x="203" y="189"/>
                    <a:pt x="204" y="218"/>
                    <a:pt x="204" y="238"/>
                  </a:cubicBezTo>
                  <a:cubicBezTo>
                    <a:pt x="204" y="257"/>
                    <a:pt x="203" y="287"/>
                    <a:pt x="189" y="309"/>
                  </a:cubicBezTo>
                  <a:cubicBezTo>
                    <a:pt x="178" y="325"/>
                    <a:pt x="160" y="341"/>
                    <a:pt x="133" y="341"/>
                  </a:cubicBezTo>
                  <a:cubicBezTo>
                    <a:pt x="110" y="341"/>
                    <a:pt x="92" y="329"/>
                    <a:pt x="80" y="311"/>
                  </a:cubicBezTo>
                  <a:cubicBezTo>
                    <a:pt x="73" y="300"/>
                    <a:pt x="73" y="299"/>
                    <a:pt x="73" y="290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5" name="Freeform 487">
              <a:extLst>
                <a:ext uri="{FF2B5EF4-FFF2-40B4-BE49-F238E27FC236}">
                  <a16:creationId xmlns:a16="http://schemas.microsoft.com/office/drawing/2014/main" id="{26EE97F4-4C06-433E-9AED-285F9E820AA1}"/>
                </a:ext>
              </a:extLst>
            </p:cNvPr>
            <p:cNvSpPr>
              <a:spLocks/>
            </p:cNvSpPr>
            <p:nvPr>
              <p:custDataLst>
                <p:tags r:id="rId101"/>
              </p:custDataLst>
            </p:nvPr>
          </p:nvSpPr>
          <p:spPr bwMode="auto">
            <a:xfrm>
              <a:off x="6156325" y="2198688"/>
              <a:ext cx="50800" cy="55563"/>
            </a:xfrm>
            <a:custGeom>
              <a:avLst/>
              <a:gdLst>
                <a:gd name="T0" fmla="*/ 179 w 251"/>
                <a:gd name="T1" fmla="*/ 181 h 226"/>
                <a:gd name="T2" fmla="*/ 179 w 251"/>
                <a:gd name="T3" fmla="*/ 226 h 226"/>
                <a:gd name="T4" fmla="*/ 251 w 251"/>
                <a:gd name="T5" fmla="*/ 221 h 226"/>
                <a:gd name="T6" fmla="*/ 251 w 251"/>
                <a:gd name="T7" fmla="*/ 205 h 226"/>
                <a:gd name="T8" fmla="*/ 212 w 251"/>
                <a:gd name="T9" fmla="*/ 177 h 226"/>
                <a:gd name="T10" fmla="*/ 212 w 251"/>
                <a:gd name="T11" fmla="*/ 0 h 226"/>
                <a:gd name="T12" fmla="*/ 138 w 251"/>
                <a:gd name="T13" fmla="*/ 5 h 226"/>
                <a:gd name="T14" fmla="*/ 138 w 251"/>
                <a:gd name="T15" fmla="*/ 21 h 226"/>
                <a:gd name="T16" fmla="*/ 177 w 251"/>
                <a:gd name="T17" fmla="*/ 49 h 226"/>
                <a:gd name="T18" fmla="*/ 177 w 251"/>
                <a:gd name="T19" fmla="*/ 138 h 226"/>
                <a:gd name="T20" fmla="*/ 117 w 251"/>
                <a:gd name="T21" fmla="*/ 215 h 226"/>
                <a:gd name="T22" fmla="*/ 73 w 251"/>
                <a:gd name="T23" fmla="*/ 166 h 226"/>
                <a:gd name="T24" fmla="*/ 73 w 251"/>
                <a:gd name="T25" fmla="*/ 0 h 226"/>
                <a:gd name="T26" fmla="*/ 0 w 251"/>
                <a:gd name="T27" fmla="*/ 5 h 226"/>
                <a:gd name="T28" fmla="*/ 0 w 251"/>
                <a:gd name="T29" fmla="*/ 21 h 226"/>
                <a:gd name="T30" fmla="*/ 39 w 251"/>
                <a:gd name="T31" fmla="*/ 67 h 226"/>
                <a:gd name="T32" fmla="*/ 39 w 251"/>
                <a:gd name="T33" fmla="*/ 142 h 226"/>
                <a:gd name="T34" fmla="*/ 114 w 251"/>
                <a:gd name="T35" fmla="*/ 226 h 226"/>
                <a:gd name="T36" fmla="*/ 179 w 251"/>
                <a:gd name="T37" fmla="*/ 18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1" h="226">
                  <a:moveTo>
                    <a:pt x="179" y="181"/>
                  </a:moveTo>
                  <a:lnTo>
                    <a:pt x="179" y="226"/>
                  </a:lnTo>
                  <a:lnTo>
                    <a:pt x="251" y="221"/>
                  </a:lnTo>
                  <a:lnTo>
                    <a:pt x="251" y="205"/>
                  </a:lnTo>
                  <a:cubicBezTo>
                    <a:pt x="216" y="205"/>
                    <a:pt x="212" y="202"/>
                    <a:pt x="212" y="177"/>
                  </a:cubicBezTo>
                  <a:lnTo>
                    <a:pt x="212" y="0"/>
                  </a:lnTo>
                  <a:lnTo>
                    <a:pt x="138" y="5"/>
                  </a:lnTo>
                  <a:lnTo>
                    <a:pt x="138" y="21"/>
                  </a:lnTo>
                  <a:cubicBezTo>
                    <a:pt x="173" y="21"/>
                    <a:pt x="177" y="24"/>
                    <a:pt x="177" y="49"/>
                  </a:cubicBezTo>
                  <a:lnTo>
                    <a:pt x="177" y="138"/>
                  </a:lnTo>
                  <a:cubicBezTo>
                    <a:pt x="177" y="181"/>
                    <a:pt x="153" y="215"/>
                    <a:pt x="117" y="215"/>
                  </a:cubicBezTo>
                  <a:cubicBezTo>
                    <a:pt x="75" y="215"/>
                    <a:pt x="73" y="192"/>
                    <a:pt x="73" y="166"/>
                  </a:cubicBezTo>
                  <a:lnTo>
                    <a:pt x="73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9" y="21"/>
                    <a:pt x="39" y="22"/>
                    <a:pt x="39" y="67"/>
                  </a:cubicBezTo>
                  <a:lnTo>
                    <a:pt x="39" y="142"/>
                  </a:lnTo>
                  <a:cubicBezTo>
                    <a:pt x="39" y="181"/>
                    <a:pt x="39" y="226"/>
                    <a:pt x="114" y="226"/>
                  </a:cubicBezTo>
                  <a:cubicBezTo>
                    <a:pt x="142" y="226"/>
                    <a:pt x="164" y="212"/>
                    <a:pt x="179" y="181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6" name="Freeform 488">
              <a:extLst>
                <a:ext uri="{FF2B5EF4-FFF2-40B4-BE49-F238E27FC236}">
                  <a16:creationId xmlns:a16="http://schemas.microsoft.com/office/drawing/2014/main" id="{EDB43B22-54AA-4775-B2C6-0B7B9E4ED52A}"/>
                </a:ext>
              </a:extLst>
            </p:cNvPr>
            <p:cNvSpPr>
              <a:spLocks noEditPoints="1"/>
            </p:cNvSpPr>
            <p:nvPr>
              <p:custDataLst>
                <p:tags r:id="rId102"/>
              </p:custDataLst>
            </p:nvPr>
          </p:nvSpPr>
          <p:spPr bwMode="auto">
            <a:xfrm>
              <a:off x="6213475" y="2168525"/>
              <a:ext cx="49213" cy="85725"/>
            </a:xfrm>
            <a:custGeom>
              <a:avLst/>
              <a:gdLst>
                <a:gd name="T0" fmla="*/ 173 w 246"/>
                <a:gd name="T1" fmla="*/ 319 h 352"/>
                <a:gd name="T2" fmla="*/ 173 w 246"/>
                <a:gd name="T3" fmla="*/ 352 h 352"/>
                <a:gd name="T4" fmla="*/ 246 w 246"/>
                <a:gd name="T5" fmla="*/ 347 h 352"/>
                <a:gd name="T6" fmla="*/ 246 w 246"/>
                <a:gd name="T7" fmla="*/ 331 h 352"/>
                <a:gd name="T8" fmla="*/ 207 w 246"/>
                <a:gd name="T9" fmla="*/ 303 h 352"/>
                <a:gd name="T10" fmla="*/ 207 w 246"/>
                <a:gd name="T11" fmla="*/ 0 h 352"/>
                <a:gd name="T12" fmla="*/ 136 w 246"/>
                <a:gd name="T13" fmla="*/ 6 h 352"/>
                <a:gd name="T14" fmla="*/ 136 w 246"/>
                <a:gd name="T15" fmla="*/ 21 h 352"/>
                <a:gd name="T16" fmla="*/ 174 w 246"/>
                <a:gd name="T17" fmla="*/ 49 h 352"/>
                <a:gd name="T18" fmla="*/ 174 w 246"/>
                <a:gd name="T19" fmla="*/ 157 h 352"/>
                <a:gd name="T20" fmla="*/ 112 w 246"/>
                <a:gd name="T21" fmla="*/ 126 h 352"/>
                <a:gd name="T22" fmla="*/ 0 w 246"/>
                <a:gd name="T23" fmla="*/ 239 h 352"/>
                <a:gd name="T24" fmla="*/ 106 w 246"/>
                <a:gd name="T25" fmla="*/ 352 h 352"/>
                <a:gd name="T26" fmla="*/ 173 w 246"/>
                <a:gd name="T27" fmla="*/ 319 h 352"/>
                <a:gd name="T28" fmla="*/ 173 w 246"/>
                <a:gd name="T29" fmla="*/ 185 h 352"/>
                <a:gd name="T30" fmla="*/ 173 w 246"/>
                <a:gd name="T31" fmla="*/ 288 h 352"/>
                <a:gd name="T32" fmla="*/ 167 w 246"/>
                <a:gd name="T33" fmla="*/ 306 h 352"/>
                <a:gd name="T34" fmla="*/ 109 w 246"/>
                <a:gd name="T35" fmla="*/ 341 h 352"/>
                <a:gd name="T36" fmla="*/ 56 w 246"/>
                <a:gd name="T37" fmla="*/ 309 h 352"/>
                <a:gd name="T38" fmla="*/ 42 w 246"/>
                <a:gd name="T39" fmla="*/ 240 h 352"/>
                <a:gd name="T40" fmla="*/ 57 w 246"/>
                <a:gd name="T41" fmla="*/ 169 h 352"/>
                <a:gd name="T42" fmla="*/ 114 w 246"/>
                <a:gd name="T43" fmla="*/ 137 h 352"/>
                <a:gd name="T44" fmla="*/ 167 w 246"/>
                <a:gd name="T45" fmla="*/ 167 h 352"/>
                <a:gd name="T46" fmla="*/ 173 w 246"/>
                <a:gd name="T47" fmla="*/ 185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" h="352">
                  <a:moveTo>
                    <a:pt x="173" y="319"/>
                  </a:moveTo>
                  <a:lnTo>
                    <a:pt x="173" y="352"/>
                  </a:lnTo>
                  <a:lnTo>
                    <a:pt x="246" y="347"/>
                  </a:lnTo>
                  <a:lnTo>
                    <a:pt x="246" y="331"/>
                  </a:lnTo>
                  <a:cubicBezTo>
                    <a:pt x="211" y="331"/>
                    <a:pt x="207" y="328"/>
                    <a:pt x="207" y="303"/>
                  </a:cubicBezTo>
                  <a:lnTo>
                    <a:pt x="207" y="0"/>
                  </a:lnTo>
                  <a:lnTo>
                    <a:pt x="136" y="6"/>
                  </a:lnTo>
                  <a:lnTo>
                    <a:pt x="136" y="21"/>
                  </a:lnTo>
                  <a:cubicBezTo>
                    <a:pt x="170" y="21"/>
                    <a:pt x="174" y="25"/>
                    <a:pt x="174" y="49"/>
                  </a:cubicBezTo>
                  <a:lnTo>
                    <a:pt x="174" y="157"/>
                  </a:lnTo>
                  <a:cubicBezTo>
                    <a:pt x="160" y="139"/>
                    <a:pt x="139" y="126"/>
                    <a:pt x="112" y="126"/>
                  </a:cubicBezTo>
                  <a:cubicBezTo>
                    <a:pt x="53" y="126"/>
                    <a:pt x="0" y="175"/>
                    <a:pt x="0" y="239"/>
                  </a:cubicBezTo>
                  <a:cubicBezTo>
                    <a:pt x="0" y="303"/>
                    <a:pt x="49" y="352"/>
                    <a:pt x="106" y="352"/>
                  </a:cubicBezTo>
                  <a:cubicBezTo>
                    <a:pt x="138" y="352"/>
                    <a:pt x="160" y="335"/>
                    <a:pt x="173" y="319"/>
                  </a:cubicBezTo>
                  <a:close/>
                  <a:moveTo>
                    <a:pt x="173" y="185"/>
                  </a:moveTo>
                  <a:lnTo>
                    <a:pt x="173" y="288"/>
                  </a:lnTo>
                  <a:cubicBezTo>
                    <a:pt x="173" y="297"/>
                    <a:pt x="173" y="298"/>
                    <a:pt x="167" y="306"/>
                  </a:cubicBezTo>
                  <a:cubicBezTo>
                    <a:pt x="153" y="330"/>
                    <a:pt x="130" y="341"/>
                    <a:pt x="109" y="341"/>
                  </a:cubicBezTo>
                  <a:cubicBezTo>
                    <a:pt x="86" y="341"/>
                    <a:pt x="68" y="328"/>
                    <a:pt x="56" y="309"/>
                  </a:cubicBezTo>
                  <a:cubicBezTo>
                    <a:pt x="43" y="289"/>
                    <a:pt x="42" y="260"/>
                    <a:pt x="42" y="240"/>
                  </a:cubicBezTo>
                  <a:cubicBezTo>
                    <a:pt x="42" y="221"/>
                    <a:pt x="43" y="191"/>
                    <a:pt x="57" y="169"/>
                  </a:cubicBezTo>
                  <a:cubicBezTo>
                    <a:pt x="68" y="153"/>
                    <a:pt x="87" y="137"/>
                    <a:pt x="114" y="137"/>
                  </a:cubicBezTo>
                  <a:cubicBezTo>
                    <a:pt x="131" y="137"/>
                    <a:pt x="152" y="144"/>
                    <a:pt x="167" y="167"/>
                  </a:cubicBezTo>
                  <a:cubicBezTo>
                    <a:pt x="173" y="175"/>
                    <a:pt x="173" y="176"/>
                    <a:pt x="173" y="18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7" name="Freeform 489">
              <a:extLst>
                <a:ext uri="{FF2B5EF4-FFF2-40B4-BE49-F238E27FC236}">
                  <a16:creationId xmlns:a16="http://schemas.microsoft.com/office/drawing/2014/main" id="{AFB257C2-BCD0-452C-9C2A-607CEE44F33F}"/>
                </a:ext>
              </a:extLst>
            </p:cNvPr>
            <p:cNvSpPr>
              <a:spLocks noEditPoints="1"/>
            </p:cNvSpPr>
            <p:nvPr>
              <p:custDataLst>
                <p:tags r:id="rId103"/>
              </p:custDataLst>
            </p:nvPr>
          </p:nvSpPr>
          <p:spPr bwMode="auto">
            <a:xfrm>
              <a:off x="6269038" y="2197100"/>
              <a:ext cx="46038" cy="80963"/>
            </a:xfrm>
            <a:custGeom>
              <a:avLst/>
              <a:gdLst>
                <a:gd name="T0" fmla="*/ 97 w 228"/>
                <a:gd name="T1" fmla="*/ 141 h 329"/>
                <a:gd name="T2" fmla="*/ 54 w 228"/>
                <a:gd name="T3" fmla="*/ 79 h 329"/>
                <a:gd name="T4" fmla="*/ 62 w 228"/>
                <a:gd name="T5" fmla="*/ 37 h 329"/>
                <a:gd name="T6" fmla="*/ 97 w 228"/>
                <a:gd name="T7" fmla="*/ 17 h 329"/>
                <a:gd name="T8" fmla="*/ 140 w 228"/>
                <a:gd name="T9" fmla="*/ 79 h 329"/>
                <a:gd name="T10" fmla="*/ 132 w 228"/>
                <a:gd name="T11" fmla="*/ 121 h 329"/>
                <a:gd name="T12" fmla="*/ 97 w 228"/>
                <a:gd name="T13" fmla="*/ 141 h 329"/>
                <a:gd name="T14" fmla="*/ 39 w 228"/>
                <a:gd name="T15" fmla="*/ 160 h 329"/>
                <a:gd name="T16" fmla="*/ 48 w 228"/>
                <a:gd name="T17" fmla="*/ 137 h 329"/>
                <a:gd name="T18" fmla="*/ 97 w 228"/>
                <a:gd name="T19" fmla="*/ 152 h 329"/>
                <a:gd name="T20" fmla="*/ 178 w 228"/>
                <a:gd name="T21" fmla="*/ 79 h 329"/>
                <a:gd name="T22" fmla="*/ 157 w 228"/>
                <a:gd name="T23" fmla="*/ 31 h 329"/>
                <a:gd name="T24" fmla="*/ 202 w 228"/>
                <a:gd name="T25" fmla="*/ 11 h 329"/>
                <a:gd name="T26" fmla="*/ 207 w 228"/>
                <a:gd name="T27" fmla="*/ 12 h 329"/>
                <a:gd name="T28" fmla="*/ 199 w 228"/>
                <a:gd name="T29" fmla="*/ 25 h 329"/>
                <a:gd name="T30" fmla="*/ 214 w 228"/>
                <a:gd name="T31" fmla="*/ 40 h 329"/>
                <a:gd name="T32" fmla="*/ 228 w 228"/>
                <a:gd name="T33" fmla="*/ 25 h 329"/>
                <a:gd name="T34" fmla="*/ 203 w 228"/>
                <a:gd name="T35" fmla="*/ 0 h 329"/>
                <a:gd name="T36" fmla="*/ 150 w 228"/>
                <a:gd name="T37" fmla="*/ 24 h 329"/>
                <a:gd name="T38" fmla="*/ 97 w 228"/>
                <a:gd name="T39" fmla="*/ 6 h 329"/>
                <a:gd name="T40" fmla="*/ 16 w 228"/>
                <a:gd name="T41" fmla="*/ 79 h 329"/>
                <a:gd name="T42" fmla="*/ 40 w 228"/>
                <a:gd name="T43" fmla="*/ 130 h 329"/>
                <a:gd name="T44" fmla="*/ 24 w 228"/>
                <a:gd name="T45" fmla="*/ 172 h 329"/>
                <a:gd name="T46" fmla="*/ 46 w 228"/>
                <a:gd name="T47" fmla="*/ 216 h 329"/>
                <a:gd name="T48" fmla="*/ 0 w 228"/>
                <a:gd name="T49" fmla="*/ 266 h 329"/>
                <a:gd name="T50" fmla="*/ 110 w 228"/>
                <a:gd name="T51" fmla="*/ 329 h 329"/>
                <a:gd name="T52" fmla="*/ 221 w 228"/>
                <a:gd name="T53" fmla="*/ 265 h 329"/>
                <a:gd name="T54" fmla="*/ 189 w 228"/>
                <a:gd name="T55" fmla="*/ 208 h 329"/>
                <a:gd name="T56" fmla="*/ 103 w 228"/>
                <a:gd name="T57" fmla="*/ 194 h 329"/>
                <a:gd name="T58" fmla="*/ 66 w 228"/>
                <a:gd name="T59" fmla="*/ 194 h 329"/>
                <a:gd name="T60" fmla="*/ 39 w 228"/>
                <a:gd name="T61" fmla="*/ 160 h 329"/>
                <a:gd name="T62" fmla="*/ 111 w 228"/>
                <a:gd name="T63" fmla="*/ 318 h 329"/>
                <a:gd name="T64" fmla="*/ 26 w 228"/>
                <a:gd name="T65" fmla="*/ 266 h 329"/>
                <a:gd name="T66" fmla="*/ 67 w 228"/>
                <a:gd name="T67" fmla="*/ 223 h 329"/>
                <a:gd name="T68" fmla="*/ 96 w 228"/>
                <a:gd name="T69" fmla="*/ 223 h 329"/>
                <a:gd name="T70" fmla="*/ 195 w 228"/>
                <a:gd name="T71" fmla="*/ 266 h 329"/>
                <a:gd name="T72" fmla="*/ 111 w 228"/>
                <a:gd name="T73" fmla="*/ 318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8" h="329">
                  <a:moveTo>
                    <a:pt x="97" y="141"/>
                  </a:moveTo>
                  <a:cubicBezTo>
                    <a:pt x="54" y="141"/>
                    <a:pt x="54" y="91"/>
                    <a:pt x="54" y="79"/>
                  </a:cubicBezTo>
                  <a:cubicBezTo>
                    <a:pt x="54" y="66"/>
                    <a:pt x="54" y="50"/>
                    <a:pt x="62" y="37"/>
                  </a:cubicBezTo>
                  <a:cubicBezTo>
                    <a:pt x="66" y="31"/>
                    <a:pt x="77" y="17"/>
                    <a:pt x="97" y="17"/>
                  </a:cubicBezTo>
                  <a:cubicBezTo>
                    <a:pt x="140" y="17"/>
                    <a:pt x="140" y="67"/>
                    <a:pt x="140" y="79"/>
                  </a:cubicBezTo>
                  <a:cubicBezTo>
                    <a:pt x="140" y="92"/>
                    <a:pt x="140" y="108"/>
                    <a:pt x="132" y="121"/>
                  </a:cubicBezTo>
                  <a:cubicBezTo>
                    <a:pt x="128" y="127"/>
                    <a:pt x="117" y="141"/>
                    <a:pt x="97" y="141"/>
                  </a:cubicBezTo>
                  <a:close/>
                  <a:moveTo>
                    <a:pt x="39" y="160"/>
                  </a:moveTo>
                  <a:cubicBezTo>
                    <a:pt x="39" y="158"/>
                    <a:pt x="39" y="147"/>
                    <a:pt x="48" y="137"/>
                  </a:cubicBezTo>
                  <a:cubicBezTo>
                    <a:pt x="67" y="151"/>
                    <a:pt x="88" y="152"/>
                    <a:pt x="97" y="152"/>
                  </a:cubicBezTo>
                  <a:cubicBezTo>
                    <a:pt x="143" y="152"/>
                    <a:pt x="178" y="118"/>
                    <a:pt x="178" y="79"/>
                  </a:cubicBezTo>
                  <a:cubicBezTo>
                    <a:pt x="178" y="61"/>
                    <a:pt x="170" y="42"/>
                    <a:pt x="157" y="31"/>
                  </a:cubicBezTo>
                  <a:cubicBezTo>
                    <a:pt x="175" y="14"/>
                    <a:pt x="193" y="11"/>
                    <a:pt x="202" y="11"/>
                  </a:cubicBezTo>
                  <a:cubicBezTo>
                    <a:pt x="203" y="11"/>
                    <a:pt x="206" y="11"/>
                    <a:pt x="207" y="12"/>
                  </a:cubicBezTo>
                  <a:cubicBezTo>
                    <a:pt x="202" y="14"/>
                    <a:pt x="199" y="19"/>
                    <a:pt x="199" y="25"/>
                  </a:cubicBezTo>
                  <a:cubicBezTo>
                    <a:pt x="199" y="34"/>
                    <a:pt x="206" y="40"/>
                    <a:pt x="214" y="40"/>
                  </a:cubicBezTo>
                  <a:cubicBezTo>
                    <a:pt x="219" y="40"/>
                    <a:pt x="228" y="36"/>
                    <a:pt x="228" y="25"/>
                  </a:cubicBezTo>
                  <a:cubicBezTo>
                    <a:pt x="228" y="16"/>
                    <a:pt x="222" y="0"/>
                    <a:pt x="203" y="0"/>
                  </a:cubicBezTo>
                  <a:cubicBezTo>
                    <a:pt x="193" y="0"/>
                    <a:pt x="171" y="3"/>
                    <a:pt x="150" y="24"/>
                  </a:cubicBezTo>
                  <a:cubicBezTo>
                    <a:pt x="129" y="7"/>
                    <a:pt x="108" y="6"/>
                    <a:pt x="97" y="6"/>
                  </a:cubicBezTo>
                  <a:cubicBezTo>
                    <a:pt x="51" y="6"/>
                    <a:pt x="16" y="40"/>
                    <a:pt x="16" y="79"/>
                  </a:cubicBezTo>
                  <a:cubicBezTo>
                    <a:pt x="16" y="101"/>
                    <a:pt x="27" y="120"/>
                    <a:pt x="40" y="130"/>
                  </a:cubicBezTo>
                  <a:cubicBezTo>
                    <a:pt x="33" y="138"/>
                    <a:pt x="24" y="154"/>
                    <a:pt x="24" y="172"/>
                  </a:cubicBezTo>
                  <a:cubicBezTo>
                    <a:pt x="24" y="187"/>
                    <a:pt x="31" y="206"/>
                    <a:pt x="46" y="216"/>
                  </a:cubicBezTo>
                  <a:cubicBezTo>
                    <a:pt x="16" y="225"/>
                    <a:pt x="0" y="246"/>
                    <a:pt x="0" y="266"/>
                  </a:cubicBezTo>
                  <a:cubicBezTo>
                    <a:pt x="0" y="302"/>
                    <a:pt x="50" y="329"/>
                    <a:pt x="110" y="329"/>
                  </a:cubicBezTo>
                  <a:cubicBezTo>
                    <a:pt x="169" y="329"/>
                    <a:pt x="221" y="304"/>
                    <a:pt x="221" y="265"/>
                  </a:cubicBezTo>
                  <a:cubicBezTo>
                    <a:pt x="221" y="248"/>
                    <a:pt x="214" y="222"/>
                    <a:pt x="189" y="208"/>
                  </a:cubicBezTo>
                  <a:cubicBezTo>
                    <a:pt x="162" y="194"/>
                    <a:pt x="133" y="194"/>
                    <a:pt x="103" y="194"/>
                  </a:cubicBezTo>
                  <a:cubicBezTo>
                    <a:pt x="90" y="194"/>
                    <a:pt x="69" y="194"/>
                    <a:pt x="66" y="194"/>
                  </a:cubicBezTo>
                  <a:cubicBezTo>
                    <a:pt x="50" y="192"/>
                    <a:pt x="39" y="176"/>
                    <a:pt x="39" y="160"/>
                  </a:cubicBezTo>
                  <a:close/>
                  <a:moveTo>
                    <a:pt x="111" y="318"/>
                  </a:moveTo>
                  <a:cubicBezTo>
                    <a:pt x="61" y="318"/>
                    <a:pt x="26" y="292"/>
                    <a:pt x="26" y="266"/>
                  </a:cubicBezTo>
                  <a:cubicBezTo>
                    <a:pt x="26" y="243"/>
                    <a:pt x="45" y="225"/>
                    <a:pt x="67" y="223"/>
                  </a:cubicBezTo>
                  <a:lnTo>
                    <a:pt x="96" y="223"/>
                  </a:lnTo>
                  <a:cubicBezTo>
                    <a:pt x="139" y="223"/>
                    <a:pt x="195" y="223"/>
                    <a:pt x="195" y="266"/>
                  </a:cubicBezTo>
                  <a:cubicBezTo>
                    <a:pt x="195" y="293"/>
                    <a:pt x="160" y="318"/>
                    <a:pt x="111" y="31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8" name="Freeform 490">
              <a:extLst>
                <a:ext uri="{FF2B5EF4-FFF2-40B4-BE49-F238E27FC236}">
                  <a16:creationId xmlns:a16="http://schemas.microsoft.com/office/drawing/2014/main" id="{B48A6F59-9AC4-430B-9EA5-CD893A458BAD}"/>
                </a:ext>
              </a:extLst>
            </p:cNvPr>
            <p:cNvSpPr>
              <a:spLocks noEditPoints="1"/>
            </p:cNvSpPr>
            <p:nvPr>
              <p:custDataLst>
                <p:tags r:id="rId104"/>
              </p:custDataLst>
            </p:nvPr>
          </p:nvSpPr>
          <p:spPr bwMode="auto">
            <a:xfrm>
              <a:off x="6319838" y="2198688"/>
              <a:ext cx="38100" cy="55563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2 w 193"/>
                <a:gd name="T9" fmla="*/ 108 h 229"/>
                <a:gd name="T10" fmla="*/ 181 w 193"/>
                <a:gd name="T11" fmla="*/ 108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7 w 193"/>
                <a:gd name="T23" fmla="*/ 158 h 229"/>
                <a:gd name="T24" fmla="*/ 180 w 193"/>
                <a:gd name="T25" fmla="*/ 165 h 229"/>
                <a:gd name="T26" fmla="*/ 113 w 193"/>
                <a:gd name="T27" fmla="*/ 217 h 229"/>
                <a:gd name="T28" fmla="*/ 57 w 193"/>
                <a:gd name="T29" fmla="*/ 183 h 229"/>
                <a:gd name="T30" fmla="*/ 42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3"/>
                    <a:pt x="87" y="11"/>
                    <a:pt x="104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2" y="98"/>
                  </a:lnTo>
                  <a:close/>
                  <a:moveTo>
                    <a:pt x="42" y="108"/>
                  </a:moveTo>
                  <a:lnTo>
                    <a:pt x="181" y="108"/>
                  </a:lnTo>
                  <a:cubicBezTo>
                    <a:pt x="192" y="108"/>
                    <a:pt x="193" y="108"/>
                    <a:pt x="193" y="98"/>
                  </a:cubicBezTo>
                  <a:cubicBezTo>
                    <a:pt x="193" y="48"/>
                    <a:pt x="166" y="0"/>
                    <a:pt x="104" y="0"/>
                  </a:cubicBezTo>
                  <a:cubicBezTo>
                    <a:pt x="46" y="0"/>
                    <a:pt x="0" y="51"/>
                    <a:pt x="0" y="114"/>
                  </a:cubicBezTo>
                  <a:cubicBezTo>
                    <a:pt x="0" y="181"/>
                    <a:pt x="53" y="229"/>
                    <a:pt x="110" y="229"/>
                  </a:cubicBezTo>
                  <a:cubicBezTo>
                    <a:pt x="171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7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7" y="183"/>
                  </a:cubicBezTo>
                  <a:cubicBezTo>
                    <a:pt x="42" y="159"/>
                    <a:pt x="42" y="126"/>
                    <a:pt x="42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9" name="Freeform 491">
              <a:extLst>
                <a:ext uri="{FF2B5EF4-FFF2-40B4-BE49-F238E27FC236}">
                  <a16:creationId xmlns:a16="http://schemas.microsoft.com/office/drawing/2014/main" id="{9F318AF1-D049-46BE-829B-59112281312A}"/>
                </a:ext>
              </a:extLst>
            </p:cNvPr>
            <p:cNvSpPr>
              <a:spLocks/>
            </p:cNvSpPr>
            <p:nvPr>
              <p:custDataLst>
                <p:tags r:id="rId105"/>
              </p:custDataLst>
            </p:nvPr>
          </p:nvSpPr>
          <p:spPr bwMode="auto">
            <a:xfrm>
              <a:off x="6362700" y="2178050"/>
              <a:ext cx="31750" cy="76200"/>
            </a:xfrm>
            <a:custGeom>
              <a:avLst/>
              <a:gdLst>
                <a:gd name="T0" fmla="*/ 77 w 156"/>
                <a:gd name="T1" fmla="*/ 107 h 312"/>
                <a:gd name="T2" fmla="*/ 148 w 156"/>
                <a:gd name="T3" fmla="*/ 107 h 312"/>
                <a:gd name="T4" fmla="*/ 148 w 156"/>
                <a:gd name="T5" fmla="*/ 91 h 312"/>
                <a:gd name="T6" fmla="*/ 77 w 156"/>
                <a:gd name="T7" fmla="*/ 91 h 312"/>
                <a:gd name="T8" fmla="*/ 77 w 156"/>
                <a:gd name="T9" fmla="*/ 0 h 312"/>
                <a:gd name="T10" fmla="*/ 65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3 w 156"/>
                <a:gd name="T17" fmla="*/ 107 h 312"/>
                <a:gd name="T18" fmla="*/ 43 w 156"/>
                <a:gd name="T19" fmla="*/ 245 h 312"/>
                <a:gd name="T20" fmla="*/ 107 w 156"/>
                <a:gd name="T21" fmla="*/ 312 h 312"/>
                <a:gd name="T22" fmla="*/ 156 w 156"/>
                <a:gd name="T23" fmla="*/ 245 h 312"/>
                <a:gd name="T24" fmla="*/ 156 w 156"/>
                <a:gd name="T25" fmla="*/ 216 h 312"/>
                <a:gd name="T26" fmla="*/ 144 w 156"/>
                <a:gd name="T27" fmla="*/ 216 h 312"/>
                <a:gd name="T28" fmla="*/ 144 w 156"/>
                <a:gd name="T29" fmla="*/ 244 h 312"/>
                <a:gd name="T30" fmla="*/ 110 w 156"/>
                <a:gd name="T31" fmla="*/ 300 h 312"/>
                <a:gd name="T32" fmla="*/ 77 w 156"/>
                <a:gd name="T33" fmla="*/ 246 h 312"/>
                <a:gd name="T34" fmla="*/ 77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7" y="107"/>
                  </a:moveTo>
                  <a:lnTo>
                    <a:pt x="148" y="107"/>
                  </a:lnTo>
                  <a:lnTo>
                    <a:pt x="148" y="91"/>
                  </a:lnTo>
                  <a:lnTo>
                    <a:pt x="77" y="91"/>
                  </a:lnTo>
                  <a:lnTo>
                    <a:pt x="77" y="0"/>
                  </a:lnTo>
                  <a:lnTo>
                    <a:pt x="65" y="0"/>
                  </a:lnTo>
                  <a:cubicBezTo>
                    <a:pt x="64" y="41"/>
                    <a:pt x="49" y="94"/>
                    <a:pt x="0" y="96"/>
                  </a:cubicBezTo>
                  <a:lnTo>
                    <a:pt x="0" y="107"/>
                  </a:lnTo>
                  <a:lnTo>
                    <a:pt x="43" y="107"/>
                  </a:lnTo>
                  <a:lnTo>
                    <a:pt x="43" y="245"/>
                  </a:lnTo>
                  <a:cubicBezTo>
                    <a:pt x="43" y="306"/>
                    <a:pt x="89" y="312"/>
                    <a:pt x="107" y="312"/>
                  </a:cubicBezTo>
                  <a:cubicBezTo>
                    <a:pt x="142" y="312"/>
                    <a:pt x="156" y="277"/>
                    <a:pt x="156" y="245"/>
                  </a:cubicBezTo>
                  <a:lnTo>
                    <a:pt x="156" y="216"/>
                  </a:lnTo>
                  <a:lnTo>
                    <a:pt x="144" y="216"/>
                  </a:lnTo>
                  <a:lnTo>
                    <a:pt x="144" y="244"/>
                  </a:lnTo>
                  <a:cubicBezTo>
                    <a:pt x="144" y="281"/>
                    <a:pt x="129" y="300"/>
                    <a:pt x="110" y="300"/>
                  </a:cubicBezTo>
                  <a:cubicBezTo>
                    <a:pt x="77" y="300"/>
                    <a:pt x="77" y="254"/>
                    <a:pt x="77" y="246"/>
                  </a:cubicBezTo>
                  <a:lnTo>
                    <a:pt x="77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0" name="Freeform 492">
              <a:extLst>
                <a:ext uri="{FF2B5EF4-FFF2-40B4-BE49-F238E27FC236}">
                  <a16:creationId xmlns:a16="http://schemas.microsoft.com/office/drawing/2014/main" id="{5AE54D63-D85C-4FF2-97D6-5DA9F46520B6}"/>
                </a:ext>
              </a:extLst>
            </p:cNvPr>
            <p:cNvSpPr>
              <a:spLocks/>
            </p:cNvSpPr>
            <p:nvPr>
              <p:custDataLst>
                <p:tags r:id="rId106"/>
              </p:custDataLst>
            </p:nvPr>
          </p:nvSpPr>
          <p:spPr bwMode="auto">
            <a:xfrm>
              <a:off x="6437313" y="2198688"/>
              <a:ext cx="33338" cy="53975"/>
            </a:xfrm>
            <a:custGeom>
              <a:avLst/>
              <a:gdLst>
                <a:gd name="T0" fmla="*/ 70 w 168"/>
                <a:gd name="T1" fmla="*/ 55 h 221"/>
                <a:gd name="T2" fmla="*/ 70 w 168"/>
                <a:gd name="T3" fmla="*/ 0 h 221"/>
                <a:gd name="T4" fmla="*/ 0 w 168"/>
                <a:gd name="T5" fmla="*/ 5 h 221"/>
                <a:gd name="T6" fmla="*/ 0 w 168"/>
                <a:gd name="T7" fmla="*/ 21 h 221"/>
                <a:gd name="T8" fmla="*/ 39 w 168"/>
                <a:gd name="T9" fmla="*/ 49 h 221"/>
                <a:gd name="T10" fmla="*/ 39 w 168"/>
                <a:gd name="T11" fmla="*/ 183 h 221"/>
                <a:gd name="T12" fmla="*/ 0 w 168"/>
                <a:gd name="T13" fmla="*/ 205 h 221"/>
                <a:gd name="T14" fmla="*/ 0 w 168"/>
                <a:gd name="T15" fmla="*/ 221 h 221"/>
                <a:gd name="T16" fmla="*/ 57 w 168"/>
                <a:gd name="T17" fmla="*/ 219 h 221"/>
                <a:gd name="T18" fmla="*/ 121 w 168"/>
                <a:gd name="T19" fmla="*/ 221 h 221"/>
                <a:gd name="T20" fmla="*/ 121 w 168"/>
                <a:gd name="T21" fmla="*/ 205 h 221"/>
                <a:gd name="T22" fmla="*/ 110 w 168"/>
                <a:gd name="T23" fmla="*/ 205 h 221"/>
                <a:gd name="T24" fmla="*/ 72 w 168"/>
                <a:gd name="T25" fmla="*/ 182 h 221"/>
                <a:gd name="T26" fmla="*/ 72 w 168"/>
                <a:gd name="T27" fmla="*/ 105 h 221"/>
                <a:gd name="T28" fmla="*/ 131 w 168"/>
                <a:gd name="T29" fmla="*/ 11 h 221"/>
                <a:gd name="T30" fmla="*/ 136 w 168"/>
                <a:gd name="T31" fmla="*/ 11 h 221"/>
                <a:gd name="T32" fmla="*/ 125 w 168"/>
                <a:gd name="T33" fmla="*/ 31 h 221"/>
                <a:gd name="T34" fmla="*/ 146 w 168"/>
                <a:gd name="T35" fmla="*/ 52 h 221"/>
                <a:gd name="T36" fmla="*/ 168 w 168"/>
                <a:gd name="T37" fmla="*/ 30 h 221"/>
                <a:gd name="T38" fmla="*/ 131 w 168"/>
                <a:gd name="T39" fmla="*/ 0 h 221"/>
                <a:gd name="T40" fmla="*/ 70 w 168"/>
                <a:gd name="T41" fmla="*/ 5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221">
                  <a:moveTo>
                    <a:pt x="70" y="55"/>
                  </a:moveTo>
                  <a:lnTo>
                    <a:pt x="70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  <a:lnTo>
                    <a:pt x="39" y="183"/>
                  </a:lnTo>
                  <a:cubicBezTo>
                    <a:pt x="39" y="205"/>
                    <a:pt x="34" y="205"/>
                    <a:pt x="0" y="205"/>
                  </a:cubicBezTo>
                  <a:lnTo>
                    <a:pt x="0" y="221"/>
                  </a:lnTo>
                  <a:cubicBezTo>
                    <a:pt x="20" y="220"/>
                    <a:pt x="43" y="219"/>
                    <a:pt x="57" y="219"/>
                  </a:cubicBezTo>
                  <a:cubicBezTo>
                    <a:pt x="77" y="219"/>
                    <a:pt x="101" y="219"/>
                    <a:pt x="121" y="221"/>
                  </a:cubicBezTo>
                  <a:lnTo>
                    <a:pt x="121" y="205"/>
                  </a:lnTo>
                  <a:lnTo>
                    <a:pt x="110" y="205"/>
                  </a:lnTo>
                  <a:cubicBezTo>
                    <a:pt x="73" y="205"/>
                    <a:pt x="72" y="200"/>
                    <a:pt x="72" y="182"/>
                  </a:cubicBezTo>
                  <a:lnTo>
                    <a:pt x="72" y="105"/>
                  </a:lnTo>
                  <a:cubicBezTo>
                    <a:pt x="72" y="55"/>
                    <a:pt x="93" y="11"/>
                    <a:pt x="131" y="11"/>
                  </a:cubicBezTo>
                  <a:cubicBezTo>
                    <a:pt x="134" y="11"/>
                    <a:pt x="135" y="11"/>
                    <a:pt x="136" y="11"/>
                  </a:cubicBezTo>
                  <a:cubicBezTo>
                    <a:pt x="135" y="12"/>
                    <a:pt x="125" y="18"/>
                    <a:pt x="125" y="31"/>
                  </a:cubicBezTo>
                  <a:cubicBezTo>
                    <a:pt x="125" y="45"/>
                    <a:pt x="135" y="52"/>
                    <a:pt x="146" y="52"/>
                  </a:cubicBezTo>
                  <a:cubicBezTo>
                    <a:pt x="155" y="52"/>
                    <a:pt x="168" y="46"/>
                    <a:pt x="168" y="30"/>
                  </a:cubicBezTo>
                  <a:cubicBezTo>
                    <a:pt x="168" y="14"/>
                    <a:pt x="152" y="0"/>
                    <a:pt x="131" y="0"/>
                  </a:cubicBezTo>
                  <a:cubicBezTo>
                    <a:pt x="95" y="0"/>
                    <a:pt x="77" y="33"/>
                    <a:pt x="70" y="5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1" name="Freeform 493">
              <a:extLst>
                <a:ext uri="{FF2B5EF4-FFF2-40B4-BE49-F238E27FC236}">
                  <a16:creationId xmlns:a16="http://schemas.microsoft.com/office/drawing/2014/main" id="{9BD24861-DFC1-4EDE-9321-4BE5A1D026AA}"/>
                </a:ext>
              </a:extLst>
            </p:cNvPr>
            <p:cNvSpPr>
              <a:spLocks noEditPoints="1"/>
            </p:cNvSpPr>
            <p:nvPr>
              <p:custDataLst>
                <p:tags r:id="rId107"/>
              </p:custDataLst>
            </p:nvPr>
          </p:nvSpPr>
          <p:spPr bwMode="auto">
            <a:xfrm>
              <a:off x="6477000" y="2198688"/>
              <a:ext cx="39688" cy="55563"/>
            </a:xfrm>
            <a:custGeom>
              <a:avLst/>
              <a:gdLst>
                <a:gd name="T0" fmla="*/ 41 w 192"/>
                <a:gd name="T1" fmla="*/ 98 h 229"/>
                <a:gd name="T2" fmla="*/ 103 w 192"/>
                <a:gd name="T3" fmla="*/ 11 h 229"/>
                <a:gd name="T4" fmla="*/ 160 w 192"/>
                <a:gd name="T5" fmla="*/ 98 h 229"/>
                <a:gd name="T6" fmla="*/ 41 w 192"/>
                <a:gd name="T7" fmla="*/ 98 h 229"/>
                <a:gd name="T8" fmla="*/ 41 w 192"/>
                <a:gd name="T9" fmla="*/ 108 h 229"/>
                <a:gd name="T10" fmla="*/ 180 w 192"/>
                <a:gd name="T11" fmla="*/ 108 h 229"/>
                <a:gd name="T12" fmla="*/ 192 w 192"/>
                <a:gd name="T13" fmla="*/ 98 h 229"/>
                <a:gd name="T14" fmla="*/ 103 w 192"/>
                <a:gd name="T15" fmla="*/ 0 h 229"/>
                <a:gd name="T16" fmla="*/ 0 w 192"/>
                <a:gd name="T17" fmla="*/ 114 h 229"/>
                <a:gd name="T18" fmla="*/ 109 w 192"/>
                <a:gd name="T19" fmla="*/ 229 h 229"/>
                <a:gd name="T20" fmla="*/ 192 w 192"/>
                <a:gd name="T21" fmla="*/ 164 h 229"/>
                <a:gd name="T22" fmla="*/ 186 w 192"/>
                <a:gd name="T23" fmla="*/ 158 h 229"/>
                <a:gd name="T24" fmla="*/ 180 w 192"/>
                <a:gd name="T25" fmla="*/ 165 h 229"/>
                <a:gd name="T26" fmla="*/ 112 w 192"/>
                <a:gd name="T27" fmla="*/ 217 h 229"/>
                <a:gd name="T28" fmla="*/ 56 w 192"/>
                <a:gd name="T29" fmla="*/ 183 h 229"/>
                <a:gd name="T30" fmla="*/ 41 w 192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2" h="229">
                  <a:moveTo>
                    <a:pt x="41" y="98"/>
                  </a:moveTo>
                  <a:cubicBezTo>
                    <a:pt x="44" y="23"/>
                    <a:pt x="86" y="11"/>
                    <a:pt x="103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1" y="98"/>
                  </a:lnTo>
                  <a:close/>
                  <a:moveTo>
                    <a:pt x="41" y="108"/>
                  </a:moveTo>
                  <a:lnTo>
                    <a:pt x="180" y="108"/>
                  </a:lnTo>
                  <a:cubicBezTo>
                    <a:pt x="191" y="108"/>
                    <a:pt x="192" y="108"/>
                    <a:pt x="192" y="98"/>
                  </a:cubicBezTo>
                  <a:cubicBezTo>
                    <a:pt x="192" y="48"/>
                    <a:pt x="166" y="0"/>
                    <a:pt x="103" y="0"/>
                  </a:cubicBezTo>
                  <a:cubicBezTo>
                    <a:pt x="45" y="0"/>
                    <a:pt x="0" y="51"/>
                    <a:pt x="0" y="114"/>
                  </a:cubicBezTo>
                  <a:cubicBezTo>
                    <a:pt x="0" y="181"/>
                    <a:pt x="52" y="229"/>
                    <a:pt x="109" y="229"/>
                  </a:cubicBezTo>
                  <a:cubicBezTo>
                    <a:pt x="170" y="229"/>
                    <a:pt x="192" y="174"/>
                    <a:pt x="192" y="164"/>
                  </a:cubicBezTo>
                  <a:cubicBezTo>
                    <a:pt x="192" y="159"/>
                    <a:pt x="188" y="158"/>
                    <a:pt x="186" y="158"/>
                  </a:cubicBezTo>
                  <a:cubicBezTo>
                    <a:pt x="182" y="158"/>
                    <a:pt x="180" y="161"/>
                    <a:pt x="180" y="165"/>
                  </a:cubicBezTo>
                  <a:cubicBezTo>
                    <a:pt x="162" y="217"/>
                    <a:pt x="117" y="217"/>
                    <a:pt x="112" y="217"/>
                  </a:cubicBezTo>
                  <a:cubicBezTo>
                    <a:pt x="87" y="217"/>
                    <a:pt x="67" y="202"/>
                    <a:pt x="56" y="183"/>
                  </a:cubicBezTo>
                  <a:cubicBezTo>
                    <a:pt x="41" y="159"/>
                    <a:pt x="41" y="126"/>
                    <a:pt x="41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2" name="Freeform 494">
              <a:extLst>
                <a:ext uri="{FF2B5EF4-FFF2-40B4-BE49-F238E27FC236}">
                  <a16:creationId xmlns:a16="http://schemas.microsoft.com/office/drawing/2014/main" id="{A6854E5C-0868-40F6-91C8-F2930733FCBA}"/>
                </a:ext>
              </a:extLst>
            </p:cNvPr>
            <p:cNvSpPr>
              <a:spLocks/>
            </p:cNvSpPr>
            <p:nvPr>
              <p:custDataLst>
                <p:tags r:id="rId108"/>
              </p:custDataLst>
            </p:nvPr>
          </p:nvSpPr>
          <p:spPr bwMode="auto">
            <a:xfrm>
              <a:off x="6523038" y="2198688"/>
              <a:ext cx="77788" cy="53975"/>
            </a:xfrm>
            <a:custGeom>
              <a:avLst/>
              <a:gdLst>
                <a:gd name="T0" fmla="*/ 39 w 389"/>
                <a:gd name="T1" fmla="*/ 49 h 221"/>
                <a:gd name="T2" fmla="*/ 39 w 389"/>
                <a:gd name="T3" fmla="*/ 183 h 221"/>
                <a:gd name="T4" fmla="*/ 0 w 389"/>
                <a:gd name="T5" fmla="*/ 205 h 221"/>
                <a:gd name="T6" fmla="*/ 0 w 389"/>
                <a:gd name="T7" fmla="*/ 221 h 221"/>
                <a:gd name="T8" fmla="*/ 56 w 389"/>
                <a:gd name="T9" fmla="*/ 219 h 221"/>
                <a:gd name="T10" fmla="*/ 112 w 389"/>
                <a:gd name="T11" fmla="*/ 221 h 221"/>
                <a:gd name="T12" fmla="*/ 112 w 389"/>
                <a:gd name="T13" fmla="*/ 205 h 221"/>
                <a:gd name="T14" fmla="*/ 73 w 389"/>
                <a:gd name="T15" fmla="*/ 183 h 221"/>
                <a:gd name="T16" fmla="*/ 73 w 389"/>
                <a:gd name="T17" fmla="*/ 91 h 221"/>
                <a:gd name="T18" fmla="*/ 141 w 389"/>
                <a:gd name="T19" fmla="*/ 11 h 221"/>
                <a:gd name="T20" fmla="*/ 177 w 389"/>
                <a:gd name="T21" fmla="*/ 66 h 221"/>
                <a:gd name="T22" fmla="*/ 177 w 389"/>
                <a:gd name="T23" fmla="*/ 183 h 221"/>
                <a:gd name="T24" fmla="*/ 139 w 389"/>
                <a:gd name="T25" fmla="*/ 205 h 221"/>
                <a:gd name="T26" fmla="*/ 139 w 389"/>
                <a:gd name="T27" fmla="*/ 221 h 221"/>
                <a:gd name="T28" fmla="*/ 195 w 389"/>
                <a:gd name="T29" fmla="*/ 219 h 221"/>
                <a:gd name="T30" fmla="*/ 251 w 389"/>
                <a:gd name="T31" fmla="*/ 221 h 221"/>
                <a:gd name="T32" fmla="*/ 251 w 389"/>
                <a:gd name="T33" fmla="*/ 205 h 221"/>
                <a:gd name="T34" fmla="*/ 212 w 389"/>
                <a:gd name="T35" fmla="*/ 183 h 221"/>
                <a:gd name="T36" fmla="*/ 212 w 389"/>
                <a:gd name="T37" fmla="*/ 91 h 221"/>
                <a:gd name="T38" fmla="*/ 279 w 389"/>
                <a:gd name="T39" fmla="*/ 11 h 221"/>
                <a:gd name="T40" fmla="*/ 316 w 389"/>
                <a:gd name="T41" fmla="*/ 66 h 221"/>
                <a:gd name="T42" fmla="*/ 316 w 389"/>
                <a:gd name="T43" fmla="*/ 183 h 221"/>
                <a:gd name="T44" fmla="*/ 277 w 389"/>
                <a:gd name="T45" fmla="*/ 205 h 221"/>
                <a:gd name="T46" fmla="*/ 277 w 389"/>
                <a:gd name="T47" fmla="*/ 221 h 221"/>
                <a:gd name="T48" fmla="*/ 333 w 389"/>
                <a:gd name="T49" fmla="*/ 219 h 221"/>
                <a:gd name="T50" fmla="*/ 389 w 389"/>
                <a:gd name="T51" fmla="*/ 221 h 221"/>
                <a:gd name="T52" fmla="*/ 389 w 389"/>
                <a:gd name="T53" fmla="*/ 205 h 221"/>
                <a:gd name="T54" fmla="*/ 350 w 389"/>
                <a:gd name="T55" fmla="*/ 190 h 221"/>
                <a:gd name="T56" fmla="*/ 350 w 389"/>
                <a:gd name="T57" fmla="*/ 95 h 221"/>
                <a:gd name="T58" fmla="*/ 335 w 389"/>
                <a:gd name="T59" fmla="*/ 18 h 221"/>
                <a:gd name="T60" fmla="*/ 283 w 389"/>
                <a:gd name="T61" fmla="*/ 0 h 221"/>
                <a:gd name="T62" fmla="*/ 210 w 389"/>
                <a:gd name="T63" fmla="*/ 49 h 221"/>
                <a:gd name="T64" fmla="*/ 144 w 389"/>
                <a:gd name="T65" fmla="*/ 0 h 221"/>
                <a:gd name="T66" fmla="*/ 70 w 389"/>
                <a:gd name="T67" fmla="*/ 52 h 221"/>
                <a:gd name="T68" fmla="*/ 70 w 389"/>
                <a:gd name="T69" fmla="*/ 0 h 221"/>
                <a:gd name="T70" fmla="*/ 0 w 389"/>
                <a:gd name="T71" fmla="*/ 5 h 221"/>
                <a:gd name="T72" fmla="*/ 0 w 389"/>
                <a:gd name="T73" fmla="*/ 21 h 221"/>
                <a:gd name="T74" fmla="*/ 39 w 389"/>
                <a:gd name="T75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89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5"/>
                    <a:pt x="33" y="205"/>
                    <a:pt x="0" y="205"/>
                  </a:cubicBezTo>
                  <a:lnTo>
                    <a:pt x="0" y="221"/>
                  </a:lnTo>
                  <a:cubicBezTo>
                    <a:pt x="17" y="220"/>
                    <a:pt x="43" y="219"/>
                    <a:pt x="56" y="219"/>
                  </a:cubicBezTo>
                  <a:cubicBezTo>
                    <a:pt x="69" y="219"/>
                    <a:pt x="95" y="220"/>
                    <a:pt x="112" y="221"/>
                  </a:cubicBezTo>
                  <a:lnTo>
                    <a:pt x="112" y="205"/>
                  </a:lnTo>
                  <a:cubicBezTo>
                    <a:pt x="79" y="205"/>
                    <a:pt x="73" y="205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9" y="11"/>
                    <a:pt x="141" y="11"/>
                  </a:cubicBezTo>
                  <a:cubicBezTo>
                    <a:pt x="172" y="11"/>
                    <a:pt x="177" y="38"/>
                    <a:pt x="177" y="66"/>
                  </a:cubicBezTo>
                  <a:lnTo>
                    <a:pt x="177" y="183"/>
                  </a:lnTo>
                  <a:cubicBezTo>
                    <a:pt x="177" y="205"/>
                    <a:pt x="172" y="205"/>
                    <a:pt x="139" y="205"/>
                  </a:cubicBezTo>
                  <a:lnTo>
                    <a:pt x="139" y="221"/>
                  </a:lnTo>
                  <a:cubicBezTo>
                    <a:pt x="156" y="220"/>
                    <a:pt x="181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5"/>
                  </a:lnTo>
                  <a:cubicBezTo>
                    <a:pt x="217" y="205"/>
                    <a:pt x="212" y="205"/>
                    <a:pt x="212" y="183"/>
                  </a:cubicBezTo>
                  <a:lnTo>
                    <a:pt x="212" y="91"/>
                  </a:lnTo>
                  <a:cubicBezTo>
                    <a:pt x="212" y="39"/>
                    <a:pt x="247" y="11"/>
                    <a:pt x="279" y="11"/>
                  </a:cubicBezTo>
                  <a:cubicBezTo>
                    <a:pt x="311" y="11"/>
                    <a:pt x="316" y="38"/>
                    <a:pt x="316" y="66"/>
                  </a:cubicBezTo>
                  <a:lnTo>
                    <a:pt x="316" y="183"/>
                  </a:lnTo>
                  <a:cubicBezTo>
                    <a:pt x="316" y="205"/>
                    <a:pt x="311" y="205"/>
                    <a:pt x="277" y="205"/>
                  </a:cubicBezTo>
                  <a:lnTo>
                    <a:pt x="277" y="221"/>
                  </a:lnTo>
                  <a:cubicBezTo>
                    <a:pt x="295" y="220"/>
                    <a:pt x="320" y="219"/>
                    <a:pt x="333" y="219"/>
                  </a:cubicBezTo>
                  <a:cubicBezTo>
                    <a:pt x="346" y="219"/>
                    <a:pt x="372" y="220"/>
                    <a:pt x="389" y="221"/>
                  </a:cubicBezTo>
                  <a:lnTo>
                    <a:pt x="389" y="205"/>
                  </a:lnTo>
                  <a:cubicBezTo>
                    <a:pt x="363" y="205"/>
                    <a:pt x="351" y="205"/>
                    <a:pt x="350" y="190"/>
                  </a:cubicBezTo>
                  <a:lnTo>
                    <a:pt x="350" y="95"/>
                  </a:lnTo>
                  <a:cubicBezTo>
                    <a:pt x="350" y="52"/>
                    <a:pt x="350" y="36"/>
                    <a:pt x="335" y="18"/>
                  </a:cubicBezTo>
                  <a:cubicBezTo>
                    <a:pt x="328" y="10"/>
                    <a:pt x="312" y="0"/>
                    <a:pt x="283" y="0"/>
                  </a:cubicBezTo>
                  <a:cubicBezTo>
                    <a:pt x="241" y="0"/>
                    <a:pt x="219" y="30"/>
                    <a:pt x="210" y="49"/>
                  </a:cubicBezTo>
                  <a:cubicBezTo>
                    <a:pt x="203" y="5"/>
                    <a:pt x="166" y="0"/>
                    <a:pt x="144" y="0"/>
                  </a:cubicBezTo>
                  <a:cubicBezTo>
                    <a:pt x="108" y="0"/>
                    <a:pt x="84" y="21"/>
                    <a:pt x="70" y="52"/>
                  </a:cubicBezTo>
                  <a:lnTo>
                    <a:pt x="70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3" name="Freeform 495">
              <a:extLst>
                <a:ext uri="{FF2B5EF4-FFF2-40B4-BE49-F238E27FC236}">
                  <a16:creationId xmlns:a16="http://schemas.microsoft.com/office/drawing/2014/main" id="{1778FC9B-7343-4AD1-9C77-23F3BD61A541}"/>
                </a:ext>
              </a:extLst>
            </p:cNvPr>
            <p:cNvSpPr>
              <a:spLocks noEditPoints="1"/>
            </p:cNvSpPr>
            <p:nvPr>
              <p:custDataLst>
                <p:tags r:id="rId109"/>
              </p:custDataLst>
            </p:nvPr>
          </p:nvSpPr>
          <p:spPr bwMode="auto">
            <a:xfrm>
              <a:off x="6607175" y="2198688"/>
              <a:ext cx="46038" cy="55563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79 h 229"/>
                <a:gd name="T6" fmla="*/ 225 w 225"/>
                <a:gd name="T7" fmla="*/ 151 h 229"/>
                <a:gd name="T8" fmla="*/ 212 w 225"/>
                <a:gd name="T9" fmla="*/ 151 h 229"/>
                <a:gd name="T10" fmla="*/ 212 w 225"/>
                <a:gd name="T11" fmla="*/ 179 h 229"/>
                <a:gd name="T12" fmla="*/ 195 w 225"/>
                <a:gd name="T13" fmla="*/ 211 h 229"/>
                <a:gd name="T14" fmla="*/ 176 w 225"/>
                <a:gd name="T15" fmla="*/ 186 h 229"/>
                <a:gd name="T16" fmla="*/ 176 w 225"/>
                <a:gd name="T17" fmla="*/ 86 h 229"/>
                <a:gd name="T18" fmla="*/ 158 w 225"/>
                <a:gd name="T19" fmla="*/ 27 h 229"/>
                <a:gd name="T20" fmla="*/ 90 w 225"/>
                <a:gd name="T21" fmla="*/ 0 h 229"/>
                <a:gd name="T22" fmla="*/ 14 w 225"/>
                <a:gd name="T23" fmla="*/ 56 h 229"/>
                <a:gd name="T24" fmla="*/ 37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2 w 225"/>
                <a:gd name="T33" fmla="*/ 75 h 229"/>
                <a:gd name="T34" fmla="*/ 142 w 225"/>
                <a:gd name="T35" fmla="*/ 93 h 229"/>
                <a:gd name="T36" fmla="*/ 50 w 225"/>
                <a:gd name="T37" fmla="*/ 111 h 229"/>
                <a:gd name="T38" fmla="*/ 0 w 225"/>
                <a:gd name="T39" fmla="*/ 176 h 229"/>
                <a:gd name="T40" fmla="*/ 80 w 225"/>
                <a:gd name="T41" fmla="*/ 229 h 229"/>
                <a:gd name="T42" fmla="*/ 145 w 225"/>
                <a:gd name="T43" fmla="*/ 186 h 229"/>
                <a:gd name="T44" fmla="*/ 142 w 225"/>
                <a:gd name="T45" fmla="*/ 104 h 229"/>
                <a:gd name="T46" fmla="*/ 142 w 225"/>
                <a:gd name="T47" fmla="*/ 154 h 229"/>
                <a:gd name="T48" fmla="*/ 83 w 225"/>
                <a:gd name="T49" fmla="*/ 218 h 229"/>
                <a:gd name="T50" fmla="*/ 38 w 225"/>
                <a:gd name="T51" fmla="*/ 176 h 229"/>
                <a:gd name="T52" fmla="*/ 142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1" y="227"/>
                    <a:pt x="184" y="227"/>
                  </a:cubicBezTo>
                  <a:cubicBezTo>
                    <a:pt x="195" y="227"/>
                    <a:pt x="225" y="220"/>
                    <a:pt x="225" y="179"/>
                  </a:cubicBezTo>
                  <a:lnTo>
                    <a:pt x="225" y="151"/>
                  </a:lnTo>
                  <a:lnTo>
                    <a:pt x="212" y="151"/>
                  </a:lnTo>
                  <a:lnTo>
                    <a:pt x="212" y="179"/>
                  </a:lnTo>
                  <a:cubicBezTo>
                    <a:pt x="212" y="208"/>
                    <a:pt x="200" y="211"/>
                    <a:pt x="195" y="211"/>
                  </a:cubicBezTo>
                  <a:cubicBezTo>
                    <a:pt x="178" y="211"/>
                    <a:pt x="176" y="189"/>
                    <a:pt x="176" y="186"/>
                  </a:cubicBezTo>
                  <a:lnTo>
                    <a:pt x="176" y="86"/>
                  </a:lnTo>
                  <a:cubicBezTo>
                    <a:pt x="176" y="65"/>
                    <a:pt x="176" y="46"/>
                    <a:pt x="158" y="27"/>
                  </a:cubicBezTo>
                  <a:cubicBezTo>
                    <a:pt x="139" y="8"/>
                    <a:pt x="114" y="0"/>
                    <a:pt x="90" y="0"/>
                  </a:cubicBezTo>
                  <a:cubicBezTo>
                    <a:pt x="49" y="0"/>
                    <a:pt x="14" y="23"/>
                    <a:pt x="14" y="56"/>
                  </a:cubicBezTo>
                  <a:cubicBezTo>
                    <a:pt x="14" y="71"/>
                    <a:pt x="24" y="80"/>
                    <a:pt x="37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8" y="34"/>
                    <a:pt x="35" y="34"/>
                  </a:cubicBezTo>
                  <a:cubicBezTo>
                    <a:pt x="48" y="16"/>
                    <a:pt x="73" y="11"/>
                    <a:pt x="89" y="11"/>
                  </a:cubicBezTo>
                  <a:cubicBezTo>
                    <a:pt x="113" y="11"/>
                    <a:pt x="142" y="30"/>
                    <a:pt x="142" y="75"/>
                  </a:cubicBezTo>
                  <a:lnTo>
                    <a:pt x="142" y="93"/>
                  </a:lnTo>
                  <a:cubicBezTo>
                    <a:pt x="116" y="95"/>
                    <a:pt x="81" y="96"/>
                    <a:pt x="50" y="111"/>
                  </a:cubicBezTo>
                  <a:cubicBezTo>
                    <a:pt x="12" y="128"/>
                    <a:pt x="0" y="154"/>
                    <a:pt x="0" y="176"/>
                  </a:cubicBezTo>
                  <a:cubicBezTo>
                    <a:pt x="0" y="217"/>
                    <a:pt x="48" y="229"/>
                    <a:pt x="80" y="229"/>
                  </a:cubicBezTo>
                  <a:cubicBezTo>
                    <a:pt x="113" y="229"/>
                    <a:pt x="136" y="209"/>
                    <a:pt x="145" y="186"/>
                  </a:cubicBezTo>
                  <a:close/>
                  <a:moveTo>
                    <a:pt x="142" y="104"/>
                  </a:moveTo>
                  <a:lnTo>
                    <a:pt x="142" y="154"/>
                  </a:lnTo>
                  <a:cubicBezTo>
                    <a:pt x="142" y="201"/>
                    <a:pt x="106" y="218"/>
                    <a:pt x="83" y="218"/>
                  </a:cubicBezTo>
                  <a:cubicBezTo>
                    <a:pt x="59" y="218"/>
                    <a:pt x="38" y="201"/>
                    <a:pt x="38" y="176"/>
                  </a:cubicBezTo>
                  <a:cubicBezTo>
                    <a:pt x="38" y="148"/>
                    <a:pt x="59" y="107"/>
                    <a:pt x="142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4" name="Freeform 496">
              <a:extLst>
                <a:ext uri="{FF2B5EF4-FFF2-40B4-BE49-F238E27FC236}">
                  <a16:creationId xmlns:a16="http://schemas.microsoft.com/office/drawing/2014/main" id="{B6024AE1-E741-486D-B6B3-B7CE598F2F4A}"/>
                </a:ext>
              </a:extLst>
            </p:cNvPr>
            <p:cNvSpPr>
              <a:spLocks noEditPoints="1"/>
            </p:cNvSpPr>
            <p:nvPr>
              <p:custDataLst>
                <p:tags r:id="rId110"/>
              </p:custDataLst>
            </p:nvPr>
          </p:nvSpPr>
          <p:spPr bwMode="auto">
            <a:xfrm>
              <a:off x="6657975" y="2171700"/>
              <a:ext cx="20638" cy="80963"/>
            </a:xfrm>
            <a:custGeom>
              <a:avLst/>
              <a:gdLst>
                <a:gd name="T0" fmla="*/ 71 w 106"/>
                <a:gd name="T1" fmla="*/ 113 h 334"/>
                <a:gd name="T2" fmla="*/ 2 w 106"/>
                <a:gd name="T3" fmla="*/ 118 h 334"/>
                <a:gd name="T4" fmla="*/ 2 w 106"/>
                <a:gd name="T5" fmla="*/ 134 h 334"/>
                <a:gd name="T6" fmla="*/ 39 w 106"/>
                <a:gd name="T7" fmla="*/ 161 h 334"/>
                <a:gd name="T8" fmla="*/ 39 w 106"/>
                <a:gd name="T9" fmla="*/ 296 h 334"/>
                <a:gd name="T10" fmla="*/ 0 w 106"/>
                <a:gd name="T11" fmla="*/ 318 h 334"/>
                <a:gd name="T12" fmla="*/ 0 w 106"/>
                <a:gd name="T13" fmla="*/ 334 h 334"/>
                <a:gd name="T14" fmla="*/ 55 w 106"/>
                <a:gd name="T15" fmla="*/ 332 h 334"/>
                <a:gd name="T16" fmla="*/ 106 w 106"/>
                <a:gd name="T17" fmla="*/ 334 h 334"/>
                <a:gd name="T18" fmla="*/ 106 w 106"/>
                <a:gd name="T19" fmla="*/ 318 h 334"/>
                <a:gd name="T20" fmla="*/ 71 w 106"/>
                <a:gd name="T21" fmla="*/ 296 h 334"/>
                <a:gd name="T22" fmla="*/ 71 w 106"/>
                <a:gd name="T23" fmla="*/ 113 h 334"/>
                <a:gd name="T24" fmla="*/ 73 w 106"/>
                <a:gd name="T25" fmla="*/ 26 h 334"/>
                <a:gd name="T26" fmla="*/ 47 w 106"/>
                <a:gd name="T27" fmla="*/ 0 h 334"/>
                <a:gd name="T28" fmla="*/ 21 w 106"/>
                <a:gd name="T29" fmla="*/ 26 h 334"/>
                <a:gd name="T30" fmla="*/ 47 w 106"/>
                <a:gd name="T31" fmla="*/ 53 h 334"/>
                <a:gd name="T32" fmla="*/ 73 w 106"/>
                <a:gd name="T33" fmla="*/ 26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6" h="334">
                  <a:moveTo>
                    <a:pt x="71" y="113"/>
                  </a:moveTo>
                  <a:lnTo>
                    <a:pt x="2" y="118"/>
                  </a:lnTo>
                  <a:lnTo>
                    <a:pt x="2" y="134"/>
                  </a:lnTo>
                  <a:cubicBezTo>
                    <a:pt x="34" y="134"/>
                    <a:pt x="39" y="137"/>
                    <a:pt x="39" y="161"/>
                  </a:cubicBezTo>
                  <a:lnTo>
                    <a:pt x="39" y="296"/>
                  </a:lnTo>
                  <a:cubicBezTo>
                    <a:pt x="39" y="318"/>
                    <a:pt x="33" y="318"/>
                    <a:pt x="0" y="318"/>
                  </a:cubicBezTo>
                  <a:lnTo>
                    <a:pt x="0" y="334"/>
                  </a:lnTo>
                  <a:cubicBezTo>
                    <a:pt x="16" y="333"/>
                    <a:pt x="43" y="332"/>
                    <a:pt x="55" y="332"/>
                  </a:cubicBezTo>
                  <a:cubicBezTo>
                    <a:pt x="72" y="332"/>
                    <a:pt x="89" y="333"/>
                    <a:pt x="106" y="334"/>
                  </a:cubicBezTo>
                  <a:lnTo>
                    <a:pt x="106" y="318"/>
                  </a:lnTo>
                  <a:cubicBezTo>
                    <a:pt x="73" y="318"/>
                    <a:pt x="71" y="316"/>
                    <a:pt x="71" y="296"/>
                  </a:cubicBezTo>
                  <a:lnTo>
                    <a:pt x="71" y="113"/>
                  </a:lnTo>
                  <a:close/>
                  <a:moveTo>
                    <a:pt x="73" y="26"/>
                  </a:moveTo>
                  <a:cubicBezTo>
                    <a:pt x="73" y="10"/>
                    <a:pt x="61" y="0"/>
                    <a:pt x="47" y="0"/>
                  </a:cubicBezTo>
                  <a:cubicBezTo>
                    <a:pt x="32" y="0"/>
                    <a:pt x="21" y="13"/>
                    <a:pt x="21" y="26"/>
                  </a:cubicBezTo>
                  <a:cubicBezTo>
                    <a:pt x="21" y="40"/>
                    <a:pt x="32" y="53"/>
                    <a:pt x="47" y="53"/>
                  </a:cubicBezTo>
                  <a:cubicBezTo>
                    <a:pt x="61" y="53"/>
                    <a:pt x="73" y="42"/>
                    <a:pt x="73" y="26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5" name="Freeform 497">
              <a:extLst>
                <a:ext uri="{FF2B5EF4-FFF2-40B4-BE49-F238E27FC236}">
                  <a16:creationId xmlns:a16="http://schemas.microsoft.com/office/drawing/2014/main" id="{70E9BC61-DE17-4554-A073-4EFB8D1AD177}"/>
                </a:ext>
              </a:extLst>
            </p:cNvPr>
            <p:cNvSpPr>
              <a:spLocks/>
            </p:cNvSpPr>
            <p:nvPr>
              <p:custDataLst>
                <p:tags r:id="rId111"/>
              </p:custDataLst>
            </p:nvPr>
          </p:nvSpPr>
          <p:spPr bwMode="auto">
            <a:xfrm>
              <a:off x="6684963" y="2198688"/>
              <a:ext cx="50800" cy="53975"/>
            </a:xfrm>
            <a:custGeom>
              <a:avLst/>
              <a:gdLst>
                <a:gd name="T0" fmla="*/ 39 w 251"/>
                <a:gd name="T1" fmla="*/ 49 h 221"/>
                <a:gd name="T2" fmla="*/ 39 w 251"/>
                <a:gd name="T3" fmla="*/ 183 h 221"/>
                <a:gd name="T4" fmla="*/ 0 w 251"/>
                <a:gd name="T5" fmla="*/ 205 h 221"/>
                <a:gd name="T6" fmla="*/ 0 w 251"/>
                <a:gd name="T7" fmla="*/ 221 h 221"/>
                <a:gd name="T8" fmla="*/ 57 w 251"/>
                <a:gd name="T9" fmla="*/ 219 h 221"/>
                <a:gd name="T10" fmla="*/ 113 w 251"/>
                <a:gd name="T11" fmla="*/ 221 h 221"/>
                <a:gd name="T12" fmla="*/ 113 w 251"/>
                <a:gd name="T13" fmla="*/ 205 h 221"/>
                <a:gd name="T14" fmla="*/ 74 w 251"/>
                <a:gd name="T15" fmla="*/ 183 h 221"/>
                <a:gd name="T16" fmla="*/ 74 w 251"/>
                <a:gd name="T17" fmla="*/ 91 h 221"/>
                <a:gd name="T18" fmla="*/ 141 w 251"/>
                <a:gd name="T19" fmla="*/ 11 h 221"/>
                <a:gd name="T20" fmla="*/ 178 w 251"/>
                <a:gd name="T21" fmla="*/ 66 h 221"/>
                <a:gd name="T22" fmla="*/ 178 w 251"/>
                <a:gd name="T23" fmla="*/ 183 h 221"/>
                <a:gd name="T24" fmla="*/ 139 w 251"/>
                <a:gd name="T25" fmla="*/ 205 h 221"/>
                <a:gd name="T26" fmla="*/ 139 w 251"/>
                <a:gd name="T27" fmla="*/ 221 h 221"/>
                <a:gd name="T28" fmla="*/ 195 w 251"/>
                <a:gd name="T29" fmla="*/ 219 h 221"/>
                <a:gd name="T30" fmla="*/ 251 w 251"/>
                <a:gd name="T31" fmla="*/ 221 h 221"/>
                <a:gd name="T32" fmla="*/ 251 w 251"/>
                <a:gd name="T33" fmla="*/ 205 h 221"/>
                <a:gd name="T34" fmla="*/ 212 w 251"/>
                <a:gd name="T35" fmla="*/ 190 h 221"/>
                <a:gd name="T36" fmla="*/ 212 w 251"/>
                <a:gd name="T37" fmla="*/ 95 h 221"/>
                <a:gd name="T38" fmla="*/ 197 w 251"/>
                <a:gd name="T39" fmla="*/ 18 h 221"/>
                <a:gd name="T40" fmla="*/ 145 w 251"/>
                <a:gd name="T41" fmla="*/ 0 h 221"/>
                <a:gd name="T42" fmla="*/ 71 w 251"/>
                <a:gd name="T43" fmla="*/ 52 h 221"/>
                <a:gd name="T44" fmla="*/ 71 w 251"/>
                <a:gd name="T45" fmla="*/ 0 h 221"/>
                <a:gd name="T46" fmla="*/ 0 w 251"/>
                <a:gd name="T47" fmla="*/ 5 h 221"/>
                <a:gd name="T48" fmla="*/ 0 w 251"/>
                <a:gd name="T49" fmla="*/ 21 h 221"/>
                <a:gd name="T50" fmla="*/ 39 w 251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1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5"/>
                    <a:pt x="34" y="205"/>
                    <a:pt x="0" y="205"/>
                  </a:cubicBezTo>
                  <a:lnTo>
                    <a:pt x="0" y="221"/>
                  </a:lnTo>
                  <a:cubicBezTo>
                    <a:pt x="18" y="220"/>
                    <a:pt x="43" y="219"/>
                    <a:pt x="57" y="219"/>
                  </a:cubicBezTo>
                  <a:cubicBezTo>
                    <a:pt x="70" y="219"/>
                    <a:pt x="96" y="220"/>
                    <a:pt x="113" y="221"/>
                  </a:cubicBezTo>
                  <a:lnTo>
                    <a:pt x="113" y="205"/>
                  </a:lnTo>
                  <a:cubicBezTo>
                    <a:pt x="79" y="205"/>
                    <a:pt x="74" y="205"/>
                    <a:pt x="74" y="183"/>
                  </a:cubicBezTo>
                  <a:lnTo>
                    <a:pt x="74" y="91"/>
                  </a:lnTo>
                  <a:cubicBezTo>
                    <a:pt x="74" y="39"/>
                    <a:pt x="109" y="11"/>
                    <a:pt x="141" y="11"/>
                  </a:cubicBezTo>
                  <a:cubicBezTo>
                    <a:pt x="172" y="11"/>
                    <a:pt x="178" y="38"/>
                    <a:pt x="178" y="66"/>
                  </a:cubicBezTo>
                  <a:lnTo>
                    <a:pt x="178" y="183"/>
                  </a:lnTo>
                  <a:cubicBezTo>
                    <a:pt x="178" y="205"/>
                    <a:pt x="172" y="205"/>
                    <a:pt x="139" y="205"/>
                  </a:cubicBezTo>
                  <a:lnTo>
                    <a:pt x="139" y="221"/>
                  </a:lnTo>
                  <a:cubicBezTo>
                    <a:pt x="157" y="220"/>
                    <a:pt x="182" y="219"/>
                    <a:pt x="195" y="219"/>
                  </a:cubicBezTo>
                  <a:cubicBezTo>
                    <a:pt x="208" y="219"/>
                    <a:pt x="234" y="220"/>
                    <a:pt x="251" y="221"/>
                  </a:cubicBezTo>
                  <a:lnTo>
                    <a:pt x="251" y="205"/>
                  </a:lnTo>
                  <a:cubicBezTo>
                    <a:pt x="225" y="205"/>
                    <a:pt x="213" y="205"/>
                    <a:pt x="212" y="190"/>
                  </a:cubicBezTo>
                  <a:lnTo>
                    <a:pt x="212" y="95"/>
                  </a:lnTo>
                  <a:cubicBezTo>
                    <a:pt x="212" y="52"/>
                    <a:pt x="212" y="36"/>
                    <a:pt x="197" y="18"/>
                  </a:cubicBezTo>
                  <a:cubicBezTo>
                    <a:pt x="190" y="10"/>
                    <a:pt x="173" y="0"/>
                    <a:pt x="145" y="0"/>
                  </a:cubicBezTo>
                  <a:cubicBezTo>
                    <a:pt x="108" y="0"/>
                    <a:pt x="85" y="21"/>
                    <a:pt x="71" y="52"/>
                  </a:cubicBezTo>
                  <a:lnTo>
                    <a:pt x="71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6" name="Freeform 498">
              <a:extLst>
                <a:ext uri="{FF2B5EF4-FFF2-40B4-BE49-F238E27FC236}">
                  <a16:creationId xmlns:a16="http://schemas.microsoft.com/office/drawing/2014/main" id="{5E17D5BC-9377-4A47-96F5-E91E93935CB4}"/>
                </a:ext>
              </a:extLst>
            </p:cNvPr>
            <p:cNvSpPr>
              <a:spLocks/>
            </p:cNvSpPr>
            <p:nvPr>
              <p:custDataLst>
                <p:tags r:id="rId112"/>
              </p:custDataLst>
            </p:nvPr>
          </p:nvSpPr>
          <p:spPr bwMode="auto">
            <a:xfrm>
              <a:off x="6742113" y="2198688"/>
              <a:ext cx="33338" cy="55563"/>
            </a:xfrm>
            <a:custGeom>
              <a:avLst/>
              <a:gdLst>
                <a:gd name="T0" fmla="*/ 87 w 163"/>
                <a:gd name="T1" fmla="*/ 127 h 229"/>
                <a:gd name="T2" fmla="*/ 139 w 163"/>
                <a:gd name="T3" fmla="*/ 173 h 229"/>
                <a:gd name="T4" fmla="*/ 83 w 163"/>
                <a:gd name="T5" fmla="*/ 218 h 229"/>
                <a:gd name="T6" fmla="*/ 13 w 163"/>
                <a:gd name="T7" fmla="*/ 147 h 229"/>
                <a:gd name="T8" fmla="*/ 6 w 163"/>
                <a:gd name="T9" fmla="*/ 139 h 229"/>
                <a:gd name="T10" fmla="*/ 0 w 163"/>
                <a:gd name="T11" fmla="*/ 151 h 229"/>
                <a:gd name="T12" fmla="*/ 0 w 163"/>
                <a:gd name="T13" fmla="*/ 217 h 229"/>
                <a:gd name="T14" fmla="*/ 5 w 163"/>
                <a:gd name="T15" fmla="*/ 229 h 229"/>
                <a:gd name="T16" fmla="*/ 18 w 163"/>
                <a:gd name="T17" fmla="*/ 219 h 229"/>
                <a:gd name="T18" fmla="*/ 28 w 163"/>
                <a:gd name="T19" fmla="*/ 208 h 229"/>
                <a:gd name="T20" fmla="*/ 83 w 163"/>
                <a:gd name="T21" fmla="*/ 229 h 229"/>
                <a:gd name="T22" fmla="*/ 163 w 163"/>
                <a:gd name="T23" fmla="*/ 160 h 229"/>
                <a:gd name="T24" fmla="*/ 142 w 163"/>
                <a:gd name="T25" fmla="*/ 112 h 229"/>
                <a:gd name="T26" fmla="*/ 85 w 163"/>
                <a:gd name="T27" fmla="*/ 88 h 229"/>
                <a:gd name="T28" fmla="*/ 24 w 163"/>
                <a:gd name="T29" fmla="*/ 47 h 229"/>
                <a:gd name="T30" fmla="*/ 80 w 163"/>
                <a:gd name="T31" fmla="*/ 9 h 229"/>
                <a:gd name="T32" fmla="*/ 138 w 163"/>
                <a:gd name="T33" fmla="*/ 70 h 229"/>
                <a:gd name="T34" fmla="*/ 144 w 163"/>
                <a:gd name="T35" fmla="*/ 74 h 229"/>
                <a:gd name="T36" fmla="*/ 150 w 163"/>
                <a:gd name="T37" fmla="*/ 62 h 229"/>
                <a:gd name="T38" fmla="*/ 150 w 163"/>
                <a:gd name="T39" fmla="*/ 12 h 229"/>
                <a:gd name="T40" fmla="*/ 145 w 163"/>
                <a:gd name="T41" fmla="*/ 0 h 229"/>
                <a:gd name="T42" fmla="*/ 135 w 163"/>
                <a:gd name="T43" fmla="*/ 6 h 229"/>
                <a:gd name="T44" fmla="*/ 126 w 163"/>
                <a:gd name="T45" fmla="*/ 14 h 229"/>
                <a:gd name="T46" fmla="*/ 80 w 163"/>
                <a:gd name="T47" fmla="*/ 0 h 229"/>
                <a:gd name="T48" fmla="*/ 0 w 163"/>
                <a:gd name="T49" fmla="*/ 61 h 229"/>
                <a:gd name="T50" fmla="*/ 21 w 163"/>
                <a:gd name="T51" fmla="*/ 104 h 229"/>
                <a:gd name="T52" fmla="*/ 87 w 163"/>
                <a:gd name="T53" fmla="*/ 12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3" h="229">
                  <a:moveTo>
                    <a:pt x="87" y="127"/>
                  </a:moveTo>
                  <a:cubicBezTo>
                    <a:pt x="98" y="129"/>
                    <a:pt x="139" y="137"/>
                    <a:pt x="139" y="173"/>
                  </a:cubicBezTo>
                  <a:cubicBezTo>
                    <a:pt x="139" y="198"/>
                    <a:pt x="121" y="218"/>
                    <a:pt x="83" y="218"/>
                  </a:cubicBezTo>
                  <a:cubicBezTo>
                    <a:pt x="41" y="218"/>
                    <a:pt x="23" y="190"/>
                    <a:pt x="13" y="147"/>
                  </a:cubicBezTo>
                  <a:cubicBezTo>
                    <a:pt x="12" y="141"/>
                    <a:pt x="11" y="139"/>
                    <a:pt x="6" y="139"/>
                  </a:cubicBezTo>
                  <a:cubicBezTo>
                    <a:pt x="0" y="139"/>
                    <a:pt x="0" y="142"/>
                    <a:pt x="0" y="151"/>
                  </a:cubicBezTo>
                  <a:lnTo>
                    <a:pt x="0" y="217"/>
                  </a:lnTo>
                  <a:cubicBezTo>
                    <a:pt x="0" y="226"/>
                    <a:pt x="0" y="229"/>
                    <a:pt x="5" y="229"/>
                  </a:cubicBezTo>
                  <a:cubicBezTo>
                    <a:pt x="8" y="229"/>
                    <a:pt x="8" y="229"/>
                    <a:pt x="18" y="219"/>
                  </a:cubicBezTo>
                  <a:cubicBezTo>
                    <a:pt x="19" y="218"/>
                    <a:pt x="19" y="217"/>
                    <a:pt x="28" y="208"/>
                  </a:cubicBezTo>
                  <a:cubicBezTo>
                    <a:pt x="50" y="229"/>
                    <a:pt x="72" y="229"/>
                    <a:pt x="83" y="229"/>
                  </a:cubicBezTo>
                  <a:cubicBezTo>
                    <a:pt x="140" y="229"/>
                    <a:pt x="163" y="196"/>
                    <a:pt x="163" y="160"/>
                  </a:cubicBezTo>
                  <a:cubicBezTo>
                    <a:pt x="163" y="133"/>
                    <a:pt x="148" y="118"/>
                    <a:pt x="142" y="112"/>
                  </a:cubicBezTo>
                  <a:cubicBezTo>
                    <a:pt x="125" y="96"/>
                    <a:pt x="106" y="92"/>
                    <a:pt x="85" y="88"/>
                  </a:cubicBezTo>
                  <a:cubicBezTo>
                    <a:pt x="57" y="83"/>
                    <a:pt x="24" y="76"/>
                    <a:pt x="24" y="47"/>
                  </a:cubicBezTo>
                  <a:cubicBezTo>
                    <a:pt x="24" y="30"/>
                    <a:pt x="37" y="9"/>
                    <a:pt x="80" y="9"/>
                  </a:cubicBezTo>
                  <a:cubicBezTo>
                    <a:pt x="134" y="9"/>
                    <a:pt x="137" y="54"/>
                    <a:pt x="138" y="70"/>
                  </a:cubicBezTo>
                  <a:cubicBezTo>
                    <a:pt x="138" y="74"/>
                    <a:pt x="143" y="74"/>
                    <a:pt x="144" y="74"/>
                  </a:cubicBezTo>
                  <a:cubicBezTo>
                    <a:pt x="150" y="74"/>
                    <a:pt x="150" y="72"/>
                    <a:pt x="150" y="62"/>
                  </a:cubicBezTo>
                  <a:lnTo>
                    <a:pt x="150" y="12"/>
                  </a:lnTo>
                  <a:cubicBezTo>
                    <a:pt x="150" y="3"/>
                    <a:pt x="150" y="0"/>
                    <a:pt x="145" y="0"/>
                  </a:cubicBezTo>
                  <a:cubicBezTo>
                    <a:pt x="142" y="0"/>
                    <a:pt x="141" y="0"/>
                    <a:pt x="135" y="6"/>
                  </a:cubicBezTo>
                  <a:cubicBezTo>
                    <a:pt x="133" y="8"/>
                    <a:pt x="128" y="12"/>
                    <a:pt x="126" y="14"/>
                  </a:cubicBezTo>
                  <a:cubicBezTo>
                    <a:pt x="107" y="0"/>
                    <a:pt x="87" y="0"/>
                    <a:pt x="80" y="0"/>
                  </a:cubicBezTo>
                  <a:cubicBezTo>
                    <a:pt x="19" y="0"/>
                    <a:pt x="0" y="33"/>
                    <a:pt x="0" y="61"/>
                  </a:cubicBezTo>
                  <a:cubicBezTo>
                    <a:pt x="0" y="79"/>
                    <a:pt x="8" y="93"/>
                    <a:pt x="21" y="104"/>
                  </a:cubicBezTo>
                  <a:cubicBezTo>
                    <a:pt x="37" y="117"/>
                    <a:pt x="51" y="120"/>
                    <a:pt x="87" y="1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B4F20369-8955-4671-AC95-DBE97C3C9CF9}"/>
              </a:ext>
            </a:extLst>
          </p:cNvPr>
          <p:cNvCxnSpPr>
            <a:cxnSpLocks/>
            <a:stCxn id="99" idx="1"/>
            <a:endCxn id="12" idx="2"/>
          </p:cNvCxnSpPr>
          <p:nvPr/>
        </p:nvCxnSpPr>
        <p:spPr>
          <a:xfrm rot="10800000">
            <a:off x="4581839" y="1990509"/>
            <a:ext cx="533456" cy="22823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9" name="그룹 718" descr="\documentclass{article}&#10;\usepackage{amsmath}&#10;\pagestyle{empty}&#10;\begin{document}&#10;&#10;$r_2$&#10;&#10;&#10;\end{document}" title="IguanaTex Vector Display">
            <a:extLst>
              <a:ext uri="{FF2B5EF4-FFF2-40B4-BE49-F238E27FC236}">
                <a16:creationId xmlns:a16="http://schemas.microsoft.com/office/drawing/2014/main" id="{BF68F9D6-9612-457E-92EE-0D9A4F4D363E}"/>
              </a:ext>
            </a:extLst>
          </p:cNvPr>
          <p:cNvGrpSpPr>
            <a:grpSpLocks noChangeAspect="1"/>
          </p:cNvGrpSpPr>
          <p:nvPr>
            <p:custDataLst>
              <p:tags r:id="rId32"/>
            </p:custDataLst>
          </p:nvPr>
        </p:nvGrpSpPr>
        <p:grpSpPr>
          <a:xfrm>
            <a:off x="7939089" y="1597025"/>
            <a:ext cx="89167" cy="67218"/>
            <a:chOff x="7939088" y="1597025"/>
            <a:chExt cx="95250" cy="77788"/>
          </a:xfrm>
        </p:grpSpPr>
        <p:sp>
          <p:nvSpPr>
            <p:cNvPr id="716" name="Freeform 505">
              <a:extLst>
                <a:ext uri="{FF2B5EF4-FFF2-40B4-BE49-F238E27FC236}">
                  <a16:creationId xmlns:a16="http://schemas.microsoft.com/office/drawing/2014/main" id="{F6187008-B75D-4934-9917-52D33C777923}"/>
                </a:ext>
              </a:extLst>
            </p:cNvPr>
            <p:cNvSpPr>
              <a:spLocks/>
            </p:cNvSpPr>
            <p:nvPr>
              <p:custDataLst>
                <p:tags r:id="rId81"/>
              </p:custDataLst>
            </p:nvPr>
          </p:nvSpPr>
          <p:spPr bwMode="auto">
            <a:xfrm>
              <a:off x="7939088" y="1597025"/>
              <a:ext cx="50800" cy="60325"/>
            </a:xfrm>
            <a:custGeom>
              <a:avLst/>
              <a:gdLst>
                <a:gd name="T0" fmla="*/ 29 w 203"/>
                <a:gd name="T1" fmla="*/ 191 h 226"/>
                <a:gd name="T2" fmla="*/ 25 w 203"/>
                <a:gd name="T3" fmla="*/ 212 h 226"/>
                <a:gd name="T4" fmla="*/ 39 w 203"/>
                <a:gd name="T5" fmla="*/ 226 h 226"/>
                <a:gd name="T6" fmla="*/ 57 w 203"/>
                <a:gd name="T7" fmla="*/ 212 h 226"/>
                <a:gd name="T8" fmla="*/ 77 w 203"/>
                <a:gd name="T9" fmla="*/ 133 h 226"/>
                <a:gd name="T10" fmla="*/ 93 w 203"/>
                <a:gd name="T11" fmla="*/ 68 h 226"/>
                <a:gd name="T12" fmla="*/ 121 w 203"/>
                <a:gd name="T13" fmla="*/ 27 h 226"/>
                <a:gd name="T14" fmla="*/ 161 w 203"/>
                <a:gd name="T15" fmla="*/ 11 h 226"/>
                <a:gd name="T16" fmla="*/ 182 w 203"/>
                <a:gd name="T17" fmla="*/ 17 h 226"/>
                <a:gd name="T18" fmla="*/ 156 w 203"/>
                <a:gd name="T19" fmla="*/ 44 h 226"/>
                <a:gd name="T20" fmla="*/ 175 w 203"/>
                <a:gd name="T21" fmla="*/ 62 h 226"/>
                <a:gd name="T22" fmla="*/ 203 w 203"/>
                <a:gd name="T23" fmla="*/ 32 h 226"/>
                <a:gd name="T24" fmla="*/ 161 w 203"/>
                <a:gd name="T25" fmla="*/ 0 h 226"/>
                <a:gd name="T26" fmla="*/ 97 w 203"/>
                <a:gd name="T27" fmla="*/ 38 h 226"/>
                <a:gd name="T28" fmla="*/ 52 w 203"/>
                <a:gd name="T29" fmla="*/ 0 h 226"/>
                <a:gd name="T30" fmla="*/ 15 w 203"/>
                <a:gd name="T31" fmla="*/ 28 h 226"/>
                <a:gd name="T32" fmla="*/ 0 w 203"/>
                <a:gd name="T33" fmla="*/ 77 h 226"/>
                <a:gd name="T34" fmla="*/ 6 w 203"/>
                <a:gd name="T35" fmla="*/ 82 h 226"/>
                <a:gd name="T36" fmla="*/ 14 w 203"/>
                <a:gd name="T37" fmla="*/ 70 h 226"/>
                <a:gd name="T38" fmla="*/ 50 w 203"/>
                <a:gd name="T39" fmla="*/ 11 h 226"/>
                <a:gd name="T40" fmla="*/ 66 w 203"/>
                <a:gd name="T41" fmla="*/ 34 h 226"/>
                <a:gd name="T42" fmla="*/ 58 w 203"/>
                <a:gd name="T43" fmla="*/ 76 h 226"/>
                <a:gd name="T44" fmla="*/ 29 w 203"/>
                <a:gd name="T4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1" y="226"/>
                    <a:pt x="39" y="226"/>
                  </a:cubicBezTo>
                  <a:cubicBezTo>
                    <a:pt x="45" y="226"/>
                    <a:pt x="54" y="222"/>
                    <a:pt x="57" y="212"/>
                  </a:cubicBezTo>
                  <a:cubicBezTo>
                    <a:pt x="58" y="210"/>
                    <a:pt x="75" y="142"/>
                    <a:pt x="77" y="133"/>
                  </a:cubicBezTo>
                  <a:cubicBezTo>
                    <a:pt x="81" y="117"/>
                    <a:pt x="90" y="82"/>
                    <a:pt x="93" y="68"/>
                  </a:cubicBezTo>
                  <a:cubicBezTo>
                    <a:pt x="95" y="62"/>
                    <a:pt x="109" y="38"/>
                    <a:pt x="121" y="27"/>
                  </a:cubicBezTo>
                  <a:cubicBezTo>
                    <a:pt x="125" y="24"/>
                    <a:pt x="140" y="11"/>
                    <a:pt x="161" y="11"/>
                  </a:cubicBezTo>
                  <a:cubicBezTo>
                    <a:pt x="174" y="11"/>
                    <a:pt x="182" y="17"/>
                    <a:pt x="182" y="17"/>
                  </a:cubicBezTo>
                  <a:cubicBezTo>
                    <a:pt x="167" y="19"/>
                    <a:pt x="156" y="31"/>
                    <a:pt x="156" y="44"/>
                  </a:cubicBezTo>
                  <a:cubicBezTo>
                    <a:pt x="156" y="52"/>
                    <a:pt x="162" y="62"/>
                    <a:pt x="175" y="62"/>
                  </a:cubicBezTo>
                  <a:cubicBezTo>
                    <a:pt x="189" y="62"/>
                    <a:pt x="203" y="50"/>
                    <a:pt x="203" y="32"/>
                  </a:cubicBezTo>
                  <a:cubicBezTo>
                    <a:pt x="203" y="15"/>
                    <a:pt x="187" y="0"/>
                    <a:pt x="161" y="0"/>
                  </a:cubicBezTo>
                  <a:cubicBezTo>
                    <a:pt x="129" y="0"/>
                    <a:pt x="107" y="24"/>
                    <a:pt x="97" y="38"/>
                  </a:cubicBezTo>
                  <a:cubicBezTo>
                    <a:pt x="93" y="16"/>
                    <a:pt x="75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6" y="45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0"/>
                  </a:cubicBezTo>
                  <a:cubicBezTo>
                    <a:pt x="23" y="35"/>
                    <a:pt x="32" y="11"/>
                    <a:pt x="50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4"/>
                    <a:pt x="64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7" name="Freeform 506">
              <a:extLst>
                <a:ext uri="{FF2B5EF4-FFF2-40B4-BE49-F238E27FC236}">
                  <a16:creationId xmlns:a16="http://schemas.microsoft.com/office/drawing/2014/main" id="{BC4CC4C8-2E28-4133-A1D5-3BC63CF6C028}"/>
                </a:ext>
              </a:extLst>
            </p:cNvPr>
            <p:cNvSpPr>
              <a:spLocks/>
            </p:cNvSpPr>
            <p:nvPr>
              <p:custDataLst>
                <p:tags r:id="rId82"/>
              </p:custDataLst>
            </p:nvPr>
          </p:nvSpPr>
          <p:spPr bwMode="auto">
            <a:xfrm>
              <a:off x="7996238" y="1614488"/>
              <a:ext cx="38100" cy="60325"/>
            </a:xfrm>
            <a:custGeom>
              <a:avLst/>
              <a:gdLst>
                <a:gd name="T0" fmla="*/ 154 w 154"/>
                <a:gd name="T1" fmla="*/ 169 h 232"/>
                <a:gd name="T2" fmla="*/ 142 w 154"/>
                <a:gd name="T3" fmla="*/ 169 h 232"/>
                <a:gd name="T4" fmla="*/ 133 w 154"/>
                <a:gd name="T5" fmla="*/ 200 h 232"/>
                <a:gd name="T6" fmla="*/ 98 w 154"/>
                <a:gd name="T7" fmla="*/ 202 h 232"/>
                <a:gd name="T8" fmla="*/ 34 w 154"/>
                <a:gd name="T9" fmla="*/ 202 h 232"/>
                <a:gd name="T10" fmla="*/ 104 w 154"/>
                <a:gd name="T11" fmla="*/ 144 h 232"/>
                <a:gd name="T12" fmla="*/ 154 w 154"/>
                <a:gd name="T13" fmla="*/ 68 h 232"/>
                <a:gd name="T14" fmla="*/ 72 w 154"/>
                <a:gd name="T15" fmla="*/ 0 h 232"/>
                <a:gd name="T16" fmla="*/ 0 w 154"/>
                <a:gd name="T17" fmla="*/ 63 h 232"/>
                <a:gd name="T18" fmla="*/ 18 w 154"/>
                <a:gd name="T19" fmla="*/ 82 h 232"/>
                <a:gd name="T20" fmla="*/ 37 w 154"/>
                <a:gd name="T21" fmla="*/ 64 h 232"/>
                <a:gd name="T22" fmla="*/ 16 w 154"/>
                <a:gd name="T23" fmla="*/ 45 h 232"/>
                <a:gd name="T24" fmla="*/ 67 w 154"/>
                <a:gd name="T25" fmla="*/ 13 h 232"/>
                <a:gd name="T26" fmla="*/ 120 w 154"/>
                <a:gd name="T27" fmla="*/ 68 h 232"/>
                <a:gd name="T28" fmla="*/ 87 w 154"/>
                <a:gd name="T29" fmla="*/ 135 h 232"/>
                <a:gd name="T30" fmla="*/ 3 w 154"/>
                <a:gd name="T31" fmla="*/ 219 h 232"/>
                <a:gd name="T32" fmla="*/ 0 w 154"/>
                <a:gd name="T33" fmla="*/ 232 h 232"/>
                <a:gd name="T34" fmla="*/ 143 w 154"/>
                <a:gd name="T35" fmla="*/ 232 h 232"/>
                <a:gd name="T36" fmla="*/ 154 w 154"/>
                <a:gd name="T37" fmla="*/ 169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4" h="232">
                  <a:moveTo>
                    <a:pt x="154" y="169"/>
                  </a:moveTo>
                  <a:lnTo>
                    <a:pt x="142" y="169"/>
                  </a:lnTo>
                  <a:cubicBezTo>
                    <a:pt x="141" y="176"/>
                    <a:pt x="137" y="197"/>
                    <a:pt x="133" y="200"/>
                  </a:cubicBezTo>
                  <a:cubicBezTo>
                    <a:pt x="130" y="202"/>
                    <a:pt x="103" y="202"/>
                    <a:pt x="98" y="202"/>
                  </a:cubicBezTo>
                  <a:lnTo>
                    <a:pt x="34" y="202"/>
                  </a:lnTo>
                  <a:cubicBezTo>
                    <a:pt x="71" y="170"/>
                    <a:pt x="83" y="160"/>
                    <a:pt x="104" y="144"/>
                  </a:cubicBezTo>
                  <a:cubicBezTo>
                    <a:pt x="130" y="123"/>
                    <a:pt x="154" y="102"/>
                    <a:pt x="154" y="68"/>
                  </a:cubicBezTo>
                  <a:cubicBezTo>
                    <a:pt x="154" y="26"/>
                    <a:pt x="117" y="0"/>
                    <a:pt x="72" y="0"/>
                  </a:cubicBezTo>
                  <a:cubicBezTo>
                    <a:pt x="29" y="0"/>
                    <a:pt x="0" y="31"/>
                    <a:pt x="0" y="63"/>
                  </a:cubicBezTo>
                  <a:cubicBezTo>
                    <a:pt x="0" y="81"/>
                    <a:pt x="15" y="82"/>
                    <a:pt x="18" y="82"/>
                  </a:cubicBezTo>
                  <a:cubicBezTo>
                    <a:pt x="27" y="82"/>
                    <a:pt x="37" y="76"/>
                    <a:pt x="37" y="64"/>
                  </a:cubicBezTo>
                  <a:cubicBezTo>
                    <a:pt x="37" y="58"/>
                    <a:pt x="34" y="45"/>
                    <a:pt x="16" y="45"/>
                  </a:cubicBezTo>
                  <a:cubicBezTo>
                    <a:pt x="27" y="21"/>
                    <a:pt x="51" y="13"/>
                    <a:pt x="67" y="13"/>
                  </a:cubicBezTo>
                  <a:cubicBezTo>
                    <a:pt x="102" y="13"/>
                    <a:pt x="120" y="40"/>
                    <a:pt x="120" y="68"/>
                  </a:cubicBezTo>
                  <a:cubicBezTo>
                    <a:pt x="120" y="99"/>
                    <a:pt x="98" y="123"/>
                    <a:pt x="87" y="135"/>
                  </a:cubicBezTo>
                  <a:lnTo>
                    <a:pt x="3" y="219"/>
                  </a:lnTo>
                  <a:cubicBezTo>
                    <a:pt x="0" y="222"/>
                    <a:pt x="0" y="222"/>
                    <a:pt x="0" y="232"/>
                  </a:cubicBezTo>
                  <a:lnTo>
                    <a:pt x="143" y="232"/>
                  </a:lnTo>
                  <a:lnTo>
                    <a:pt x="154" y="16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730" name="그룹 729" descr="\documentclass{article}&#10;\usepackage{amsmath}&#10;\pagestyle{empty}&#10;\begin{document}&#10;&#10;$r_1$&#10;&#10;&#10;\end{document}" title="IguanaTex Vector Display">
            <a:extLst>
              <a:ext uri="{FF2B5EF4-FFF2-40B4-BE49-F238E27FC236}">
                <a16:creationId xmlns:a16="http://schemas.microsoft.com/office/drawing/2014/main" id="{CF254BB1-029B-4F45-ADE5-07B3E2EBFDC6}"/>
              </a:ext>
            </a:extLst>
          </p:cNvPr>
          <p:cNvGrpSpPr>
            <a:grpSpLocks noChangeAspect="1"/>
          </p:cNvGrpSpPr>
          <p:nvPr>
            <p:custDataLst>
              <p:tags r:id="rId33"/>
            </p:custDataLst>
          </p:nvPr>
        </p:nvGrpSpPr>
        <p:grpSpPr>
          <a:xfrm>
            <a:off x="8253413" y="1246188"/>
            <a:ext cx="86423" cy="67218"/>
            <a:chOff x="8253413" y="1246188"/>
            <a:chExt cx="88901" cy="77787"/>
          </a:xfrm>
        </p:grpSpPr>
        <p:sp>
          <p:nvSpPr>
            <p:cNvPr id="727" name="Freeform 513">
              <a:extLst>
                <a:ext uri="{FF2B5EF4-FFF2-40B4-BE49-F238E27FC236}">
                  <a16:creationId xmlns:a16="http://schemas.microsoft.com/office/drawing/2014/main" id="{691ACA51-906A-43C4-BEBF-6E804D16A877}"/>
                </a:ext>
              </a:extLst>
            </p:cNvPr>
            <p:cNvSpPr>
              <a:spLocks/>
            </p:cNvSpPr>
            <p:nvPr>
              <p:custDataLst>
                <p:tags r:id="rId79"/>
              </p:custDataLst>
            </p:nvPr>
          </p:nvSpPr>
          <p:spPr bwMode="auto">
            <a:xfrm>
              <a:off x="8253413" y="1246188"/>
              <a:ext cx="49213" cy="58737"/>
            </a:xfrm>
            <a:custGeom>
              <a:avLst/>
              <a:gdLst>
                <a:gd name="T0" fmla="*/ 29 w 203"/>
                <a:gd name="T1" fmla="*/ 191 h 226"/>
                <a:gd name="T2" fmla="*/ 25 w 203"/>
                <a:gd name="T3" fmla="*/ 212 h 226"/>
                <a:gd name="T4" fmla="*/ 39 w 203"/>
                <a:gd name="T5" fmla="*/ 226 h 226"/>
                <a:gd name="T6" fmla="*/ 57 w 203"/>
                <a:gd name="T7" fmla="*/ 212 h 226"/>
                <a:gd name="T8" fmla="*/ 77 w 203"/>
                <a:gd name="T9" fmla="*/ 133 h 226"/>
                <a:gd name="T10" fmla="*/ 93 w 203"/>
                <a:gd name="T11" fmla="*/ 68 h 226"/>
                <a:gd name="T12" fmla="*/ 121 w 203"/>
                <a:gd name="T13" fmla="*/ 27 h 226"/>
                <a:gd name="T14" fmla="*/ 161 w 203"/>
                <a:gd name="T15" fmla="*/ 11 h 226"/>
                <a:gd name="T16" fmla="*/ 182 w 203"/>
                <a:gd name="T17" fmla="*/ 17 h 226"/>
                <a:gd name="T18" fmla="*/ 156 w 203"/>
                <a:gd name="T19" fmla="*/ 44 h 226"/>
                <a:gd name="T20" fmla="*/ 175 w 203"/>
                <a:gd name="T21" fmla="*/ 62 h 226"/>
                <a:gd name="T22" fmla="*/ 203 w 203"/>
                <a:gd name="T23" fmla="*/ 32 h 226"/>
                <a:gd name="T24" fmla="*/ 161 w 203"/>
                <a:gd name="T25" fmla="*/ 0 h 226"/>
                <a:gd name="T26" fmla="*/ 97 w 203"/>
                <a:gd name="T27" fmla="*/ 38 h 226"/>
                <a:gd name="T28" fmla="*/ 52 w 203"/>
                <a:gd name="T29" fmla="*/ 0 h 226"/>
                <a:gd name="T30" fmla="*/ 15 w 203"/>
                <a:gd name="T31" fmla="*/ 28 h 226"/>
                <a:gd name="T32" fmla="*/ 0 w 203"/>
                <a:gd name="T33" fmla="*/ 77 h 226"/>
                <a:gd name="T34" fmla="*/ 6 w 203"/>
                <a:gd name="T35" fmla="*/ 82 h 226"/>
                <a:gd name="T36" fmla="*/ 14 w 203"/>
                <a:gd name="T37" fmla="*/ 70 h 226"/>
                <a:gd name="T38" fmla="*/ 50 w 203"/>
                <a:gd name="T39" fmla="*/ 11 h 226"/>
                <a:gd name="T40" fmla="*/ 66 w 203"/>
                <a:gd name="T41" fmla="*/ 34 h 226"/>
                <a:gd name="T42" fmla="*/ 58 w 203"/>
                <a:gd name="T43" fmla="*/ 76 h 226"/>
                <a:gd name="T44" fmla="*/ 29 w 203"/>
                <a:gd name="T4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1" y="226"/>
                    <a:pt x="39" y="226"/>
                  </a:cubicBezTo>
                  <a:cubicBezTo>
                    <a:pt x="45" y="226"/>
                    <a:pt x="54" y="222"/>
                    <a:pt x="57" y="212"/>
                  </a:cubicBezTo>
                  <a:cubicBezTo>
                    <a:pt x="58" y="210"/>
                    <a:pt x="75" y="142"/>
                    <a:pt x="77" y="133"/>
                  </a:cubicBezTo>
                  <a:cubicBezTo>
                    <a:pt x="81" y="117"/>
                    <a:pt x="90" y="82"/>
                    <a:pt x="93" y="68"/>
                  </a:cubicBezTo>
                  <a:cubicBezTo>
                    <a:pt x="95" y="62"/>
                    <a:pt x="109" y="38"/>
                    <a:pt x="121" y="27"/>
                  </a:cubicBezTo>
                  <a:cubicBezTo>
                    <a:pt x="125" y="24"/>
                    <a:pt x="140" y="11"/>
                    <a:pt x="161" y="11"/>
                  </a:cubicBezTo>
                  <a:cubicBezTo>
                    <a:pt x="174" y="11"/>
                    <a:pt x="182" y="17"/>
                    <a:pt x="182" y="17"/>
                  </a:cubicBezTo>
                  <a:cubicBezTo>
                    <a:pt x="167" y="19"/>
                    <a:pt x="156" y="31"/>
                    <a:pt x="156" y="44"/>
                  </a:cubicBezTo>
                  <a:cubicBezTo>
                    <a:pt x="156" y="52"/>
                    <a:pt x="162" y="62"/>
                    <a:pt x="175" y="62"/>
                  </a:cubicBezTo>
                  <a:cubicBezTo>
                    <a:pt x="189" y="62"/>
                    <a:pt x="203" y="50"/>
                    <a:pt x="203" y="32"/>
                  </a:cubicBezTo>
                  <a:cubicBezTo>
                    <a:pt x="203" y="15"/>
                    <a:pt x="187" y="0"/>
                    <a:pt x="161" y="0"/>
                  </a:cubicBezTo>
                  <a:cubicBezTo>
                    <a:pt x="129" y="0"/>
                    <a:pt x="107" y="24"/>
                    <a:pt x="97" y="38"/>
                  </a:cubicBezTo>
                  <a:cubicBezTo>
                    <a:pt x="93" y="16"/>
                    <a:pt x="75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6" y="45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0"/>
                  </a:cubicBezTo>
                  <a:cubicBezTo>
                    <a:pt x="23" y="35"/>
                    <a:pt x="32" y="11"/>
                    <a:pt x="50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4"/>
                    <a:pt x="64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8" name="Freeform 514">
              <a:extLst>
                <a:ext uri="{FF2B5EF4-FFF2-40B4-BE49-F238E27FC236}">
                  <a16:creationId xmlns:a16="http://schemas.microsoft.com/office/drawing/2014/main" id="{B1BE1692-329B-4FEC-BD15-9EAAF2FF6D4F}"/>
                </a:ext>
              </a:extLst>
            </p:cNvPr>
            <p:cNvSpPr>
              <a:spLocks/>
            </p:cNvSpPr>
            <p:nvPr>
              <p:custDataLst>
                <p:tags r:id="rId80"/>
              </p:custDataLst>
            </p:nvPr>
          </p:nvSpPr>
          <p:spPr bwMode="auto">
            <a:xfrm>
              <a:off x="8312151" y="1262063"/>
              <a:ext cx="30163" cy="61912"/>
            </a:xfrm>
            <a:custGeom>
              <a:avLst/>
              <a:gdLst>
                <a:gd name="T0" fmla="*/ 79 w 127"/>
                <a:gd name="T1" fmla="*/ 10 h 232"/>
                <a:gd name="T2" fmla="*/ 68 w 127"/>
                <a:gd name="T3" fmla="*/ 0 h 232"/>
                <a:gd name="T4" fmla="*/ 0 w 127"/>
                <a:gd name="T5" fmla="*/ 23 h 232"/>
                <a:gd name="T6" fmla="*/ 0 w 127"/>
                <a:gd name="T7" fmla="*/ 35 h 232"/>
                <a:gd name="T8" fmla="*/ 50 w 127"/>
                <a:gd name="T9" fmla="*/ 25 h 232"/>
                <a:gd name="T10" fmla="*/ 50 w 127"/>
                <a:gd name="T11" fmla="*/ 204 h 232"/>
                <a:gd name="T12" fmla="*/ 15 w 127"/>
                <a:gd name="T13" fmla="*/ 220 h 232"/>
                <a:gd name="T14" fmla="*/ 2 w 127"/>
                <a:gd name="T15" fmla="*/ 220 h 232"/>
                <a:gd name="T16" fmla="*/ 2 w 127"/>
                <a:gd name="T17" fmla="*/ 232 h 232"/>
                <a:gd name="T18" fmla="*/ 64 w 127"/>
                <a:gd name="T19" fmla="*/ 231 h 232"/>
                <a:gd name="T20" fmla="*/ 127 w 127"/>
                <a:gd name="T21" fmla="*/ 232 h 232"/>
                <a:gd name="T22" fmla="*/ 127 w 127"/>
                <a:gd name="T23" fmla="*/ 220 h 232"/>
                <a:gd name="T24" fmla="*/ 113 w 127"/>
                <a:gd name="T25" fmla="*/ 220 h 232"/>
                <a:gd name="T26" fmla="*/ 79 w 127"/>
                <a:gd name="T27" fmla="*/ 204 h 232"/>
                <a:gd name="T28" fmla="*/ 79 w 127"/>
                <a:gd name="T29" fmla="*/ 1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7" h="232">
                  <a:moveTo>
                    <a:pt x="79" y="10"/>
                  </a:moveTo>
                  <a:cubicBezTo>
                    <a:pt x="79" y="1"/>
                    <a:pt x="78" y="0"/>
                    <a:pt x="68" y="0"/>
                  </a:cubicBezTo>
                  <a:cubicBezTo>
                    <a:pt x="46" y="22"/>
                    <a:pt x="14" y="23"/>
                    <a:pt x="0" y="23"/>
                  </a:cubicBezTo>
                  <a:lnTo>
                    <a:pt x="0" y="35"/>
                  </a:lnTo>
                  <a:cubicBezTo>
                    <a:pt x="8" y="35"/>
                    <a:pt x="31" y="35"/>
                    <a:pt x="50" y="25"/>
                  </a:cubicBezTo>
                  <a:lnTo>
                    <a:pt x="50" y="204"/>
                  </a:lnTo>
                  <a:cubicBezTo>
                    <a:pt x="50" y="215"/>
                    <a:pt x="50" y="220"/>
                    <a:pt x="15" y="220"/>
                  </a:cubicBezTo>
                  <a:lnTo>
                    <a:pt x="2" y="220"/>
                  </a:lnTo>
                  <a:lnTo>
                    <a:pt x="2" y="232"/>
                  </a:lnTo>
                  <a:cubicBezTo>
                    <a:pt x="8" y="232"/>
                    <a:pt x="51" y="231"/>
                    <a:pt x="64" y="231"/>
                  </a:cubicBezTo>
                  <a:cubicBezTo>
                    <a:pt x="75" y="231"/>
                    <a:pt x="119" y="232"/>
                    <a:pt x="127" y="232"/>
                  </a:cubicBezTo>
                  <a:lnTo>
                    <a:pt x="127" y="220"/>
                  </a:lnTo>
                  <a:lnTo>
                    <a:pt x="113" y="220"/>
                  </a:lnTo>
                  <a:cubicBezTo>
                    <a:pt x="79" y="220"/>
                    <a:pt x="79" y="215"/>
                    <a:pt x="79" y="204"/>
                  </a:cubicBezTo>
                  <a:lnTo>
                    <a:pt x="79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741" name="그룹 740" descr="\documentclass{article}&#10;\usepackage{amsmath}&#10;\pagestyle{empty}&#10;\begin{document}&#10;&#10;$r_3$&#10;&#10;&#10;\end{document}" title="IguanaTex Vector Display">
            <a:extLst>
              <a:ext uri="{FF2B5EF4-FFF2-40B4-BE49-F238E27FC236}">
                <a16:creationId xmlns:a16="http://schemas.microsoft.com/office/drawing/2014/main" id="{F54AFB8F-B473-4D26-91C7-A552D6FF1B9C}"/>
              </a:ext>
            </a:extLst>
          </p:cNvPr>
          <p:cNvGrpSpPr>
            <a:grpSpLocks noChangeAspect="1"/>
          </p:cNvGrpSpPr>
          <p:nvPr>
            <p:custDataLst>
              <p:tags r:id="rId34"/>
            </p:custDataLst>
          </p:nvPr>
        </p:nvGrpSpPr>
        <p:grpSpPr>
          <a:xfrm>
            <a:off x="8407400" y="1560513"/>
            <a:ext cx="89852" cy="68590"/>
            <a:chOff x="8407400" y="1560513"/>
            <a:chExt cx="96838" cy="80962"/>
          </a:xfrm>
        </p:grpSpPr>
        <p:sp>
          <p:nvSpPr>
            <p:cNvPr id="738" name="Freeform 521">
              <a:extLst>
                <a:ext uri="{FF2B5EF4-FFF2-40B4-BE49-F238E27FC236}">
                  <a16:creationId xmlns:a16="http://schemas.microsoft.com/office/drawing/2014/main" id="{8021FCBE-F841-436C-BE9B-345A8FC833EC}"/>
                </a:ext>
              </a:extLst>
            </p:cNvPr>
            <p:cNvSpPr>
              <a:spLocks/>
            </p:cNvSpPr>
            <p:nvPr>
              <p:custDataLst>
                <p:tags r:id="rId77"/>
              </p:custDataLst>
            </p:nvPr>
          </p:nvSpPr>
          <p:spPr bwMode="auto">
            <a:xfrm>
              <a:off x="8407400" y="1560513"/>
              <a:ext cx="50800" cy="60325"/>
            </a:xfrm>
            <a:custGeom>
              <a:avLst/>
              <a:gdLst>
                <a:gd name="T0" fmla="*/ 29 w 203"/>
                <a:gd name="T1" fmla="*/ 192 h 227"/>
                <a:gd name="T2" fmla="*/ 25 w 203"/>
                <a:gd name="T3" fmla="*/ 213 h 227"/>
                <a:gd name="T4" fmla="*/ 39 w 203"/>
                <a:gd name="T5" fmla="*/ 227 h 227"/>
                <a:gd name="T6" fmla="*/ 58 w 203"/>
                <a:gd name="T7" fmla="*/ 213 h 227"/>
                <a:gd name="T8" fmla="*/ 77 w 203"/>
                <a:gd name="T9" fmla="*/ 134 h 227"/>
                <a:gd name="T10" fmla="*/ 93 w 203"/>
                <a:gd name="T11" fmla="*/ 69 h 227"/>
                <a:gd name="T12" fmla="*/ 121 w 203"/>
                <a:gd name="T13" fmla="*/ 28 h 227"/>
                <a:gd name="T14" fmla="*/ 161 w 203"/>
                <a:gd name="T15" fmla="*/ 11 h 227"/>
                <a:gd name="T16" fmla="*/ 182 w 203"/>
                <a:gd name="T17" fmla="*/ 17 h 227"/>
                <a:gd name="T18" fmla="*/ 156 w 203"/>
                <a:gd name="T19" fmla="*/ 45 h 227"/>
                <a:gd name="T20" fmla="*/ 175 w 203"/>
                <a:gd name="T21" fmla="*/ 62 h 227"/>
                <a:gd name="T22" fmla="*/ 203 w 203"/>
                <a:gd name="T23" fmla="*/ 33 h 227"/>
                <a:gd name="T24" fmla="*/ 161 w 203"/>
                <a:gd name="T25" fmla="*/ 0 h 227"/>
                <a:gd name="T26" fmla="*/ 97 w 203"/>
                <a:gd name="T27" fmla="*/ 39 h 227"/>
                <a:gd name="T28" fmla="*/ 52 w 203"/>
                <a:gd name="T29" fmla="*/ 0 h 227"/>
                <a:gd name="T30" fmla="*/ 15 w 203"/>
                <a:gd name="T31" fmla="*/ 29 h 227"/>
                <a:gd name="T32" fmla="*/ 0 w 203"/>
                <a:gd name="T33" fmla="*/ 77 h 227"/>
                <a:gd name="T34" fmla="*/ 6 w 203"/>
                <a:gd name="T35" fmla="*/ 82 h 227"/>
                <a:gd name="T36" fmla="*/ 14 w 203"/>
                <a:gd name="T37" fmla="*/ 71 h 227"/>
                <a:gd name="T38" fmla="*/ 51 w 203"/>
                <a:gd name="T39" fmla="*/ 11 h 227"/>
                <a:gd name="T40" fmla="*/ 66 w 203"/>
                <a:gd name="T41" fmla="*/ 34 h 227"/>
                <a:gd name="T42" fmla="*/ 58 w 203"/>
                <a:gd name="T43" fmla="*/ 76 h 227"/>
                <a:gd name="T44" fmla="*/ 29 w 203"/>
                <a:gd name="T45" fmla="*/ 19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227">
                  <a:moveTo>
                    <a:pt x="29" y="192"/>
                  </a:moveTo>
                  <a:cubicBezTo>
                    <a:pt x="28" y="199"/>
                    <a:pt x="25" y="211"/>
                    <a:pt x="25" y="213"/>
                  </a:cubicBezTo>
                  <a:cubicBezTo>
                    <a:pt x="25" y="222"/>
                    <a:pt x="32" y="227"/>
                    <a:pt x="39" y="227"/>
                  </a:cubicBezTo>
                  <a:cubicBezTo>
                    <a:pt x="45" y="227"/>
                    <a:pt x="54" y="223"/>
                    <a:pt x="58" y="213"/>
                  </a:cubicBezTo>
                  <a:cubicBezTo>
                    <a:pt x="59" y="211"/>
                    <a:pt x="75" y="143"/>
                    <a:pt x="77" y="134"/>
                  </a:cubicBezTo>
                  <a:cubicBezTo>
                    <a:pt x="81" y="117"/>
                    <a:pt x="90" y="82"/>
                    <a:pt x="93" y="69"/>
                  </a:cubicBezTo>
                  <a:cubicBezTo>
                    <a:pt x="95" y="62"/>
                    <a:pt x="109" y="39"/>
                    <a:pt x="121" y="28"/>
                  </a:cubicBezTo>
                  <a:cubicBezTo>
                    <a:pt x="125" y="24"/>
                    <a:pt x="140" y="11"/>
                    <a:pt x="161" y="11"/>
                  </a:cubicBezTo>
                  <a:cubicBezTo>
                    <a:pt x="174" y="11"/>
                    <a:pt x="182" y="17"/>
                    <a:pt x="182" y="17"/>
                  </a:cubicBezTo>
                  <a:cubicBezTo>
                    <a:pt x="167" y="20"/>
                    <a:pt x="156" y="32"/>
                    <a:pt x="156" y="45"/>
                  </a:cubicBezTo>
                  <a:cubicBezTo>
                    <a:pt x="156" y="53"/>
                    <a:pt x="162" y="62"/>
                    <a:pt x="175" y="62"/>
                  </a:cubicBezTo>
                  <a:cubicBezTo>
                    <a:pt x="189" y="62"/>
                    <a:pt x="203" y="51"/>
                    <a:pt x="203" y="33"/>
                  </a:cubicBezTo>
                  <a:cubicBezTo>
                    <a:pt x="203" y="15"/>
                    <a:pt x="187" y="0"/>
                    <a:pt x="161" y="0"/>
                  </a:cubicBezTo>
                  <a:cubicBezTo>
                    <a:pt x="129" y="0"/>
                    <a:pt x="107" y="25"/>
                    <a:pt x="97" y="39"/>
                  </a:cubicBezTo>
                  <a:cubicBezTo>
                    <a:pt x="93" y="16"/>
                    <a:pt x="75" y="0"/>
                    <a:pt x="52" y="0"/>
                  </a:cubicBezTo>
                  <a:cubicBezTo>
                    <a:pt x="29" y="0"/>
                    <a:pt x="20" y="20"/>
                    <a:pt x="15" y="29"/>
                  </a:cubicBezTo>
                  <a:cubicBezTo>
                    <a:pt x="6" y="46"/>
                    <a:pt x="0" y="76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2"/>
                    <a:pt x="14" y="71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5"/>
                    <a:pt x="64" y="50"/>
                    <a:pt x="58" y="76"/>
                  </a:cubicBezTo>
                  <a:lnTo>
                    <a:pt x="29" y="192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9" name="Freeform 522">
              <a:extLst>
                <a:ext uri="{FF2B5EF4-FFF2-40B4-BE49-F238E27FC236}">
                  <a16:creationId xmlns:a16="http://schemas.microsoft.com/office/drawing/2014/main" id="{DB2D0B6E-5C8D-4CE5-8505-49569C6167A2}"/>
                </a:ext>
              </a:extLst>
            </p:cNvPr>
            <p:cNvSpPr>
              <a:spLocks/>
            </p:cNvSpPr>
            <p:nvPr>
              <p:custDataLst>
                <p:tags r:id="rId78"/>
              </p:custDataLst>
            </p:nvPr>
          </p:nvSpPr>
          <p:spPr bwMode="auto">
            <a:xfrm>
              <a:off x="8464550" y="1577975"/>
              <a:ext cx="39688" cy="63500"/>
            </a:xfrm>
            <a:custGeom>
              <a:avLst/>
              <a:gdLst>
                <a:gd name="T0" fmla="*/ 76 w 160"/>
                <a:gd name="T1" fmla="*/ 115 h 239"/>
                <a:gd name="T2" fmla="*/ 123 w 160"/>
                <a:gd name="T3" fmla="*/ 172 h 239"/>
                <a:gd name="T4" fmla="*/ 78 w 160"/>
                <a:gd name="T5" fmla="*/ 228 h 239"/>
                <a:gd name="T6" fmla="*/ 18 w 160"/>
                <a:gd name="T7" fmla="*/ 203 h 239"/>
                <a:gd name="T8" fmla="*/ 39 w 160"/>
                <a:gd name="T9" fmla="*/ 184 h 239"/>
                <a:gd name="T10" fmla="*/ 19 w 160"/>
                <a:gd name="T11" fmla="*/ 165 h 239"/>
                <a:gd name="T12" fmla="*/ 0 w 160"/>
                <a:gd name="T13" fmla="*/ 185 h 239"/>
                <a:gd name="T14" fmla="*/ 78 w 160"/>
                <a:gd name="T15" fmla="*/ 239 h 239"/>
                <a:gd name="T16" fmla="*/ 160 w 160"/>
                <a:gd name="T17" fmla="*/ 172 h 239"/>
                <a:gd name="T18" fmla="*/ 100 w 160"/>
                <a:gd name="T19" fmla="*/ 109 h 239"/>
                <a:gd name="T20" fmla="*/ 150 w 160"/>
                <a:gd name="T21" fmla="*/ 48 h 239"/>
                <a:gd name="T22" fmla="*/ 79 w 160"/>
                <a:gd name="T23" fmla="*/ 0 h 239"/>
                <a:gd name="T24" fmla="*/ 11 w 160"/>
                <a:gd name="T25" fmla="*/ 47 h 239"/>
                <a:gd name="T26" fmla="*/ 29 w 160"/>
                <a:gd name="T27" fmla="*/ 65 h 239"/>
                <a:gd name="T28" fmla="*/ 47 w 160"/>
                <a:gd name="T29" fmla="*/ 48 h 239"/>
                <a:gd name="T30" fmla="*/ 29 w 160"/>
                <a:gd name="T31" fmla="*/ 29 h 239"/>
                <a:gd name="T32" fmla="*/ 78 w 160"/>
                <a:gd name="T33" fmla="*/ 10 h 239"/>
                <a:gd name="T34" fmla="*/ 116 w 160"/>
                <a:gd name="T35" fmla="*/ 48 h 239"/>
                <a:gd name="T36" fmla="*/ 102 w 160"/>
                <a:gd name="T37" fmla="*/ 90 h 239"/>
                <a:gd name="T38" fmla="*/ 63 w 160"/>
                <a:gd name="T39" fmla="*/ 105 h 239"/>
                <a:gd name="T40" fmla="*/ 52 w 160"/>
                <a:gd name="T41" fmla="*/ 106 h 239"/>
                <a:gd name="T42" fmla="*/ 48 w 160"/>
                <a:gd name="T43" fmla="*/ 110 h 239"/>
                <a:gd name="T44" fmla="*/ 57 w 160"/>
                <a:gd name="T45" fmla="*/ 115 h 239"/>
                <a:gd name="T46" fmla="*/ 76 w 160"/>
                <a:gd name="T47" fmla="*/ 115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0" h="239">
                  <a:moveTo>
                    <a:pt x="76" y="115"/>
                  </a:moveTo>
                  <a:cubicBezTo>
                    <a:pt x="104" y="115"/>
                    <a:pt x="123" y="134"/>
                    <a:pt x="123" y="172"/>
                  </a:cubicBezTo>
                  <a:cubicBezTo>
                    <a:pt x="123" y="215"/>
                    <a:pt x="98" y="228"/>
                    <a:pt x="78" y="228"/>
                  </a:cubicBezTo>
                  <a:cubicBezTo>
                    <a:pt x="64" y="228"/>
                    <a:pt x="33" y="224"/>
                    <a:pt x="18" y="203"/>
                  </a:cubicBezTo>
                  <a:cubicBezTo>
                    <a:pt x="35" y="203"/>
                    <a:pt x="39" y="191"/>
                    <a:pt x="39" y="184"/>
                  </a:cubicBezTo>
                  <a:cubicBezTo>
                    <a:pt x="39" y="173"/>
                    <a:pt x="30" y="165"/>
                    <a:pt x="19" y="165"/>
                  </a:cubicBezTo>
                  <a:cubicBezTo>
                    <a:pt x="10" y="165"/>
                    <a:pt x="0" y="171"/>
                    <a:pt x="0" y="185"/>
                  </a:cubicBezTo>
                  <a:cubicBezTo>
                    <a:pt x="0" y="218"/>
                    <a:pt x="36" y="239"/>
                    <a:pt x="78" y="239"/>
                  </a:cubicBezTo>
                  <a:cubicBezTo>
                    <a:pt x="127" y="239"/>
                    <a:pt x="160" y="206"/>
                    <a:pt x="160" y="172"/>
                  </a:cubicBezTo>
                  <a:cubicBezTo>
                    <a:pt x="160" y="144"/>
                    <a:pt x="138" y="117"/>
                    <a:pt x="100" y="109"/>
                  </a:cubicBezTo>
                  <a:cubicBezTo>
                    <a:pt x="136" y="96"/>
                    <a:pt x="150" y="70"/>
                    <a:pt x="150" y="48"/>
                  </a:cubicBezTo>
                  <a:cubicBezTo>
                    <a:pt x="150" y="21"/>
                    <a:pt x="118" y="0"/>
                    <a:pt x="79" y="0"/>
                  </a:cubicBezTo>
                  <a:cubicBezTo>
                    <a:pt x="40" y="0"/>
                    <a:pt x="11" y="19"/>
                    <a:pt x="11" y="47"/>
                  </a:cubicBezTo>
                  <a:cubicBezTo>
                    <a:pt x="11" y="59"/>
                    <a:pt x="18" y="65"/>
                    <a:pt x="29" y="65"/>
                  </a:cubicBezTo>
                  <a:cubicBezTo>
                    <a:pt x="40" y="65"/>
                    <a:pt x="47" y="57"/>
                    <a:pt x="47" y="48"/>
                  </a:cubicBezTo>
                  <a:cubicBezTo>
                    <a:pt x="47" y="37"/>
                    <a:pt x="40" y="30"/>
                    <a:pt x="29" y="29"/>
                  </a:cubicBezTo>
                  <a:cubicBezTo>
                    <a:pt x="41" y="14"/>
                    <a:pt x="65" y="10"/>
                    <a:pt x="78" y="10"/>
                  </a:cubicBezTo>
                  <a:cubicBezTo>
                    <a:pt x="94" y="10"/>
                    <a:pt x="116" y="18"/>
                    <a:pt x="116" y="48"/>
                  </a:cubicBezTo>
                  <a:cubicBezTo>
                    <a:pt x="116" y="63"/>
                    <a:pt x="111" y="79"/>
                    <a:pt x="102" y="90"/>
                  </a:cubicBezTo>
                  <a:cubicBezTo>
                    <a:pt x="90" y="103"/>
                    <a:pt x="81" y="104"/>
                    <a:pt x="63" y="105"/>
                  </a:cubicBezTo>
                  <a:cubicBezTo>
                    <a:pt x="54" y="106"/>
                    <a:pt x="54" y="106"/>
                    <a:pt x="52" y="106"/>
                  </a:cubicBezTo>
                  <a:cubicBezTo>
                    <a:pt x="51" y="106"/>
                    <a:pt x="48" y="107"/>
                    <a:pt x="48" y="110"/>
                  </a:cubicBezTo>
                  <a:cubicBezTo>
                    <a:pt x="48" y="115"/>
                    <a:pt x="52" y="115"/>
                    <a:pt x="57" y="115"/>
                  </a:cubicBezTo>
                  <a:lnTo>
                    <a:pt x="76" y="115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752" name="그룹 751" descr="\documentclass{article}&#10;\usepackage{amsmath}&#10;\pagestyle{empty}&#10;\begin{document}&#10;&#10;$r_4$&#10;&#10;&#10;\end{document}" title="IguanaTex Vector Display">
            <a:extLst>
              <a:ext uri="{FF2B5EF4-FFF2-40B4-BE49-F238E27FC236}">
                <a16:creationId xmlns:a16="http://schemas.microsoft.com/office/drawing/2014/main" id="{13BBF02F-9AEF-450C-9CC8-CB29B89FA615}"/>
              </a:ext>
            </a:extLst>
          </p:cNvPr>
          <p:cNvGrpSpPr>
            <a:grpSpLocks noChangeAspect="1"/>
          </p:cNvGrpSpPr>
          <p:nvPr>
            <p:custDataLst>
              <p:tags r:id="rId35"/>
            </p:custDataLst>
          </p:nvPr>
        </p:nvGrpSpPr>
        <p:grpSpPr>
          <a:xfrm>
            <a:off x="8804275" y="1565275"/>
            <a:ext cx="90538" cy="67218"/>
            <a:chOff x="8804275" y="1565275"/>
            <a:chExt cx="98426" cy="77788"/>
          </a:xfrm>
        </p:grpSpPr>
        <p:sp>
          <p:nvSpPr>
            <p:cNvPr id="749" name="Freeform 529">
              <a:extLst>
                <a:ext uri="{FF2B5EF4-FFF2-40B4-BE49-F238E27FC236}">
                  <a16:creationId xmlns:a16="http://schemas.microsoft.com/office/drawing/2014/main" id="{F13ED9E4-D328-4A96-9F93-9601E58A5819}"/>
                </a:ext>
              </a:extLst>
            </p:cNvPr>
            <p:cNvSpPr>
              <a:spLocks/>
            </p:cNvSpPr>
            <p:nvPr>
              <p:custDataLst>
                <p:tags r:id="rId75"/>
              </p:custDataLst>
            </p:nvPr>
          </p:nvSpPr>
          <p:spPr bwMode="auto">
            <a:xfrm>
              <a:off x="8804275" y="1565275"/>
              <a:ext cx="50800" cy="58738"/>
            </a:xfrm>
            <a:custGeom>
              <a:avLst/>
              <a:gdLst>
                <a:gd name="T0" fmla="*/ 29 w 203"/>
                <a:gd name="T1" fmla="*/ 191 h 226"/>
                <a:gd name="T2" fmla="*/ 25 w 203"/>
                <a:gd name="T3" fmla="*/ 212 h 226"/>
                <a:gd name="T4" fmla="*/ 39 w 203"/>
                <a:gd name="T5" fmla="*/ 226 h 226"/>
                <a:gd name="T6" fmla="*/ 58 w 203"/>
                <a:gd name="T7" fmla="*/ 212 h 226"/>
                <a:gd name="T8" fmla="*/ 78 w 203"/>
                <a:gd name="T9" fmla="*/ 133 h 226"/>
                <a:gd name="T10" fmla="*/ 94 w 203"/>
                <a:gd name="T11" fmla="*/ 68 h 226"/>
                <a:gd name="T12" fmla="*/ 122 w 203"/>
                <a:gd name="T13" fmla="*/ 27 h 226"/>
                <a:gd name="T14" fmla="*/ 162 w 203"/>
                <a:gd name="T15" fmla="*/ 11 h 226"/>
                <a:gd name="T16" fmla="*/ 183 w 203"/>
                <a:gd name="T17" fmla="*/ 17 h 226"/>
                <a:gd name="T18" fmla="*/ 157 w 203"/>
                <a:gd name="T19" fmla="*/ 44 h 226"/>
                <a:gd name="T20" fmla="*/ 176 w 203"/>
                <a:gd name="T21" fmla="*/ 62 h 226"/>
                <a:gd name="T22" fmla="*/ 203 w 203"/>
                <a:gd name="T23" fmla="*/ 32 h 226"/>
                <a:gd name="T24" fmla="*/ 162 w 203"/>
                <a:gd name="T25" fmla="*/ 0 h 226"/>
                <a:gd name="T26" fmla="*/ 98 w 203"/>
                <a:gd name="T27" fmla="*/ 38 h 226"/>
                <a:gd name="T28" fmla="*/ 52 w 203"/>
                <a:gd name="T29" fmla="*/ 0 h 226"/>
                <a:gd name="T30" fmla="*/ 15 w 203"/>
                <a:gd name="T31" fmla="*/ 28 h 226"/>
                <a:gd name="T32" fmla="*/ 0 w 203"/>
                <a:gd name="T33" fmla="*/ 77 h 226"/>
                <a:gd name="T34" fmla="*/ 6 w 203"/>
                <a:gd name="T35" fmla="*/ 82 h 226"/>
                <a:gd name="T36" fmla="*/ 14 w 203"/>
                <a:gd name="T37" fmla="*/ 70 h 226"/>
                <a:gd name="T38" fmla="*/ 51 w 203"/>
                <a:gd name="T39" fmla="*/ 11 h 226"/>
                <a:gd name="T40" fmla="*/ 66 w 203"/>
                <a:gd name="T41" fmla="*/ 34 h 226"/>
                <a:gd name="T42" fmla="*/ 58 w 203"/>
                <a:gd name="T43" fmla="*/ 76 h 226"/>
                <a:gd name="T44" fmla="*/ 29 w 203"/>
                <a:gd name="T45" fmla="*/ 19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3" h="226">
                  <a:moveTo>
                    <a:pt x="29" y="191"/>
                  </a:moveTo>
                  <a:cubicBezTo>
                    <a:pt x="28" y="198"/>
                    <a:pt x="25" y="210"/>
                    <a:pt x="25" y="212"/>
                  </a:cubicBezTo>
                  <a:cubicBezTo>
                    <a:pt x="25" y="221"/>
                    <a:pt x="32" y="226"/>
                    <a:pt x="39" y="226"/>
                  </a:cubicBezTo>
                  <a:cubicBezTo>
                    <a:pt x="45" y="226"/>
                    <a:pt x="54" y="222"/>
                    <a:pt x="58" y="212"/>
                  </a:cubicBezTo>
                  <a:cubicBezTo>
                    <a:pt x="59" y="210"/>
                    <a:pt x="76" y="142"/>
                    <a:pt x="78" y="133"/>
                  </a:cubicBezTo>
                  <a:cubicBezTo>
                    <a:pt x="82" y="117"/>
                    <a:pt x="91" y="82"/>
                    <a:pt x="94" y="68"/>
                  </a:cubicBezTo>
                  <a:cubicBezTo>
                    <a:pt x="96" y="62"/>
                    <a:pt x="110" y="38"/>
                    <a:pt x="122" y="27"/>
                  </a:cubicBezTo>
                  <a:cubicBezTo>
                    <a:pt x="126" y="24"/>
                    <a:pt x="140" y="11"/>
                    <a:pt x="162" y="11"/>
                  </a:cubicBezTo>
                  <a:cubicBezTo>
                    <a:pt x="175" y="11"/>
                    <a:pt x="182" y="17"/>
                    <a:pt x="183" y="17"/>
                  </a:cubicBezTo>
                  <a:cubicBezTo>
                    <a:pt x="168" y="19"/>
                    <a:pt x="157" y="31"/>
                    <a:pt x="157" y="44"/>
                  </a:cubicBezTo>
                  <a:cubicBezTo>
                    <a:pt x="157" y="52"/>
                    <a:pt x="162" y="62"/>
                    <a:pt x="176" y="62"/>
                  </a:cubicBezTo>
                  <a:cubicBezTo>
                    <a:pt x="189" y="62"/>
                    <a:pt x="203" y="50"/>
                    <a:pt x="203" y="32"/>
                  </a:cubicBezTo>
                  <a:cubicBezTo>
                    <a:pt x="203" y="15"/>
                    <a:pt x="187" y="0"/>
                    <a:pt x="162" y="0"/>
                  </a:cubicBezTo>
                  <a:cubicBezTo>
                    <a:pt x="129" y="0"/>
                    <a:pt x="107" y="24"/>
                    <a:pt x="98" y="38"/>
                  </a:cubicBezTo>
                  <a:cubicBezTo>
                    <a:pt x="94" y="16"/>
                    <a:pt x="76" y="0"/>
                    <a:pt x="52" y="0"/>
                  </a:cubicBezTo>
                  <a:cubicBezTo>
                    <a:pt x="29" y="0"/>
                    <a:pt x="20" y="19"/>
                    <a:pt x="15" y="28"/>
                  </a:cubicBezTo>
                  <a:cubicBezTo>
                    <a:pt x="6" y="45"/>
                    <a:pt x="0" y="75"/>
                    <a:pt x="0" y="77"/>
                  </a:cubicBezTo>
                  <a:cubicBezTo>
                    <a:pt x="0" y="82"/>
                    <a:pt x="5" y="82"/>
                    <a:pt x="6" y="82"/>
                  </a:cubicBezTo>
                  <a:cubicBezTo>
                    <a:pt x="11" y="82"/>
                    <a:pt x="11" y="81"/>
                    <a:pt x="14" y="70"/>
                  </a:cubicBezTo>
                  <a:cubicBezTo>
                    <a:pt x="23" y="35"/>
                    <a:pt x="33" y="11"/>
                    <a:pt x="51" y="11"/>
                  </a:cubicBezTo>
                  <a:cubicBezTo>
                    <a:pt x="59" y="11"/>
                    <a:pt x="66" y="15"/>
                    <a:pt x="66" y="34"/>
                  </a:cubicBezTo>
                  <a:cubicBezTo>
                    <a:pt x="66" y="44"/>
                    <a:pt x="65" y="50"/>
                    <a:pt x="58" y="76"/>
                  </a:cubicBezTo>
                  <a:lnTo>
                    <a:pt x="29" y="19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50" name="Freeform 530">
              <a:extLst>
                <a:ext uri="{FF2B5EF4-FFF2-40B4-BE49-F238E27FC236}">
                  <a16:creationId xmlns:a16="http://schemas.microsoft.com/office/drawing/2014/main" id="{1E1ACC97-F08C-40CD-899A-113B1796F8F8}"/>
                </a:ext>
              </a:extLst>
            </p:cNvPr>
            <p:cNvSpPr>
              <a:spLocks noEditPoints="1"/>
            </p:cNvSpPr>
            <p:nvPr>
              <p:custDataLst>
                <p:tags r:id="rId76"/>
              </p:custDataLst>
            </p:nvPr>
          </p:nvSpPr>
          <p:spPr bwMode="auto">
            <a:xfrm>
              <a:off x="8859838" y="1581150"/>
              <a:ext cx="42863" cy="61913"/>
            </a:xfrm>
            <a:custGeom>
              <a:avLst/>
              <a:gdLst>
                <a:gd name="T0" fmla="*/ 171 w 171"/>
                <a:gd name="T1" fmla="*/ 178 h 235"/>
                <a:gd name="T2" fmla="*/ 171 w 171"/>
                <a:gd name="T3" fmla="*/ 165 h 235"/>
                <a:gd name="T4" fmla="*/ 132 w 171"/>
                <a:gd name="T5" fmla="*/ 165 h 235"/>
                <a:gd name="T6" fmla="*/ 132 w 171"/>
                <a:gd name="T7" fmla="*/ 10 h 235"/>
                <a:gd name="T8" fmla="*/ 125 w 171"/>
                <a:gd name="T9" fmla="*/ 0 h 235"/>
                <a:gd name="T10" fmla="*/ 116 w 171"/>
                <a:gd name="T11" fmla="*/ 5 h 235"/>
                <a:gd name="T12" fmla="*/ 0 w 171"/>
                <a:gd name="T13" fmla="*/ 165 h 235"/>
                <a:gd name="T14" fmla="*/ 0 w 171"/>
                <a:gd name="T15" fmla="*/ 178 h 235"/>
                <a:gd name="T16" fmla="*/ 103 w 171"/>
                <a:gd name="T17" fmla="*/ 178 h 235"/>
                <a:gd name="T18" fmla="*/ 103 w 171"/>
                <a:gd name="T19" fmla="*/ 207 h 235"/>
                <a:gd name="T20" fmla="*/ 74 w 171"/>
                <a:gd name="T21" fmla="*/ 223 h 235"/>
                <a:gd name="T22" fmla="*/ 65 w 171"/>
                <a:gd name="T23" fmla="*/ 223 h 235"/>
                <a:gd name="T24" fmla="*/ 65 w 171"/>
                <a:gd name="T25" fmla="*/ 235 h 235"/>
                <a:gd name="T26" fmla="*/ 117 w 171"/>
                <a:gd name="T27" fmla="*/ 234 h 235"/>
                <a:gd name="T28" fmla="*/ 170 w 171"/>
                <a:gd name="T29" fmla="*/ 235 h 235"/>
                <a:gd name="T30" fmla="*/ 170 w 171"/>
                <a:gd name="T31" fmla="*/ 223 h 235"/>
                <a:gd name="T32" fmla="*/ 161 w 171"/>
                <a:gd name="T33" fmla="*/ 223 h 235"/>
                <a:gd name="T34" fmla="*/ 132 w 171"/>
                <a:gd name="T35" fmla="*/ 207 h 235"/>
                <a:gd name="T36" fmla="*/ 132 w 171"/>
                <a:gd name="T37" fmla="*/ 178 h 235"/>
                <a:gd name="T38" fmla="*/ 171 w 171"/>
                <a:gd name="T39" fmla="*/ 178 h 235"/>
                <a:gd name="T40" fmla="*/ 105 w 171"/>
                <a:gd name="T41" fmla="*/ 38 h 235"/>
                <a:gd name="T42" fmla="*/ 105 w 171"/>
                <a:gd name="T43" fmla="*/ 165 h 235"/>
                <a:gd name="T44" fmla="*/ 13 w 171"/>
                <a:gd name="T45" fmla="*/ 165 h 235"/>
                <a:gd name="T46" fmla="*/ 105 w 171"/>
                <a:gd name="T47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1" h="235">
                  <a:moveTo>
                    <a:pt x="171" y="178"/>
                  </a:moveTo>
                  <a:lnTo>
                    <a:pt x="171" y="165"/>
                  </a:lnTo>
                  <a:lnTo>
                    <a:pt x="132" y="165"/>
                  </a:lnTo>
                  <a:lnTo>
                    <a:pt x="132" y="10"/>
                  </a:lnTo>
                  <a:cubicBezTo>
                    <a:pt x="132" y="2"/>
                    <a:pt x="132" y="0"/>
                    <a:pt x="125" y="0"/>
                  </a:cubicBezTo>
                  <a:cubicBezTo>
                    <a:pt x="121" y="0"/>
                    <a:pt x="119" y="0"/>
                    <a:pt x="116" y="5"/>
                  </a:cubicBezTo>
                  <a:lnTo>
                    <a:pt x="0" y="165"/>
                  </a:lnTo>
                  <a:lnTo>
                    <a:pt x="0" y="178"/>
                  </a:lnTo>
                  <a:lnTo>
                    <a:pt x="103" y="178"/>
                  </a:lnTo>
                  <a:lnTo>
                    <a:pt x="103" y="207"/>
                  </a:lnTo>
                  <a:cubicBezTo>
                    <a:pt x="103" y="218"/>
                    <a:pt x="103" y="223"/>
                    <a:pt x="74" y="223"/>
                  </a:cubicBezTo>
                  <a:lnTo>
                    <a:pt x="65" y="223"/>
                  </a:lnTo>
                  <a:lnTo>
                    <a:pt x="65" y="235"/>
                  </a:lnTo>
                  <a:cubicBezTo>
                    <a:pt x="82" y="234"/>
                    <a:pt x="105" y="234"/>
                    <a:pt x="117" y="234"/>
                  </a:cubicBezTo>
                  <a:cubicBezTo>
                    <a:pt x="130" y="234"/>
                    <a:pt x="153" y="234"/>
                    <a:pt x="170" y="235"/>
                  </a:cubicBezTo>
                  <a:lnTo>
                    <a:pt x="170" y="223"/>
                  </a:lnTo>
                  <a:lnTo>
                    <a:pt x="161" y="223"/>
                  </a:lnTo>
                  <a:cubicBezTo>
                    <a:pt x="132" y="223"/>
                    <a:pt x="132" y="218"/>
                    <a:pt x="132" y="207"/>
                  </a:cubicBezTo>
                  <a:lnTo>
                    <a:pt x="132" y="178"/>
                  </a:lnTo>
                  <a:lnTo>
                    <a:pt x="171" y="178"/>
                  </a:lnTo>
                  <a:close/>
                  <a:moveTo>
                    <a:pt x="105" y="38"/>
                  </a:moveTo>
                  <a:lnTo>
                    <a:pt x="105" y="165"/>
                  </a:lnTo>
                  <a:lnTo>
                    <a:pt x="13" y="165"/>
                  </a:lnTo>
                  <a:lnTo>
                    <a:pt x="10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94234AA0-2086-487E-87BB-746A4AA0D57D}"/>
              </a:ext>
            </a:extLst>
          </p:cNvPr>
          <p:cNvSpPr/>
          <p:nvPr/>
        </p:nvSpPr>
        <p:spPr>
          <a:xfrm>
            <a:off x="8944377" y="2073154"/>
            <a:ext cx="979307" cy="3016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787" name="그룹 786" descr="\documentclass{article}&#10;\usepackage{amsmath}&#10;\pagestyle{empty}&#10;\begin{document}&#10;&#10;\noindent\centering&#10;Selected validated \\&#10;action $a_k^*$&#10;\end{document}" title="IguanaTex Vector Display">
            <a:extLst>
              <a:ext uri="{FF2B5EF4-FFF2-40B4-BE49-F238E27FC236}">
                <a16:creationId xmlns:a16="http://schemas.microsoft.com/office/drawing/2014/main" id="{F163B53E-0E9D-4BF6-BCBB-7BA364FEA1D5}"/>
              </a:ext>
            </a:extLst>
          </p:cNvPr>
          <p:cNvGrpSpPr>
            <a:grpSpLocks noChangeAspect="1"/>
          </p:cNvGrpSpPr>
          <p:nvPr>
            <p:custDataLst>
              <p:tags r:id="rId36"/>
            </p:custDataLst>
          </p:nvPr>
        </p:nvGrpSpPr>
        <p:grpSpPr>
          <a:xfrm>
            <a:off x="8991606" y="2111375"/>
            <a:ext cx="886862" cy="249667"/>
            <a:chOff x="8991606" y="2111375"/>
            <a:chExt cx="793750" cy="236538"/>
          </a:xfrm>
        </p:grpSpPr>
        <p:sp>
          <p:nvSpPr>
            <p:cNvPr id="760" name="Freeform 537">
              <a:extLst>
                <a:ext uri="{FF2B5EF4-FFF2-40B4-BE49-F238E27FC236}">
                  <a16:creationId xmlns:a16="http://schemas.microsoft.com/office/drawing/2014/main" id="{06753BDA-3992-41A9-A6AD-187A36C6D1BF}"/>
                </a:ext>
              </a:extLst>
            </p:cNvPr>
            <p:cNvSpPr>
              <a:spLocks/>
            </p:cNvSpPr>
            <p:nvPr>
              <p:custDataLst>
                <p:tags r:id="rId49"/>
              </p:custDataLst>
            </p:nvPr>
          </p:nvSpPr>
          <p:spPr bwMode="auto">
            <a:xfrm>
              <a:off x="8991606" y="2111375"/>
              <a:ext cx="44450" cy="77788"/>
            </a:xfrm>
            <a:custGeom>
              <a:avLst/>
              <a:gdLst>
                <a:gd name="T0" fmla="*/ 146 w 221"/>
                <a:gd name="T1" fmla="*/ 158 h 362"/>
                <a:gd name="T2" fmla="*/ 82 w 221"/>
                <a:gd name="T3" fmla="*/ 142 h 362"/>
                <a:gd name="T4" fmla="*/ 32 w 221"/>
                <a:gd name="T5" fmla="*/ 79 h 362"/>
                <a:gd name="T6" fmla="*/ 98 w 221"/>
                <a:gd name="T7" fmla="*/ 14 h 362"/>
                <a:gd name="T8" fmla="*/ 195 w 221"/>
                <a:gd name="T9" fmla="*/ 118 h 362"/>
                <a:gd name="T10" fmla="*/ 201 w 221"/>
                <a:gd name="T11" fmla="*/ 124 h 362"/>
                <a:gd name="T12" fmla="*/ 207 w 221"/>
                <a:gd name="T13" fmla="*/ 112 h 362"/>
                <a:gd name="T14" fmla="*/ 207 w 221"/>
                <a:gd name="T15" fmla="*/ 12 h 362"/>
                <a:gd name="T16" fmla="*/ 202 w 221"/>
                <a:gd name="T17" fmla="*/ 0 h 362"/>
                <a:gd name="T18" fmla="*/ 194 w 221"/>
                <a:gd name="T19" fmla="*/ 6 h 362"/>
                <a:gd name="T20" fmla="*/ 177 w 221"/>
                <a:gd name="T21" fmla="*/ 35 h 362"/>
                <a:gd name="T22" fmla="*/ 97 w 221"/>
                <a:gd name="T23" fmla="*/ 0 h 362"/>
                <a:gd name="T24" fmla="*/ 0 w 221"/>
                <a:gd name="T25" fmla="*/ 96 h 362"/>
                <a:gd name="T26" fmla="*/ 65 w 221"/>
                <a:gd name="T27" fmla="*/ 188 h 362"/>
                <a:gd name="T28" fmla="*/ 131 w 221"/>
                <a:gd name="T29" fmla="*/ 204 h 362"/>
                <a:gd name="T30" fmla="*/ 174 w 221"/>
                <a:gd name="T31" fmla="*/ 230 h 362"/>
                <a:gd name="T32" fmla="*/ 189 w 221"/>
                <a:gd name="T33" fmla="*/ 276 h 362"/>
                <a:gd name="T34" fmla="*/ 122 w 221"/>
                <a:gd name="T35" fmla="*/ 347 h 362"/>
                <a:gd name="T36" fmla="*/ 43 w 221"/>
                <a:gd name="T37" fmla="*/ 320 h 362"/>
                <a:gd name="T38" fmla="*/ 12 w 221"/>
                <a:gd name="T39" fmla="*/ 243 h 362"/>
                <a:gd name="T40" fmla="*/ 6 w 221"/>
                <a:gd name="T41" fmla="*/ 238 h 362"/>
                <a:gd name="T42" fmla="*/ 0 w 221"/>
                <a:gd name="T43" fmla="*/ 251 h 362"/>
                <a:gd name="T44" fmla="*/ 0 w 221"/>
                <a:gd name="T45" fmla="*/ 350 h 362"/>
                <a:gd name="T46" fmla="*/ 5 w 221"/>
                <a:gd name="T47" fmla="*/ 362 h 362"/>
                <a:gd name="T48" fmla="*/ 13 w 221"/>
                <a:gd name="T49" fmla="*/ 356 h 362"/>
                <a:gd name="T50" fmla="*/ 31 w 221"/>
                <a:gd name="T51" fmla="*/ 327 h 362"/>
                <a:gd name="T52" fmla="*/ 123 w 221"/>
                <a:gd name="T53" fmla="*/ 362 h 362"/>
                <a:gd name="T54" fmla="*/ 221 w 221"/>
                <a:gd name="T55" fmla="*/ 259 h 362"/>
                <a:gd name="T56" fmla="*/ 146 w 221"/>
                <a:gd name="T57" fmla="*/ 158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21" h="362">
                  <a:moveTo>
                    <a:pt x="146" y="158"/>
                  </a:moveTo>
                  <a:lnTo>
                    <a:pt x="82" y="142"/>
                  </a:lnTo>
                  <a:cubicBezTo>
                    <a:pt x="51" y="135"/>
                    <a:pt x="32" y="108"/>
                    <a:pt x="32" y="79"/>
                  </a:cubicBezTo>
                  <a:cubicBezTo>
                    <a:pt x="32" y="44"/>
                    <a:pt x="59" y="14"/>
                    <a:pt x="98" y="14"/>
                  </a:cubicBezTo>
                  <a:cubicBezTo>
                    <a:pt x="181" y="14"/>
                    <a:pt x="192" y="95"/>
                    <a:pt x="195" y="118"/>
                  </a:cubicBezTo>
                  <a:cubicBezTo>
                    <a:pt x="195" y="121"/>
                    <a:pt x="195" y="124"/>
                    <a:pt x="201" y="124"/>
                  </a:cubicBezTo>
                  <a:cubicBezTo>
                    <a:pt x="207" y="124"/>
                    <a:pt x="207" y="121"/>
                    <a:pt x="207" y="112"/>
                  </a:cubicBezTo>
                  <a:lnTo>
                    <a:pt x="207" y="12"/>
                  </a:lnTo>
                  <a:cubicBezTo>
                    <a:pt x="207" y="3"/>
                    <a:pt x="207" y="0"/>
                    <a:pt x="202" y="0"/>
                  </a:cubicBezTo>
                  <a:cubicBezTo>
                    <a:pt x="198" y="0"/>
                    <a:pt x="198" y="0"/>
                    <a:pt x="194" y="6"/>
                  </a:cubicBezTo>
                  <a:lnTo>
                    <a:pt x="177" y="35"/>
                  </a:lnTo>
                  <a:cubicBezTo>
                    <a:pt x="162" y="20"/>
                    <a:pt x="142" y="0"/>
                    <a:pt x="97" y="0"/>
                  </a:cubicBezTo>
                  <a:cubicBezTo>
                    <a:pt x="42" y="0"/>
                    <a:pt x="0" y="44"/>
                    <a:pt x="0" y="96"/>
                  </a:cubicBezTo>
                  <a:cubicBezTo>
                    <a:pt x="0" y="138"/>
                    <a:pt x="26" y="174"/>
                    <a:pt x="65" y="188"/>
                  </a:cubicBezTo>
                  <a:cubicBezTo>
                    <a:pt x="71" y="190"/>
                    <a:pt x="96" y="196"/>
                    <a:pt x="131" y="204"/>
                  </a:cubicBezTo>
                  <a:cubicBezTo>
                    <a:pt x="145" y="208"/>
                    <a:pt x="160" y="211"/>
                    <a:pt x="174" y="230"/>
                  </a:cubicBezTo>
                  <a:cubicBezTo>
                    <a:pt x="184" y="243"/>
                    <a:pt x="189" y="259"/>
                    <a:pt x="189" y="276"/>
                  </a:cubicBezTo>
                  <a:cubicBezTo>
                    <a:pt x="189" y="311"/>
                    <a:pt x="164" y="347"/>
                    <a:pt x="122" y="347"/>
                  </a:cubicBezTo>
                  <a:cubicBezTo>
                    <a:pt x="108" y="347"/>
                    <a:pt x="70" y="344"/>
                    <a:pt x="43" y="320"/>
                  </a:cubicBezTo>
                  <a:cubicBezTo>
                    <a:pt x="14" y="293"/>
                    <a:pt x="13" y="261"/>
                    <a:pt x="12" y="243"/>
                  </a:cubicBezTo>
                  <a:cubicBezTo>
                    <a:pt x="12" y="238"/>
                    <a:pt x="8" y="238"/>
                    <a:pt x="6" y="238"/>
                  </a:cubicBezTo>
                  <a:cubicBezTo>
                    <a:pt x="0" y="238"/>
                    <a:pt x="0" y="242"/>
                    <a:pt x="0" y="251"/>
                  </a:cubicBezTo>
                  <a:lnTo>
                    <a:pt x="0" y="350"/>
                  </a:lnTo>
                  <a:cubicBezTo>
                    <a:pt x="0" y="359"/>
                    <a:pt x="0" y="362"/>
                    <a:pt x="5" y="362"/>
                  </a:cubicBezTo>
                  <a:cubicBezTo>
                    <a:pt x="9" y="362"/>
                    <a:pt x="9" y="361"/>
                    <a:pt x="13" y="356"/>
                  </a:cubicBezTo>
                  <a:cubicBezTo>
                    <a:pt x="13" y="355"/>
                    <a:pt x="14" y="354"/>
                    <a:pt x="31" y="327"/>
                  </a:cubicBezTo>
                  <a:cubicBezTo>
                    <a:pt x="46" y="344"/>
                    <a:pt x="78" y="362"/>
                    <a:pt x="123" y="362"/>
                  </a:cubicBezTo>
                  <a:cubicBezTo>
                    <a:pt x="181" y="362"/>
                    <a:pt x="221" y="313"/>
                    <a:pt x="221" y="259"/>
                  </a:cubicBezTo>
                  <a:cubicBezTo>
                    <a:pt x="221" y="209"/>
                    <a:pt x="188" y="168"/>
                    <a:pt x="146" y="15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1" name="Freeform 538">
              <a:extLst>
                <a:ext uri="{FF2B5EF4-FFF2-40B4-BE49-F238E27FC236}">
                  <a16:creationId xmlns:a16="http://schemas.microsoft.com/office/drawing/2014/main" id="{63A0B38C-E705-4D1E-8E78-89E94D53477F}"/>
                </a:ext>
              </a:extLst>
            </p:cNvPr>
            <p:cNvSpPr>
              <a:spLocks noEditPoints="1"/>
            </p:cNvSpPr>
            <p:nvPr>
              <p:custDataLst>
                <p:tags r:id="rId50"/>
              </p:custDataLst>
            </p:nvPr>
          </p:nvSpPr>
          <p:spPr bwMode="auto">
            <a:xfrm>
              <a:off x="9045581" y="2138363"/>
              <a:ext cx="39688" cy="50800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1 w 193"/>
                <a:gd name="T9" fmla="*/ 108 h 229"/>
                <a:gd name="T10" fmla="*/ 180 w 193"/>
                <a:gd name="T11" fmla="*/ 108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6 w 193"/>
                <a:gd name="T23" fmla="*/ 158 h 229"/>
                <a:gd name="T24" fmla="*/ 180 w 193"/>
                <a:gd name="T25" fmla="*/ 165 h 229"/>
                <a:gd name="T26" fmla="*/ 113 w 193"/>
                <a:gd name="T27" fmla="*/ 216 h 229"/>
                <a:gd name="T28" fmla="*/ 56 w 193"/>
                <a:gd name="T29" fmla="*/ 183 h 229"/>
                <a:gd name="T30" fmla="*/ 41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3"/>
                    <a:pt x="87" y="11"/>
                    <a:pt x="104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2" y="98"/>
                  </a:lnTo>
                  <a:close/>
                  <a:moveTo>
                    <a:pt x="41" y="108"/>
                  </a:moveTo>
                  <a:lnTo>
                    <a:pt x="180" y="108"/>
                  </a:lnTo>
                  <a:cubicBezTo>
                    <a:pt x="191" y="108"/>
                    <a:pt x="193" y="108"/>
                    <a:pt x="193" y="98"/>
                  </a:cubicBezTo>
                  <a:cubicBezTo>
                    <a:pt x="193" y="48"/>
                    <a:pt x="166" y="0"/>
                    <a:pt x="104" y="0"/>
                  </a:cubicBezTo>
                  <a:cubicBezTo>
                    <a:pt x="46" y="0"/>
                    <a:pt x="0" y="51"/>
                    <a:pt x="0" y="114"/>
                  </a:cubicBezTo>
                  <a:cubicBezTo>
                    <a:pt x="0" y="181"/>
                    <a:pt x="52" y="229"/>
                    <a:pt x="110" y="229"/>
                  </a:cubicBezTo>
                  <a:cubicBezTo>
                    <a:pt x="170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6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2" y="216"/>
                    <a:pt x="118" y="216"/>
                    <a:pt x="113" y="216"/>
                  </a:cubicBezTo>
                  <a:cubicBezTo>
                    <a:pt x="88" y="216"/>
                    <a:pt x="68" y="201"/>
                    <a:pt x="56" y="183"/>
                  </a:cubicBezTo>
                  <a:cubicBezTo>
                    <a:pt x="41" y="159"/>
                    <a:pt x="41" y="126"/>
                    <a:pt x="41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2" name="Freeform 539">
              <a:extLst>
                <a:ext uri="{FF2B5EF4-FFF2-40B4-BE49-F238E27FC236}">
                  <a16:creationId xmlns:a16="http://schemas.microsoft.com/office/drawing/2014/main" id="{D46103E4-7D59-4EC6-8D4A-FF3DD08B9C0E}"/>
                </a:ext>
              </a:extLst>
            </p:cNvPr>
            <p:cNvSpPr>
              <a:spLocks/>
            </p:cNvSpPr>
            <p:nvPr>
              <p:custDataLst>
                <p:tags r:id="rId51"/>
              </p:custDataLst>
            </p:nvPr>
          </p:nvSpPr>
          <p:spPr bwMode="auto">
            <a:xfrm>
              <a:off x="9091619" y="2112963"/>
              <a:ext cx="22225" cy="74613"/>
            </a:xfrm>
            <a:custGeom>
              <a:avLst/>
              <a:gdLst>
                <a:gd name="T0" fmla="*/ 72 w 111"/>
                <a:gd name="T1" fmla="*/ 0 h 346"/>
                <a:gd name="T2" fmla="*/ 0 w 111"/>
                <a:gd name="T3" fmla="*/ 6 h 346"/>
                <a:gd name="T4" fmla="*/ 0 w 111"/>
                <a:gd name="T5" fmla="*/ 21 h 346"/>
                <a:gd name="T6" fmla="*/ 39 w 111"/>
                <a:gd name="T7" fmla="*/ 49 h 346"/>
                <a:gd name="T8" fmla="*/ 39 w 111"/>
                <a:gd name="T9" fmla="*/ 308 h 346"/>
                <a:gd name="T10" fmla="*/ 0 w 111"/>
                <a:gd name="T11" fmla="*/ 331 h 346"/>
                <a:gd name="T12" fmla="*/ 0 w 111"/>
                <a:gd name="T13" fmla="*/ 346 h 346"/>
                <a:gd name="T14" fmla="*/ 55 w 111"/>
                <a:gd name="T15" fmla="*/ 345 h 346"/>
                <a:gd name="T16" fmla="*/ 111 w 111"/>
                <a:gd name="T17" fmla="*/ 346 h 346"/>
                <a:gd name="T18" fmla="*/ 111 w 111"/>
                <a:gd name="T19" fmla="*/ 331 h 346"/>
                <a:gd name="T20" fmla="*/ 72 w 111"/>
                <a:gd name="T21" fmla="*/ 308 h 346"/>
                <a:gd name="T22" fmla="*/ 72 w 111"/>
                <a:gd name="T2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1" h="346">
                  <a:moveTo>
                    <a:pt x="72" y="0"/>
                  </a:move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308"/>
                  </a:lnTo>
                  <a:cubicBezTo>
                    <a:pt x="39" y="331"/>
                    <a:pt x="33" y="331"/>
                    <a:pt x="0" y="331"/>
                  </a:cubicBezTo>
                  <a:lnTo>
                    <a:pt x="0" y="346"/>
                  </a:lnTo>
                  <a:cubicBezTo>
                    <a:pt x="16" y="346"/>
                    <a:pt x="43" y="345"/>
                    <a:pt x="55" y="345"/>
                  </a:cubicBezTo>
                  <a:cubicBezTo>
                    <a:pt x="68" y="345"/>
                    <a:pt x="92" y="346"/>
                    <a:pt x="111" y="346"/>
                  </a:cubicBezTo>
                  <a:lnTo>
                    <a:pt x="111" y="331"/>
                  </a:lnTo>
                  <a:cubicBezTo>
                    <a:pt x="77" y="331"/>
                    <a:pt x="72" y="331"/>
                    <a:pt x="72" y="308"/>
                  </a:cubicBezTo>
                  <a:lnTo>
                    <a:pt x="72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3" name="Freeform 540">
              <a:extLst>
                <a:ext uri="{FF2B5EF4-FFF2-40B4-BE49-F238E27FC236}">
                  <a16:creationId xmlns:a16="http://schemas.microsoft.com/office/drawing/2014/main" id="{9B3E70F4-52D9-4FDD-A839-03E464109E9C}"/>
                </a:ext>
              </a:extLst>
            </p:cNvPr>
            <p:cNvSpPr>
              <a:spLocks noEditPoints="1"/>
            </p:cNvSpPr>
            <p:nvPr>
              <p:custDataLst>
                <p:tags r:id="rId52"/>
              </p:custDataLst>
            </p:nvPr>
          </p:nvSpPr>
          <p:spPr bwMode="auto">
            <a:xfrm>
              <a:off x="9118606" y="2138363"/>
              <a:ext cx="39688" cy="50800"/>
            </a:xfrm>
            <a:custGeom>
              <a:avLst/>
              <a:gdLst>
                <a:gd name="T0" fmla="*/ 42 w 193"/>
                <a:gd name="T1" fmla="*/ 98 h 229"/>
                <a:gd name="T2" fmla="*/ 103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1 w 193"/>
                <a:gd name="T9" fmla="*/ 108 h 229"/>
                <a:gd name="T10" fmla="*/ 180 w 193"/>
                <a:gd name="T11" fmla="*/ 108 h 229"/>
                <a:gd name="T12" fmla="*/ 193 w 193"/>
                <a:gd name="T13" fmla="*/ 98 h 229"/>
                <a:gd name="T14" fmla="*/ 103 w 193"/>
                <a:gd name="T15" fmla="*/ 0 h 229"/>
                <a:gd name="T16" fmla="*/ 0 w 193"/>
                <a:gd name="T17" fmla="*/ 114 h 229"/>
                <a:gd name="T18" fmla="*/ 109 w 193"/>
                <a:gd name="T19" fmla="*/ 229 h 229"/>
                <a:gd name="T20" fmla="*/ 193 w 193"/>
                <a:gd name="T21" fmla="*/ 164 h 229"/>
                <a:gd name="T22" fmla="*/ 186 w 193"/>
                <a:gd name="T23" fmla="*/ 158 h 229"/>
                <a:gd name="T24" fmla="*/ 180 w 193"/>
                <a:gd name="T25" fmla="*/ 165 h 229"/>
                <a:gd name="T26" fmla="*/ 112 w 193"/>
                <a:gd name="T27" fmla="*/ 216 h 229"/>
                <a:gd name="T28" fmla="*/ 56 w 193"/>
                <a:gd name="T29" fmla="*/ 183 h 229"/>
                <a:gd name="T30" fmla="*/ 41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3"/>
                    <a:pt x="86" y="11"/>
                    <a:pt x="103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2" y="98"/>
                  </a:lnTo>
                  <a:close/>
                  <a:moveTo>
                    <a:pt x="41" y="108"/>
                  </a:moveTo>
                  <a:lnTo>
                    <a:pt x="180" y="108"/>
                  </a:lnTo>
                  <a:cubicBezTo>
                    <a:pt x="191" y="108"/>
                    <a:pt x="193" y="108"/>
                    <a:pt x="193" y="98"/>
                  </a:cubicBezTo>
                  <a:cubicBezTo>
                    <a:pt x="193" y="48"/>
                    <a:pt x="166" y="0"/>
                    <a:pt x="103" y="0"/>
                  </a:cubicBezTo>
                  <a:cubicBezTo>
                    <a:pt x="46" y="0"/>
                    <a:pt x="0" y="51"/>
                    <a:pt x="0" y="114"/>
                  </a:cubicBezTo>
                  <a:cubicBezTo>
                    <a:pt x="0" y="181"/>
                    <a:pt x="52" y="229"/>
                    <a:pt x="109" y="229"/>
                  </a:cubicBezTo>
                  <a:cubicBezTo>
                    <a:pt x="170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6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2" y="216"/>
                    <a:pt x="117" y="216"/>
                    <a:pt x="112" y="216"/>
                  </a:cubicBezTo>
                  <a:cubicBezTo>
                    <a:pt x="87" y="216"/>
                    <a:pt x="68" y="201"/>
                    <a:pt x="56" y="183"/>
                  </a:cubicBezTo>
                  <a:cubicBezTo>
                    <a:pt x="41" y="159"/>
                    <a:pt x="41" y="126"/>
                    <a:pt x="41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4" name="Freeform 541">
              <a:extLst>
                <a:ext uri="{FF2B5EF4-FFF2-40B4-BE49-F238E27FC236}">
                  <a16:creationId xmlns:a16="http://schemas.microsoft.com/office/drawing/2014/main" id="{21DEBE10-1E4D-49EE-8643-DD0903DC368D}"/>
                </a:ext>
              </a:extLst>
            </p:cNvPr>
            <p:cNvSpPr>
              <a:spLocks/>
            </p:cNvSpPr>
            <p:nvPr>
              <p:custDataLst>
                <p:tags r:id="rId53"/>
              </p:custDataLst>
            </p:nvPr>
          </p:nvSpPr>
          <p:spPr bwMode="auto">
            <a:xfrm>
              <a:off x="9164644" y="2138363"/>
              <a:ext cx="39688" cy="50800"/>
            </a:xfrm>
            <a:custGeom>
              <a:avLst/>
              <a:gdLst>
                <a:gd name="T0" fmla="*/ 42 w 190"/>
                <a:gd name="T1" fmla="*/ 115 h 229"/>
                <a:gd name="T2" fmla="*/ 109 w 190"/>
                <a:gd name="T3" fmla="*/ 12 h 229"/>
                <a:gd name="T4" fmla="*/ 162 w 190"/>
                <a:gd name="T5" fmla="*/ 31 h 229"/>
                <a:gd name="T6" fmla="*/ 139 w 190"/>
                <a:gd name="T7" fmla="*/ 54 h 229"/>
                <a:gd name="T8" fmla="*/ 162 w 190"/>
                <a:gd name="T9" fmla="*/ 77 h 229"/>
                <a:gd name="T10" fmla="*/ 185 w 190"/>
                <a:gd name="T11" fmla="*/ 53 h 229"/>
                <a:gd name="T12" fmla="*/ 108 w 190"/>
                <a:gd name="T13" fmla="*/ 0 h 229"/>
                <a:gd name="T14" fmla="*/ 0 w 190"/>
                <a:gd name="T15" fmla="*/ 116 h 229"/>
                <a:gd name="T16" fmla="*/ 107 w 190"/>
                <a:gd name="T17" fmla="*/ 229 h 229"/>
                <a:gd name="T18" fmla="*/ 190 w 190"/>
                <a:gd name="T19" fmla="*/ 164 h 229"/>
                <a:gd name="T20" fmla="*/ 184 w 190"/>
                <a:gd name="T21" fmla="*/ 159 h 229"/>
                <a:gd name="T22" fmla="*/ 177 w 190"/>
                <a:gd name="T23" fmla="*/ 164 h 229"/>
                <a:gd name="T24" fmla="*/ 112 w 190"/>
                <a:gd name="T25" fmla="*/ 216 h 229"/>
                <a:gd name="T26" fmla="*/ 42 w 190"/>
                <a:gd name="T27" fmla="*/ 11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229">
                  <a:moveTo>
                    <a:pt x="42" y="115"/>
                  </a:moveTo>
                  <a:cubicBezTo>
                    <a:pt x="42" y="33"/>
                    <a:pt x="82" y="12"/>
                    <a:pt x="109" y="12"/>
                  </a:cubicBezTo>
                  <a:cubicBezTo>
                    <a:pt x="113" y="12"/>
                    <a:pt x="145" y="13"/>
                    <a:pt x="162" y="31"/>
                  </a:cubicBezTo>
                  <a:cubicBezTo>
                    <a:pt x="142" y="32"/>
                    <a:pt x="139" y="47"/>
                    <a:pt x="139" y="54"/>
                  </a:cubicBezTo>
                  <a:cubicBezTo>
                    <a:pt x="139" y="67"/>
                    <a:pt x="148" y="77"/>
                    <a:pt x="162" y="77"/>
                  </a:cubicBezTo>
                  <a:cubicBezTo>
                    <a:pt x="175" y="77"/>
                    <a:pt x="185" y="68"/>
                    <a:pt x="185" y="53"/>
                  </a:cubicBezTo>
                  <a:cubicBezTo>
                    <a:pt x="185" y="19"/>
                    <a:pt x="147" y="0"/>
                    <a:pt x="108" y="0"/>
                  </a:cubicBezTo>
                  <a:cubicBezTo>
                    <a:pt x="46" y="0"/>
                    <a:pt x="0" y="54"/>
                    <a:pt x="0" y="116"/>
                  </a:cubicBezTo>
                  <a:cubicBezTo>
                    <a:pt x="0" y="180"/>
                    <a:pt x="50" y="229"/>
                    <a:pt x="107" y="229"/>
                  </a:cubicBezTo>
                  <a:cubicBezTo>
                    <a:pt x="174" y="229"/>
                    <a:pt x="190" y="169"/>
                    <a:pt x="190" y="164"/>
                  </a:cubicBezTo>
                  <a:cubicBezTo>
                    <a:pt x="190" y="159"/>
                    <a:pt x="185" y="159"/>
                    <a:pt x="184" y="159"/>
                  </a:cubicBezTo>
                  <a:cubicBezTo>
                    <a:pt x="179" y="159"/>
                    <a:pt x="178" y="161"/>
                    <a:pt x="177" y="164"/>
                  </a:cubicBezTo>
                  <a:cubicBezTo>
                    <a:pt x="163" y="210"/>
                    <a:pt x="130" y="216"/>
                    <a:pt x="112" y="216"/>
                  </a:cubicBezTo>
                  <a:cubicBezTo>
                    <a:pt x="85" y="216"/>
                    <a:pt x="42" y="195"/>
                    <a:pt x="42" y="1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5" name="Freeform 542">
              <a:extLst>
                <a:ext uri="{FF2B5EF4-FFF2-40B4-BE49-F238E27FC236}">
                  <a16:creationId xmlns:a16="http://schemas.microsoft.com/office/drawing/2014/main" id="{935C5CD6-3B63-4BB0-A777-09A42DFA99A5}"/>
                </a:ext>
              </a:extLst>
            </p:cNvPr>
            <p:cNvSpPr>
              <a:spLocks/>
            </p:cNvSpPr>
            <p:nvPr>
              <p:custDataLst>
                <p:tags r:id="rId54"/>
              </p:custDataLst>
            </p:nvPr>
          </p:nvSpPr>
          <p:spPr bwMode="auto">
            <a:xfrm>
              <a:off x="9209094" y="2120900"/>
              <a:ext cx="31750" cy="68263"/>
            </a:xfrm>
            <a:custGeom>
              <a:avLst/>
              <a:gdLst>
                <a:gd name="T0" fmla="*/ 77 w 156"/>
                <a:gd name="T1" fmla="*/ 107 h 312"/>
                <a:gd name="T2" fmla="*/ 148 w 156"/>
                <a:gd name="T3" fmla="*/ 107 h 312"/>
                <a:gd name="T4" fmla="*/ 148 w 156"/>
                <a:gd name="T5" fmla="*/ 91 h 312"/>
                <a:gd name="T6" fmla="*/ 77 w 156"/>
                <a:gd name="T7" fmla="*/ 91 h 312"/>
                <a:gd name="T8" fmla="*/ 77 w 156"/>
                <a:gd name="T9" fmla="*/ 0 h 312"/>
                <a:gd name="T10" fmla="*/ 64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3 w 156"/>
                <a:gd name="T17" fmla="*/ 107 h 312"/>
                <a:gd name="T18" fmla="*/ 43 w 156"/>
                <a:gd name="T19" fmla="*/ 245 h 312"/>
                <a:gd name="T20" fmla="*/ 107 w 156"/>
                <a:gd name="T21" fmla="*/ 312 h 312"/>
                <a:gd name="T22" fmla="*/ 156 w 156"/>
                <a:gd name="T23" fmla="*/ 245 h 312"/>
                <a:gd name="T24" fmla="*/ 156 w 156"/>
                <a:gd name="T25" fmla="*/ 216 h 312"/>
                <a:gd name="T26" fmla="*/ 144 w 156"/>
                <a:gd name="T27" fmla="*/ 216 h 312"/>
                <a:gd name="T28" fmla="*/ 144 w 156"/>
                <a:gd name="T29" fmla="*/ 244 h 312"/>
                <a:gd name="T30" fmla="*/ 110 w 156"/>
                <a:gd name="T31" fmla="*/ 299 h 312"/>
                <a:gd name="T32" fmla="*/ 77 w 156"/>
                <a:gd name="T33" fmla="*/ 246 h 312"/>
                <a:gd name="T34" fmla="*/ 77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7" y="107"/>
                  </a:moveTo>
                  <a:lnTo>
                    <a:pt x="148" y="107"/>
                  </a:lnTo>
                  <a:lnTo>
                    <a:pt x="148" y="91"/>
                  </a:lnTo>
                  <a:lnTo>
                    <a:pt x="77" y="91"/>
                  </a:lnTo>
                  <a:lnTo>
                    <a:pt x="77" y="0"/>
                  </a:lnTo>
                  <a:lnTo>
                    <a:pt x="64" y="0"/>
                  </a:lnTo>
                  <a:cubicBezTo>
                    <a:pt x="64" y="41"/>
                    <a:pt x="49" y="94"/>
                    <a:pt x="0" y="96"/>
                  </a:cubicBezTo>
                  <a:lnTo>
                    <a:pt x="0" y="107"/>
                  </a:lnTo>
                  <a:lnTo>
                    <a:pt x="43" y="107"/>
                  </a:lnTo>
                  <a:lnTo>
                    <a:pt x="43" y="245"/>
                  </a:lnTo>
                  <a:cubicBezTo>
                    <a:pt x="43" y="306"/>
                    <a:pt x="89" y="312"/>
                    <a:pt x="107" y="312"/>
                  </a:cubicBezTo>
                  <a:cubicBezTo>
                    <a:pt x="142" y="312"/>
                    <a:pt x="156" y="276"/>
                    <a:pt x="156" y="245"/>
                  </a:cubicBezTo>
                  <a:lnTo>
                    <a:pt x="156" y="216"/>
                  </a:lnTo>
                  <a:lnTo>
                    <a:pt x="144" y="216"/>
                  </a:lnTo>
                  <a:lnTo>
                    <a:pt x="144" y="244"/>
                  </a:lnTo>
                  <a:cubicBezTo>
                    <a:pt x="144" y="280"/>
                    <a:pt x="129" y="299"/>
                    <a:pt x="110" y="299"/>
                  </a:cubicBezTo>
                  <a:cubicBezTo>
                    <a:pt x="77" y="299"/>
                    <a:pt x="77" y="254"/>
                    <a:pt x="77" y="246"/>
                  </a:cubicBezTo>
                  <a:lnTo>
                    <a:pt x="77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6" name="Freeform 543">
              <a:extLst>
                <a:ext uri="{FF2B5EF4-FFF2-40B4-BE49-F238E27FC236}">
                  <a16:creationId xmlns:a16="http://schemas.microsoft.com/office/drawing/2014/main" id="{AE3EEFD7-B315-4B3A-94FE-623B551F2CFE}"/>
                </a:ext>
              </a:extLst>
            </p:cNvPr>
            <p:cNvSpPr>
              <a:spLocks noEditPoints="1"/>
            </p:cNvSpPr>
            <p:nvPr>
              <p:custDataLst>
                <p:tags r:id="rId55"/>
              </p:custDataLst>
            </p:nvPr>
          </p:nvSpPr>
          <p:spPr bwMode="auto">
            <a:xfrm>
              <a:off x="9248781" y="2138363"/>
              <a:ext cx="39688" cy="50800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2 w 193"/>
                <a:gd name="T9" fmla="*/ 108 h 229"/>
                <a:gd name="T10" fmla="*/ 181 w 193"/>
                <a:gd name="T11" fmla="*/ 108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7 w 193"/>
                <a:gd name="T23" fmla="*/ 158 h 229"/>
                <a:gd name="T24" fmla="*/ 180 w 193"/>
                <a:gd name="T25" fmla="*/ 165 h 229"/>
                <a:gd name="T26" fmla="*/ 113 w 193"/>
                <a:gd name="T27" fmla="*/ 216 h 229"/>
                <a:gd name="T28" fmla="*/ 57 w 193"/>
                <a:gd name="T29" fmla="*/ 183 h 229"/>
                <a:gd name="T30" fmla="*/ 42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3"/>
                    <a:pt x="87" y="11"/>
                    <a:pt x="104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2" y="98"/>
                  </a:lnTo>
                  <a:close/>
                  <a:moveTo>
                    <a:pt x="42" y="108"/>
                  </a:moveTo>
                  <a:lnTo>
                    <a:pt x="181" y="108"/>
                  </a:lnTo>
                  <a:cubicBezTo>
                    <a:pt x="192" y="108"/>
                    <a:pt x="193" y="108"/>
                    <a:pt x="193" y="98"/>
                  </a:cubicBezTo>
                  <a:cubicBezTo>
                    <a:pt x="193" y="48"/>
                    <a:pt x="166" y="0"/>
                    <a:pt x="104" y="0"/>
                  </a:cubicBezTo>
                  <a:cubicBezTo>
                    <a:pt x="46" y="0"/>
                    <a:pt x="0" y="51"/>
                    <a:pt x="0" y="114"/>
                  </a:cubicBezTo>
                  <a:cubicBezTo>
                    <a:pt x="0" y="181"/>
                    <a:pt x="53" y="229"/>
                    <a:pt x="110" y="229"/>
                  </a:cubicBezTo>
                  <a:cubicBezTo>
                    <a:pt x="171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7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3" y="216"/>
                    <a:pt x="118" y="216"/>
                    <a:pt x="113" y="216"/>
                  </a:cubicBezTo>
                  <a:cubicBezTo>
                    <a:pt x="88" y="216"/>
                    <a:pt x="68" y="201"/>
                    <a:pt x="57" y="183"/>
                  </a:cubicBezTo>
                  <a:cubicBezTo>
                    <a:pt x="42" y="159"/>
                    <a:pt x="42" y="126"/>
                    <a:pt x="42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7" name="Freeform 544">
              <a:extLst>
                <a:ext uri="{FF2B5EF4-FFF2-40B4-BE49-F238E27FC236}">
                  <a16:creationId xmlns:a16="http://schemas.microsoft.com/office/drawing/2014/main" id="{69DCAF81-ABAE-4B69-9742-C2F0E604F346}"/>
                </a:ext>
              </a:extLst>
            </p:cNvPr>
            <p:cNvSpPr>
              <a:spLocks noEditPoints="1"/>
            </p:cNvSpPr>
            <p:nvPr>
              <p:custDataLst>
                <p:tags r:id="rId56"/>
              </p:custDataLst>
            </p:nvPr>
          </p:nvSpPr>
          <p:spPr bwMode="auto">
            <a:xfrm>
              <a:off x="9294819" y="2112963"/>
              <a:ext cx="50800" cy="76200"/>
            </a:xfrm>
            <a:custGeom>
              <a:avLst/>
              <a:gdLst>
                <a:gd name="T0" fmla="*/ 172 w 246"/>
                <a:gd name="T1" fmla="*/ 319 h 352"/>
                <a:gd name="T2" fmla="*/ 172 w 246"/>
                <a:gd name="T3" fmla="*/ 352 h 352"/>
                <a:gd name="T4" fmla="*/ 246 w 246"/>
                <a:gd name="T5" fmla="*/ 346 h 352"/>
                <a:gd name="T6" fmla="*/ 246 w 246"/>
                <a:gd name="T7" fmla="*/ 331 h 352"/>
                <a:gd name="T8" fmla="*/ 207 w 246"/>
                <a:gd name="T9" fmla="*/ 303 h 352"/>
                <a:gd name="T10" fmla="*/ 207 w 246"/>
                <a:gd name="T11" fmla="*/ 0 h 352"/>
                <a:gd name="T12" fmla="*/ 135 w 246"/>
                <a:gd name="T13" fmla="*/ 6 h 352"/>
                <a:gd name="T14" fmla="*/ 135 w 246"/>
                <a:gd name="T15" fmla="*/ 21 h 352"/>
                <a:gd name="T16" fmla="*/ 174 w 246"/>
                <a:gd name="T17" fmla="*/ 49 h 352"/>
                <a:gd name="T18" fmla="*/ 174 w 246"/>
                <a:gd name="T19" fmla="*/ 157 h 352"/>
                <a:gd name="T20" fmla="*/ 111 w 246"/>
                <a:gd name="T21" fmla="*/ 126 h 352"/>
                <a:gd name="T22" fmla="*/ 0 w 246"/>
                <a:gd name="T23" fmla="*/ 239 h 352"/>
                <a:gd name="T24" fmla="*/ 105 w 246"/>
                <a:gd name="T25" fmla="*/ 352 h 352"/>
                <a:gd name="T26" fmla="*/ 172 w 246"/>
                <a:gd name="T27" fmla="*/ 319 h 352"/>
                <a:gd name="T28" fmla="*/ 172 w 246"/>
                <a:gd name="T29" fmla="*/ 185 h 352"/>
                <a:gd name="T30" fmla="*/ 172 w 246"/>
                <a:gd name="T31" fmla="*/ 288 h 352"/>
                <a:gd name="T32" fmla="*/ 167 w 246"/>
                <a:gd name="T33" fmla="*/ 306 h 352"/>
                <a:gd name="T34" fmla="*/ 108 w 246"/>
                <a:gd name="T35" fmla="*/ 341 h 352"/>
                <a:gd name="T36" fmla="*/ 55 w 246"/>
                <a:gd name="T37" fmla="*/ 309 h 352"/>
                <a:gd name="T38" fmla="*/ 41 w 246"/>
                <a:gd name="T39" fmla="*/ 240 h 352"/>
                <a:gd name="T40" fmla="*/ 56 w 246"/>
                <a:gd name="T41" fmla="*/ 169 h 352"/>
                <a:gd name="T42" fmla="*/ 113 w 246"/>
                <a:gd name="T43" fmla="*/ 137 h 352"/>
                <a:gd name="T44" fmla="*/ 167 w 246"/>
                <a:gd name="T45" fmla="*/ 167 h 352"/>
                <a:gd name="T46" fmla="*/ 172 w 246"/>
                <a:gd name="T47" fmla="*/ 185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" h="352">
                  <a:moveTo>
                    <a:pt x="172" y="319"/>
                  </a:moveTo>
                  <a:lnTo>
                    <a:pt x="172" y="352"/>
                  </a:lnTo>
                  <a:lnTo>
                    <a:pt x="246" y="346"/>
                  </a:lnTo>
                  <a:lnTo>
                    <a:pt x="246" y="331"/>
                  </a:lnTo>
                  <a:cubicBezTo>
                    <a:pt x="211" y="331"/>
                    <a:pt x="207" y="327"/>
                    <a:pt x="207" y="303"/>
                  </a:cubicBezTo>
                  <a:lnTo>
                    <a:pt x="207" y="0"/>
                  </a:lnTo>
                  <a:lnTo>
                    <a:pt x="135" y="6"/>
                  </a:lnTo>
                  <a:lnTo>
                    <a:pt x="135" y="21"/>
                  </a:lnTo>
                  <a:cubicBezTo>
                    <a:pt x="170" y="21"/>
                    <a:pt x="174" y="25"/>
                    <a:pt x="174" y="49"/>
                  </a:cubicBezTo>
                  <a:lnTo>
                    <a:pt x="174" y="157"/>
                  </a:lnTo>
                  <a:cubicBezTo>
                    <a:pt x="159" y="139"/>
                    <a:pt x="138" y="126"/>
                    <a:pt x="111" y="126"/>
                  </a:cubicBezTo>
                  <a:cubicBezTo>
                    <a:pt x="52" y="126"/>
                    <a:pt x="0" y="175"/>
                    <a:pt x="0" y="239"/>
                  </a:cubicBezTo>
                  <a:cubicBezTo>
                    <a:pt x="0" y="303"/>
                    <a:pt x="49" y="352"/>
                    <a:pt x="105" y="352"/>
                  </a:cubicBezTo>
                  <a:cubicBezTo>
                    <a:pt x="137" y="352"/>
                    <a:pt x="160" y="335"/>
                    <a:pt x="172" y="319"/>
                  </a:cubicBezTo>
                  <a:close/>
                  <a:moveTo>
                    <a:pt x="172" y="185"/>
                  </a:moveTo>
                  <a:lnTo>
                    <a:pt x="172" y="288"/>
                  </a:lnTo>
                  <a:cubicBezTo>
                    <a:pt x="172" y="297"/>
                    <a:pt x="172" y="298"/>
                    <a:pt x="167" y="306"/>
                  </a:cubicBezTo>
                  <a:cubicBezTo>
                    <a:pt x="152" y="330"/>
                    <a:pt x="129" y="341"/>
                    <a:pt x="108" y="341"/>
                  </a:cubicBezTo>
                  <a:cubicBezTo>
                    <a:pt x="85" y="341"/>
                    <a:pt x="67" y="328"/>
                    <a:pt x="55" y="309"/>
                  </a:cubicBezTo>
                  <a:cubicBezTo>
                    <a:pt x="43" y="289"/>
                    <a:pt x="41" y="260"/>
                    <a:pt x="41" y="240"/>
                  </a:cubicBezTo>
                  <a:cubicBezTo>
                    <a:pt x="41" y="221"/>
                    <a:pt x="42" y="191"/>
                    <a:pt x="56" y="169"/>
                  </a:cubicBezTo>
                  <a:cubicBezTo>
                    <a:pt x="67" y="153"/>
                    <a:pt x="86" y="137"/>
                    <a:pt x="113" y="137"/>
                  </a:cubicBezTo>
                  <a:cubicBezTo>
                    <a:pt x="130" y="137"/>
                    <a:pt x="151" y="144"/>
                    <a:pt x="167" y="167"/>
                  </a:cubicBezTo>
                  <a:cubicBezTo>
                    <a:pt x="172" y="175"/>
                    <a:pt x="172" y="176"/>
                    <a:pt x="172" y="18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8" name="Freeform 545">
              <a:extLst>
                <a:ext uri="{FF2B5EF4-FFF2-40B4-BE49-F238E27FC236}">
                  <a16:creationId xmlns:a16="http://schemas.microsoft.com/office/drawing/2014/main" id="{0D8B58C1-80A6-4F8B-A25B-C53EBCEB807E}"/>
                </a:ext>
              </a:extLst>
            </p:cNvPr>
            <p:cNvSpPr>
              <a:spLocks/>
            </p:cNvSpPr>
            <p:nvPr>
              <p:custDataLst>
                <p:tags r:id="rId57"/>
              </p:custDataLst>
            </p:nvPr>
          </p:nvSpPr>
          <p:spPr bwMode="auto">
            <a:xfrm>
              <a:off x="9385306" y="2139950"/>
              <a:ext cx="49213" cy="49213"/>
            </a:xfrm>
            <a:custGeom>
              <a:avLst/>
              <a:gdLst>
                <a:gd name="T0" fmla="*/ 198 w 244"/>
                <a:gd name="T1" fmla="*/ 49 h 221"/>
                <a:gd name="T2" fmla="*/ 244 w 244"/>
                <a:gd name="T3" fmla="*/ 16 h 221"/>
                <a:gd name="T4" fmla="*/ 244 w 244"/>
                <a:gd name="T5" fmla="*/ 0 h 221"/>
                <a:gd name="T6" fmla="*/ 207 w 244"/>
                <a:gd name="T7" fmla="*/ 2 h 221"/>
                <a:gd name="T8" fmla="*/ 163 w 244"/>
                <a:gd name="T9" fmla="*/ 0 h 221"/>
                <a:gd name="T10" fmla="*/ 163 w 244"/>
                <a:gd name="T11" fmla="*/ 16 h 221"/>
                <a:gd name="T12" fmla="*/ 187 w 244"/>
                <a:gd name="T13" fmla="*/ 37 h 221"/>
                <a:gd name="T14" fmla="*/ 184 w 244"/>
                <a:gd name="T15" fmla="*/ 49 h 221"/>
                <a:gd name="T16" fmla="*/ 133 w 244"/>
                <a:gd name="T17" fmla="*/ 176 h 221"/>
                <a:gd name="T18" fmla="*/ 77 w 244"/>
                <a:gd name="T19" fmla="*/ 37 h 221"/>
                <a:gd name="T20" fmla="*/ 74 w 244"/>
                <a:gd name="T21" fmla="*/ 29 h 221"/>
                <a:gd name="T22" fmla="*/ 103 w 244"/>
                <a:gd name="T23" fmla="*/ 16 h 221"/>
                <a:gd name="T24" fmla="*/ 103 w 244"/>
                <a:gd name="T25" fmla="*/ 0 h 221"/>
                <a:gd name="T26" fmla="*/ 48 w 244"/>
                <a:gd name="T27" fmla="*/ 2 h 221"/>
                <a:gd name="T28" fmla="*/ 0 w 244"/>
                <a:gd name="T29" fmla="*/ 0 h 221"/>
                <a:gd name="T30" fmla="*/ 0 w 244"/>
                <a:gd name="T31" fmla="*/ 16 h 221"/>
                <a:gd name="T32" fmla="*/ 40 w 244"/>
                <a:gd name="T33" fmla="*/ 34 h 221"/>
                <a:gd name="T34" fmla="*/ 112 w 244"/>
                <a:gd name="T35" fmla="*/ 211 h 221"/>
                <a:gd name="T36" fmla="*/ 122 w 244"/>
                <a:gd name="T37" fmla="*/ 221 h 221"/>
                <a:gd name="T38" fmla="*/ 133 w 244"/>
                <a:gd name="T39" fmla="*/ 211 h 221"/>
                <a:gd name="T40" fmla="*/ 198 w 244"/>
                <a:gd name="T4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4" h="221">
                  <a:moveTo>
                    <a:pt x="198" y="49"/>
                  </a:moveTo>
                  <a:cubicBezTo>
                    <a:pt x="203" y="38"/>
                    <a:pt x="211" y="16"/>
                    <a:pt x="244" y="16"/>
                  </a:cubicBezTo>
                  <a:lnTo>
                    <a:pt x="244" y="0"/>
                  </a:lnTo>
                  <a:cubicBezTo>
                    <a:pt x="232" y="1"/>
                    <a:pt x="218" y="2"/>
                    <a:pt x="207" y="2"/>
                  </a:cubicBezTo>
                  <a:cubicBezTo>
                    <a:pt x="195" y="2"/>
                    <a:pt x="172" y="1"/>
                    <a:pt x="163" y="0"/>
                  </a:cubicBezTo>
                  <a:lnTo>
                    <a:pt x="163" y="16"/>
                  </a:lnTo>
                  <a:cubicBezTo>
                    <a:pt x="182" y="16"/>
                    <a:pt x="187" y="28"/>
                    <a:pt x="187" y="37"/>
                  </a:cubicBezTo>
                  <a:cubicBezTo>
                    <a:pt x="187" y="42"/>
                    <a:pt x="186" y="44"/>
                    <a:pt x="184" y="49"/>
                  </a:cubicBezTo>
                  <a:lnTo>
                    <a:pt x="133" y="176"/>
                  </a:lnTo>
                  <a:lnTo>
                    <a:pt x="77" y="37"/>
                  </a:lnTo>
                  <a:cubicBezTo>
                    <a:pt x="74" y="31"/>
                    <a:pt x="74" y="30"/>
                    <a:pt x="74" y="29"/>
                  </a:cubicBezTo>
                  <a:cubicBezTo>
                    <a:pt x="74" y="16"/>
                    <a:pt x="94" y="16"/>
                    <a:pt x="103" y="16"/>
                  </a:cubicBezTo>
                  <a:lnTo>
                    <a:pt x="103" y="0"/>
                  </a:lnTo>
                  <a:cubicBezTo>
                    <a:pt x="88" y="1"/>
                    <a:pt x="60" y="2"/>
                    <a:pt x="48" y="2"/>
                  </a:cubicBezTo>
                  <a:cubicBezTo>
                    <a:pt x="35" y="2"/>
                    <a:pt x="15" y="1"/>
                    <a:pt x="0" y="0"/>
                  </a:cubicBezTo>
                  <a:lnTo>
                    <a:pt x="0" y="16"/>
                  </a:lnTo>
                  <a:cubicBezTo>
                    <a:pt x="31" y="16"/>
                    <a:pt x="33" y="19"/>
                    <a:pt x="40" y="34"/>
                  </a:cubicBezTo>
                  <a:lnTo>
                    <a:pt x="112" y="211"/>
                  </a:lnTo>
                  <a:cubicBezTo>
                    <a:pt x="115" y="218"/>
                    <a:pt x="116" y="221"/>
                    <a:pt x="122" y="221"/>
                  </a:cubicBezTo>
                  <a:cubicBezTo>
                    <a:pt x="129" y="221"/>
                    <a:pt x="131" y="216"/>
                    <a:pt x="133" y="211"/>
                  </a:cubicBezTo>
                  <a:lnTo>
                    <a:pt x="198" y="49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69" name="Freeform 546">
              <a:extLst>
                <a:ext uri="{FF2B5EF4-FFF2-40B4-BE49-F238E27FC236}">
                  <a16:creationId xmlns:a16="http://schemas.microsoft.com/office/drawing/2014/main" id="{A6611D9C-6EE4-4880-8389-2A205330E300}"/>
                </a:ext>
              </a:extLst>
            </p:cNvPr>
            <p:cNvSpPr>
              <a:spLocks noEditPoints="1"/>
            </p:cNvSpPr>
            <p:nvPr>
              <p:custDataLst>
                <p:tags r:id="rId58"/>
              </p:custDataLst>
            </p:nvPr>
          </p:nvSpPr>
          <p:spPr bwMode="auto">
            <a:xfrm>
              <a:off x="9436106" y="2138363"/>
              <a:ext cx="46038" cy="50800"/>
            </a:xfrm>
            <a:custGeom>
              <a:avLst/>
              <a:gdLst>
                <a:gd name="T0" fmla="*/ 145 w 225"/>
                <a:gd name="T1" fmla="*/ 185 h 229"/>
                <a:gd name="T2" fmla="*/ 184 w 225"/>
                <a:gd name="T3" fmla="*/ 226 h 229"/>
                <a:gd name="T4" fmla="*/ 225 w 225"/>
                <a:gd name="T5" fmla="*/ 179 h 229"/>
                <a:gd name="T6" fmla="*/ 225 w 225"/>
                <a:gd name="T7" fmla="*/ 151 h 229"/>
                <a:gd name="T8" fmla="*/ 212 w 225"/>
                <a:gd name="T9" fmla="*/ 151 h 229"/>
                <a:gd name="T10" fmla="*/ 212 w 225"/>
                <a:gd name="T11" fmla="*/ 179 h 229"/>
                <a:gd name="T12" fmla="*/ 195 w 225"/>
                <a:gd name="T13" fmla="*/ 211 h 229"/>
                <a:gd name="T14" fmla="*/ 176 w 225"/>
                <a:gd name="T15" fmla="*/ 186 h 229"/>
                <a:gd name="T16" fmla="*/ 176 w 225"/>
                <a:gd name="T17" fmla="*/ 86 h 229"/>
                <a:gd name="T18" fmla="*/ 158 w 225"/>
                <a:gd name="T19" fmla="*/ 27 h 229"/>
                <a:gd name="T20" fmla="*/ 90 w 225"/>
                <a:gd name="T21" fmla="*/ 0 h 229"/>
                <a:gd name="T22" fmla="*/ 15 w 225"/>
                <a:gd name="T23" fmla="*/ 56 h 229"/>
                <a:gd name="T24" fmla="*/ 37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2 w 225"/>
                <a:gd name="T33" fmla="*/ 75 h 229"/>
                <a:gd name="T34" fmla="*/ 142 w 225"/>
                <a:gd name="T35" fmla="*/ 93 h 229"/>
                <a:gd name="T36" fmla="*/ 50 w 225"/>
                <a:gd name="T37" fmla="*/ 111 h 229"/>
                <a:gd name="T38" fmla="*/ 0 w 225"/>
                <a:gd name="T39" fmla="*/ 176 h 229"/>
                <a:gd name="T40" fmla="*/ 80 w 225"/>
                <a:gd name="T41" fmla="*/ 229 h 229"/>
                <a:gd name="T42" fmla="*/ 145 w 225"/>
                <a:gd name="T43" fmla="*/ 185 h 229"/>
                <a:gd name="T44" fmla="*/ 142 w 225"/>
                <a:gd name="T45" fmla="*/ 104 h 229"/>
                <a:gd name="T46" fmla="*/ 142 w 225"/>
                <a:gd name="T47" fmla="*/ 154 h 229"/>
                <a:gd name="T48" fmla="*/ 83 w 225"/>
                <a:gd name="T49" fmla="*/ 218 h 229"/>
                <a:gd name="T50" fmla="*/ 38 w 225"/>
                <a:gd name="T51" fmla="*/ 176 h 229"/>
                <a:gd name="T52" fmla="*/ 142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5"/>
                  </a:moveTo>
                  <a:cubicBezTo>
                    <a:pt x="147" y="205"/>
                    <a:pt x="161" y="226"/>
                    <a:pt x="184" y="226"/>
                  </a:cubicBezTo>
                  <a:cubicBezTo>
                    <a:pt x="195" y="226"/>
                    <a:pt x="225" y="219"/>
                    <a:pt x="225" y="179"/>
                  </a:cubicBezTo>
                  <a:lnTo>
                    <a:pt x="225" y="151"/>
                  </a:lnTo>
                  <a:lnTo>
                    <a:pt x="212" y="151"/>
                  </a:lnTo>
                  <a:lnTo>
                    <a:pt x="212" y="179"/>
                  </a:lnTo>
                  <a:cubicBezTo>
                    <a:pt x="212" y="208"/>
                    <a:pt x="200" y="211"/>
                    <a:pt x="195" y="211"/>
                  </a:cubicBezTo>
                  <a:cubicBezTo>
                    <a:pt x="178" y="211"/>
                    <a:pt x="176" y="188"/>
                    <a:pt x="176" y="186"/>
                  </a:cubicBezTo>
                  <a:lnTo>
                    <a:pt x="176" y="86"/>
                  </a:lnTo>
                  <a:cubicBezTo>
                    <a:pt x="176" y="65"/>
                    <a:pt x="176" y="46"/>
                    <a:pt x="158" y="27"/>
                  </a:cubicBezTo>
                  <a:cubicBezTo>
                    <a:pt x="139" y="8"/>
                    <a:pt x="114" y="0"/>
                    <a:pt x="90" y="0"/>
                  </a:cubicBezTo>
                  <a:cubicBezTo>
                    <a:pt x="49" y="0"/>
                    <a:pt x="15" y="23"/>
                    <a:pt x="15" y="56"/>
                  </a:cubicBezTo>
                  <a:cubicBezTo>
                    <a:pt x="15" y="71"/>
                    <a:pt x="24" y="80"/>
                    <a:pt x="37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8" y="34"/>
                    <a:pt x="35" y="34"/>
                  </a:cubicBezTo>
                  <a:cubicBezTo>
                    <a:pt x="48" y="16"/>
                    <a:pt x="73" y="11"/>
                    <a:pt x="89" y="11"/>
                  </a:cubicBezTo>
                  <a:cubicBezTo>
                    <a:pt x="113" y="11"/>
                    <a:pt x="142" y="30"/>
                    <a:pt x="142" y="75"/>
                  </a:cubicBezTo>
                  <a:lnTo>
                    <a:pt x="142" y="93"/>
                  </a:lnTo>
                  <a:cubicBezTo>
                    <a:pt x="116" y="95"/>
                    <a:pt x="81" y="96"/>
                    <a:pt x="50" y="111"/>
                  </a:cubicBezTo>
                  <a:cubicBezTo>
                    <a:pt x="13" y="128"/>
                    <a:pt x="0" y="154"/>
                    <a:pt x="0" y="176"/>
                  </a:cubicBezTo>
                  <a:cubicBezTo>
                    <a:pt x="0" y="216"/>
                    <a:pt x="48" y="229"/>
                    <a:pt x="80" y="229"/>
                  </a:cubicBezTo>
                  <a:cubicBezTo>
                    <a:pt x="113" y="229"/>
                    <a:pt x="136" y="209"/>
                    <a:pt x="145" y="185"/>
                  </a:cubicBezTo>
                  <a:close/>
                  <a:moveTo>
                    <a:pt x="142" y="104"/>
                  </a:moveTo>
                  <a:lnTo>
                    <a:pt x="142" y="154"/>
                  </a:lnTo>
                  <a:cubicBezTo>
                    <a:pt x="142" y="201"/>
                    <a:pt x="106" y="218"/>
                    <a:pt x="83" y="218"/>
                  </a:cubicBezTo>
                  <a:cubicBezTo>
                    <a:pt x="59" y="218"/>
                    <a:pt x="38" y="200"/>
                    <a:pt x="38" y="176"/>
                  </a:cubicBezTo>
                  <a:cubicBezTo>
                    <a:pt x="38" y="148"/>
                    <a:pt x="59" y="107"/>
                    <a:pt x="142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0" name="Freeform 547">
              <a:extLst>
                <a:ext uri="{FF2B5EF4-FFF2-40B4-BE49-F238E27FC236}">
                  <a16:creationId xmlns:a16="http://schemas.microsoft.com/office/drawing/2014/main" id="{1391C19B-BF46-4358-8A9D-91336C8C613B}"/>
                </a:ext>
              </a:extLst>
            </p:cNvPr>
            <p:cNvSpPr>
              <a:spLocks/>
            </p:cNvSpPr>
            <p:nvPr>
              <p:custDataLst>
                <p:tags r:id="rId59"/>
              </p:custDataLst>
            </p:nvPr>
          </p:nvSpPr>
          <p:spPr bwMode="auto">
            <a:xfrm>
              <a:off x="9485319" y="2112963"/>
              <a:ext cx="22225" cy="74613"/>
            </a:xfrm>
            <a:custGeom>
              <a:avLst/>
              <a:gdLst>
                <a:gd name="T0" fmla="*/ 72 w 110"/>
                <a:gd name="T1" fmla="*/ 0 h 346"/>
                <a:gd name="T2" fmla="*/ 0 w 110"/>
                <a:gd name="T3" fmla="*/ 6 h 346"/>
                <a:gd name="T4" fmla="*/ 0 w 110"/>
                <a:gd name="T5" fmla="*/ 21 h 346"/>
                <a:gd name="T6" fmla="*/ 39 w 110"/>
                <a:gd name="T7" fmla="*/ 49 h 346"/>
                <a:gd name="T8" fmla="*/ 39 w 110"/>
                <a:gd name="T9" fmla="*/ 308 h 346"/>
                <a:gd name="T10" fmla="*/ 0 w 110"/>
                <a:gd name="T11" fmla="*/ 331 h 346"/>
                <a:gd name="T12" fmla="*/ 0 w 110"/>
                <a:gd name="T13" fmla="*/ 346 h 346"/>
                <a:gd name="T14" fmla="*/ 55 w 110"/>
                <a:gd name="T15" fmla="*/ 345 h 346"/>
                <a:gd name="T16" fmla="*/ 110 w 110"/>
                <a:gd name="T17" fmla="*/ 346 h 346"/>
                <a:gd name="T18" fmla="*/ 110 w 110"/>
                <a:gd name="T19" fmla="*/ 331 h 346"/>
                <a:gd name="T20" fmla="*/ 72 w 110"/>
                <a:gd name="T21" fmla="*/ 308 h 346"/>
                <a:gd name="T22" fmla="*/ 72 w 110"/>
                <a:gd name="T2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0" h="346">
                  <a:moveTo>
                    <a:pt x="72" y="0"/>
                  </a:move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308"/>
                  </a:lnTo>
                  <a:cubicBezTo>
                    <a:pt x="39" y="331"/>
                    <a:pt x="33" y="331"/>
                    <a:pt x="0" y="331"/>
                  </a:cubicBezTo>
                  <a:lnTo>
                    <a:pt x="0" y="346"/>
                  </a:lnTo>
                  <a:cubicBezTo>
                    <a:pt x="16" y="346"/>
                    <a:pt x="43" y="345"/>
                    <a:pt x="55" y="345"/>
                  </a:cubicBezTo>
                  <a:cubicBezTo>
                    <a:pt x="68" y="345"/>
                    <a:pt x="92" y="346"/>
                    <a:pt x="110" y="346"/>
                  </a:cubicBezTo>
                  <a:lnTo>
                    <a:pt x="110" y="331"/>
                  </a:lnTo>
                  <a:cubicBezTo>
                    <a:pt x="77" y="331"/>
                    <a:pt x="72" y="331"/>
                    <a:pt x="72" y="308"/>
                  </a:cubicBezTo>
                  <a:lnTo>
                    <a:pt x="72" y="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1" name="Freeform 548">
              <a:extLst>
                <a:ext uri="{FF2B5EF4-FFF2-40B4-BE49-F238E27FC236}">
                  <a16:creationId xmlns:a16="http://schemas.microsoft.com/office/drawing/2014/main" id="{98CD758D-3CAE-4235-9FE3-E09749C9AC6B}"/>
                </a:ext>
              </a:extLst>
            </p:cNvPr>
            <p:cNvSpPr>
              <a:spLocks noEditPoints="1"/>
            </p:cNvSpPr>
            <p:nvPr>
              <p:custDataLst>
                <p:tags r:id="rId60"/>
              </p:custDataLst>
            </p:nvPr>
          </p:nvSpPr>
          <p:spPr bwMode="auto">
            <a:xfrm>
              <a:off x="9513894" y="2114550"/>
              <a:ext cx="22225" cy="73025"/>
            </a:xfrm>
            <a:custGeom>
              <a:avLst/>
              <a:gdLst>
                <a:gd name="T0" fmla="*/ 72 w 107"/>
                <a:gd name="T1" fmla="*/ 113 h 333"/>
                <a:gd name="T2" fmla="*/ 2 w 107"/>
                <a:gd name="T3" fmla="*/ 118 h 333"/>
                <a:gd name="T4" fmla="*/ 2 w 107"/>
                <a:gd name="T5" fmla="*/ 134 h 333"/>
                <a:gd name="T6" fmla="*/ 39 w 107"/>
                <a:gd name="T7" fmla="*/ 161 h 333"/>
                <a:gd name="T8" fmla="*/ 39 w 107"/>
                <a:gd name="T9" fmla="*/ 295 h 333"/>
                <a:gd name="T10" fmla="*/ 0 w 107"/>
                <a:gd name="T11" fmla="*/ 318 h 333"/>
                <a:gd name="T12" fmla="*/ 0 w 107"/>
                <a:gd name="T13" fmla="*/ 333 h 333"/>
                <a:gd name="T14" fmla="*/ 55 w 107"/>
                <a:gd name="T15" fmla="*/ 332 h 333"/>
                <a:gd name="T16" fmla="*/ 107 w 107"/>
                <a:gd name="T17" fmla="*/ 333 h 333"/>
                <a:gd name="T18" fmla="*/ 107 w 107"/>
                <a:gd name="T19" fmla="*/ 318 h 333"/>
                <a:gd name="T20" fmla="*/ 72 w 107"/>
                <a:gd name="T21" fmla="*/ 296 h 333"/>
                <a:gd name="T22" fmla="*/ 72 w 107"/>
                <a:gd name="T23" fmla="*/ 113 h 333"/>
                <a:gd name="T24" fmla="*/ 74 w 107"/>
                <a:gd name="T25" fmla="*/ 26 h 333"/>
                <a:gd name="T26" fmla="*/ 47 w 107"/>
                <a:gd name="T27" fmla="*/ 0 h 333"/>
                <a:gd name="T28" fmla="*/ 21 w 107"/>
                <a:gd name="T29" fmla="*/ 26 h 333"/>
                <a:gd name="T30" fmla="*/ 47 w 107"/>
                <a:gd name="T31" fmla="*/ 53 h 333"/>
                <a:gd name="T32" fmla="*/ 74 w 107"/>
                <a:gd name="T33" fmla="*/ 2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7" h="333">
                  <a:moveTo>
                    <a:pt x="72" y="113"/>
                  </a:moveTo>
                  <a:lnTo>
                    <a:pt x="2" y="118"/>
                  </a:lnTo>
                  <a:lnTo>
                    <a:pt x="2" y="134"/>
                  </a:lnTo>
                  <a:cubicBezTo>
                    <a:pt x="34" y="134"/>
                    <a:pt x="39" y="137"/>
                    <a:pt x="39" y="161"/>
                  </a:cubicBezTo>
                  <a:lnTo>
                    <a:pt x="39" y="295"/>
                  </a:lnTo>
                  <a:cubicBezTo>
                    <a:pt x="39" y="318"/>
                    <a:pt x="33" y="318"/>
                    <a:pt x="0" y="318"/>
                  </a:cubicBezTo>
                  <a:lnTo>
                    <a:pt x="0" y="333"/>
                  </a:lnTo>
                  <a:cubicBezTo>
                    <a:pt x="16" y="333"/>
                    <a:pt x="43" y="332"/>
                    <a:pt x="55" y="332"/>
                  </a:cubicBezTo>
                  <a:cubicBezTo>
                    <a:pt x="72" y="332"/>
                    <a:pt x="90" y="333"/>
                    <a:pt x="107" y="333"/>
                  </a:cubicBezTo>
                  <a:lnTo>
                    <a:pt x="107" y="318"/>
                  </a:lnTo>
                  <a:cubicBezTo>
                    <a:pt x="74" y="318"/>
                    <a:pt x="72" y="315"/>
                    <a:pt x="72" y="296"/>
                  </a:cubicBezTo>
                  <a:lnTo>
                    <a:pt x="72" y="113"/>
                  </a:lnTo>
                  <a:close/>
                  <a:moveTo>
                    <a:pt x="74" y="26"/>
                  </a:moveTo>
                  <a:cubicBezTo>
                    <a:pt x="74" y="10"/>
                    <a:pt x="61" y="0"/>
                    <a:pt x="47" y="0"/>
                  </a:cubicBezTo>
                  <a:cubicBezTo>
                    <a:pt x="32" y="0"/>
                    <a:pt x="21" y="13"/>
                    <a:pt x="21" y="26"/>
                  </a:cubicBezTo>
                  <a:cubicBezTo>
                    <a:pt x="21" y="40"/>
                    <a:pt x="32" y="53"/>
                    <a:pt x="47" y="53"/>
                  </a:cubicBezTo>
                  <a:cubicBezTo>
                    <a:pt x="61" y="53"/>
                    <a:pt x="74" y="42"/>
                    <a:pt x="74" y="26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2" name="Freeform 549">
              <a:extLst>
                <a:ext uri="{FF2B5EF4-FFF2-40B4-BE49-F238E27FC236}">
                  <a16:creationId xmlns:a16="http://schemas.microsoft.com/office/drawing/2014/main" id="{F4E25A87-541A-4534-886F-7134E833DA61}"/>
                </a:ext>
              </a:extLst>
            </p:cNvPr>
            <p:cNvSpPr>
              <a:spLocks noEditPoints="1"/>
            </p:cNvSpPr>
            <p:nvPr>
              <p:custDataLst>
                <p:tags r:id="rId61"/>
              </p:custDataLst>
            </p:nvPr>
          </p:nvSpPr>
          <p:spPr bwMode="auto">
            <a:xfrm>
              <a:off x="9542469" y="2112963"/>
              <a:ext cx="50800" cy="76200"/>
            </a:xfrm>
            <a:custGeom>
              <a:avLst/>
              <a:gdLst>
                <a:gd name="T0" fmla="*/ 173 w 246"/>
                <a:gd name="T1" fmla="*/ 319 h 352"/>
                <a:gd name="T2" fmla="*/ 173 w 246"/>
                <a:gd name="T3" fmla="*/ 352 h 352"/>
                <a:gd name="T4" fmla="*/ 246 w 246"/>
                <a:gd name="T5" fmla="*/ 346 h 352"/>
                <a:gd name="T6" fmla="*/ 246 w 246"/>
                <a:gd name="T7" fmla="*/ 331 h 352"/>
                <a:gd name="T8" fmla="*/ 207 w 246"/>
                <a:gd name="T9" fmla="*/ 303 h 352"/>
                <a:gd name="T10" fmla="*/ 207 w 246"/>
                <a:gd name="T11" fmla="*/ 0 h 352"/>
                <a:gd name="T12" fmla="*/ 135 w 246"/>
                <a:gd name="T13" fmla="*/ 6 h 352"/>
                <a:gd name="T14" fmla="*/ 135 w 246"/>
                <a:gd name="T15" fmla="*/ 21 h 352"/>
                <a:gd name="T16" fmla="*/ 174 w 246"/>
                <a:gd name="T17" fmla="*/ 49 h 352"/>
                <a:gd name="T18" fmla="*/ 174 w 246"/>
                <a:gd name="T19" fmla="*/ 157 h 352"/>
                <a:gd name="T20" fmla="*/ 111 w 246"/>
                <a:gd name="T21" fmla="*/ 126 h 352"/>
                <a:gd name="T22" fmla="*/ 0 w 246"/>
                <a:gd name="T23" fmla="*/ 239 h 352"/>
                <a:gd name="T24" fmla="*/ 106 w 246"/>
                <a:gd name="T25" fmla="*/ 352 h 352"/>
                <a:gd name="T26" fmla="*/ 173 w 246"/>
                <a:gd name="T27" fmla="*/ 319 h 352"/>
                <a:gd name="T28" fmla="*/ 173 w 246"/>
                <a:gd name="T29" fmla="*/ 185 h 352"/>
                <a:gd name="T30" fmla="*/ 173 w 246"/>
                <a:gd name="T31" fmla="*/ 288 h 352"/>
                <a:gd name="T32" fmla="*/ 167 w 246"/>
                <a:gd name="T33" fmla="*/ 306 h 352"/>
                <a:gd name="T34" fmla="*/ 108 w 246"/>
                <a:gd name="T35" fmla="*/ 341 h 352"/>
                <a:gd name="T36" fmla="*/ 56 w 246"/>
                <a:gd name="T37" fmla="*/ 309 h 352"/>
                <a:gd name="T38" fmla="*/ 41 w 246"/>
                <a:gd name="T39" fmla="*/ 240 h 352"/>
                <a:gd name="T40" fmla="*/ 57 w 246"/>
                <a:gd name="T41" fmla="*/ 169 h 352"/>
                <a:gd name="T42" fmla="*/ 113 w 246"/>
                <a:gd name="T43" fmla="*/ 137 h 352"/>
                <a:gd name="T44" fmla="*/ 167 w 246"/>
                <a:gd name="T45" fmla="*/ 167 h 352"/>
                <a:gd name="T46" fmla="*/ 173 w 246"/>
                <a:gd name="T47" fmla="*/ 185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" h="352">
                  <a:moveTo>
                    <a:pt x="173" y="319"/>
                  </a:moveTo>
                  <a:lnTo>
                    <a:pt x="173" y="352"/>
                  </a:lnTo>
                  <a:lnTo>
                    <a:pt x="246" y="346"/>
                  </a:lnTo>
                  <a:lnTo>
                    <a:pt x="246" y="331"/>
                  </a:lnTo>
                  <a:cubicBezTo>
                    <a:pt x="211" y="331"/>
                    <a:pt x="207" y="327"/>
                    <a:pt x="207" y="303"/>
                  </a:cubicBezTo>
                  <a:lnTo>
                    <a:pt x="207" y="0"/>
                  </a:lnTo>
                  <a:lnTo>
                    <a:pt x="135" y="6"/>
                  </a:lnTo>
                  <a:lnTo>
                    <a:pt x="135" y="21"/>
                  </a:lnTo>
                  <a:cubicBezTo>
                    <a:pt x="170" y="21"/>
                    <a:pt x="174" y="25"/>
                    <a:pt x="174" y="49"/>
                  </a:cubicBezTo>
                  <a:lnTo>
                    <a:pt x="174" y="157"/>
                  </a:lnTo>
                  <a:cubicBezTo>
                    <a:pt x="160" y="139"/>
                    <a:pt x="138" y="126"/>
                    <a:pt x="111" y="126"/>
                  </a:cubicBezTo>
                  <a:cubicBezTo>
                    <a:pt x="52" y="126"/>
                    <a:pt x="0" y="175"/>
                    <a:pt x="0" y="239"/>
                  </a:cubicBezTo>
                  <a:cubicBezTo>
                    <a:pt x="0" y="303"/>
                    <a:pt x="49" y="352"/>
                    <a:pt x="106" y="352"/>
                  </a:cubicBezTo>
                  <a:cubicBezTo>
                    <a:pt x="138" y="352"/>
                    <a:pt x="160" y="335"/>
                    <a:pt x="173" y="319"/>
                  </a:cubicBezTo>
                  <a:close/>
                  <a:moveTo>
                    <a:pt x="173" y="185"/>
                  </a:moveTo>
                  <a:lnTo>
                    <a:pt x="173" y="288"/>
                  </a:lnTo>
                  <a:cubicBezTo>
                    <a:pt x="173" y="297"/>
                    <a:pt x="173" y="298"/>
                    <a:pt x="167" y="306"/>
                  </a:cubicBezTo>
                  <a:cubicBezTo>
                    <a:pt x="152" y="330"/>
                    <a:pt x="130" y="341"/>
                    <a:pt x="108" y="341"/>
                  </a:cubicBezTo>
                  <a:cubicBezTo>
                    <a:pt x="86" y="341"/>
                    <a:pt x="68" y="328"/>
                    <a:pt x="56" y="309"/>
                  </a:cubicBezTo>
                  <a:cubicBezTo>
                    <a:pt x="43" y="289"/>
                    <a:pt x="41" y="260"/>
                    <a:pt x="41" y="240"/>
                  </a:cubicBezTo>
                  <a:cubicBezTo>
                    <a:pt x="41" y="221"/>
                    <a:pt x="42" y="191"/>
                    <a:pt x="57" y="169"/>
                  </a:cubicBezTo>
                  <a:cubicBezTo>
                    <a:pt x="67" y="153"/>
                    <a:pt x="86" y="137"/>
                    <a:pt x="113" y="137"/>
                  </a:cubicBezTo>
                  <a:cubicBezTo>
                    <a:pt x="131" y="137"/>
                    <a:pt x="152" y="144"/>
                    <a:pt x="167" y="167"/>
                  </a:cubicBezTo>
                  <a:cubicBezTo>
                    <a:pt x="173" y="175"/>
                    <a:pt x="173" y="176"/>
                    <a:pt x="173" y="18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3" name="Freeform 550">
              <a:extLst>
                <a:ext uri="{FF2B5EF4-FFF2-40B4-BE49-F238E27FC236}">
                  <a16:creationId xmlns:a16="http://schemas.microsoft.com/office/drawing/2014/main" id="{85C77B0E-27A3-43C1-824E-57EFE31641C4}"/>
                </a:ext>
              </a:extLst>
            </p:cNvPr>
            <p:cNvSpPr>
              <a:spLocks noEditPoints="1"/>
            </p:cNvSpPr>
            <p:nvPr>
              <p:custDataLst>
                <p:tags r:id="rId62"/>
              </p:custDataLst>
            </p:nvPr>
          </p:nvSpPr>
          <p:spPr bwMode="auto">
            <a:xfrm>
              <a:off x="9599619" y="2138363"/>
              <a:ext cx="46038" cy="50800"/>
            </a:xfrm>
            <a:custGeom>
              <a:avLst/>
              <a:gdLst>
                <a:gd name="T0" fmla="*/ 145 w 225"/>
                <a:gd name="T1" fmla="*/ 185 h 229"/>
                <a:gd name="T2" fmla="*/ 184 w 225"/>
                <a:gd name="T3" fmla="*/ 226 h 229"/>
                <a:gd name="T4" fmla="*/ 225 w 225"/>
                <a:gd name="T5" fmla="*/ 179 h 229"/>
                <a:gd name="T6" fmla="*/ 225 w 225"/>
                <a:gd name="T7" fmla="*/ 151 h 229"/>
                <a:gd name="T8" fmla="*/ 212 w 225"/>
                <a:gd name="T9" fmla="*/ 151 h 229"/>
                <a:gd name="T10" fmla="*/ 212 w 225"/>
                <a:gd name="T11" fmla="*/ 179 h 229"/>
                <a:gd name="T12" fmla="*/ 194 w 225"/>
                <a:gd name="T13" fmla="*/ 211 h 229"/>
                <a:gd name="T14" fmla="*/ 176 w 225"/>
                <a:gd name="T15" fmla="*/ 186 h 229"/>
                <a:gd name="T16" fmla="*/ 176 w 225"/>
                <a:gd name="T17" fmla="*/ 86 h 229"/>
                <a:gd name="T18" fmla="*/ 158 w 225"/>
                <a:gd name="T19" fmla="*/ 27 h 229"/>
                <a:gd name="T20" fmla="*/ 90 w 225"/>
                <a:gd name="T21" fmla="*/ 0 h 229"/>
                <a:gd name="T22" fmla="*/ 14 w 225"/>
                <a:gd name="T23" fmla="*/ 56 h 229"/>
                <a:gd name="T24" fmla="*/ 37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1 w 225"/>
                <a:gd name="T33" fmla="*/ 75 h 229"/>
                <a:gd name="T34" fmla="*/ 141 w 225"/>
                <a:gd name="T35" fmla="*/ 93 h 229"/>
                <a:gd name="T36" fmla="*/ 50 w 225"/>
                <a:gd name="T37" fmla="*/ 111 h 229"/>
                <a:gd name="T38" fmla="*/ 0 w 225"/>
                <a:gd name="T39" fmla="*/ 176 h 229"/>
                <a:gd name="T40" fmla="*/ 80 w 225"/>
                <a:gd name="T41" fmla="*/ 229 h 229"/>
                <a:gd name="T42" fmla="*/ 145 w 225"/>
                <a:gd name="T43" fmla="*/ 185 h 229"/>
                <a:gd name="T44" fmla="*/ 141 w 225"/>
                <a:gd name="T45" fmla="*/ 104 h 229"/>
                <a:gd name="T46" fmla="*/ 141 w 225"/>
                <a:gd name="T47" fmla="*/ 154 h 229"/>
                <a:gd name="T48" fmla="*/ 83 w 225"/>
                <a:gd name="T49" fmla="*/ 218 h 229"/>
                <a:gd name="T50" fmla="*/ 38 w 225"/>
                <a:gd name="T51" fmla="*/ 176 h 229"/>
                <a:gd name="T52" fmla="*/ 141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5"/>
                  </a:moveTo>
                  <a:cubicBezTo>
                    <a:pt x="147" y="205"/>
                    <a:pt x="160" y="226"/>
                    <a:pt x="184" y="226"/>
                  </a:cubicBezTo>
                  <a:cubicBezTo>
                    <a:pt x="194" y="226"/>
                    <a:pt x="225" y="219"/>
                    <a:pt x="225" y="179"/>
                  </a:cubicBezTo>
                  <a:lnTo>
                    <a:pt x="225" y="151"/>
                  </a:lnTo>
                  <a:lnTo>
                    <a:pt x="212" y="151"/>
                  </a:lnTo>
                  <a:lnTo>
                    <a:pt x="212" y="179"/>
                  </a:lnTo>
                  <a:cubicBezTo>
                    <a:pt x="212" y="208"/>
                    <a:pt x="200" y="211"/>
                    <a:pt x="194" y="211"/>
                  </a:cubicBezTo>
                  <a:cubicBezTo>
                    <a:pt x="178" y="211"/>
                    <a:pt x="176" y="188"/>
                    <a:pt x="176" y="186"/>
                  </a:cubicBezTo>
                  <a:lnTo>
                    <a:pt x="176" y="86"/>
                  </a:lnTo>
                  <a:cubicBezTo>
                    <a:pt x="176" y="65"/>
                    <a:pt x="176" y="46"/>
                    <a:pt x="158" y="27"/>
                  </a:cubicBezTo>
                  <a:cubicBezTo>
                    <a:pt x="138" y="8"/>
                    <a:pt x="113" y="0"/>
                    <a:pt x="90" y="0"/>
                  </a:cubicBezTo>
                  <a:cubicBezTo>
                    <a:pt x="49" y="0"/>
                    <a:pt x="14" y="23"/>
                    <a:pt x="14" y="56"/>
                  </a:cubicBezTo>
                  <a:cubicBezTo>
                    <a:pt x="14" y="71"/>
                    <a:pt x="24" y="80"/>
                    <a:pt x="37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8" y="34"/>
                    <a:pt x="35" y="34"/>
                  </a:cubicBezTo>
                  <a:cubicBezTo>
                    <a:pt x="48" y="16"/>
                    <a:pt x="73" y="11"/>
                    <a:pt x="89" y="11"/>
                  </a:cubicBezTo>
                  <a:cubicBezTo>
                    <a:pt x="113" y="11"/>
                    <a:pt x="141" y="30"/>
                    <a:pt x="141" y="75"/>
                  </a:cubicBezTo>
                  <a:lnTo>
                    <a:pt x="141" y="93"/>
                  </a:lnTo>
                  <a:cubicBezTo>
                    <a:pt x="116" y="95"/>
                    <a:pt x="81" y="96"/>
                    <a:pt x="50" y="111"/>
                  </a:cubicBezTo>
                  <a:cubicBezTo>
                    <a:pt x="12" y="128"/>
                    <a:pt x="0" y="154"/>
                    <a:pt x="0" y="176"/>
                  </a:cubicBezTo>
                  <a:cubicBezTo>
                    <a:pt x="0" y="216"/>
                    <a:pt x="48" y="229"/>
                    <a:pt x="80" y="229"/>
                  </a:cubicBezTo>
                  <a:cubicBezTo>
                    <a:pt x="112" y="229"/>
                    <a:pt x="135" y="209"/>
                    <a:pt x="145" y="185"/>
                  </a:cubicBezTo>
                  <a:close/>
                  <a:moveTo>
                    <a:pt x="141" y="104"/>
                  </a:moveTo>
                  <a:lnTo>
                    <a:pt x="141" y="154"/>
                  </a:lnTo>
                  <a:cubicBezTo>
                    <a:pt x="141" y="201"/>
                    <a:pt x="105" y="218"/>
                    <a:pt x="83" y="218"/>
                  </a:cubicBezTo>
                  <a:cubicBezTo>
                    <a:pt x="59" y="218"/>
                    <a:pt x="38" y="200"/>
                    <a:pt x="38" y="176"/>
                  </a:cubicBezTo>
                  <a:cubicBezTo>
                    <a:pt x="38" y="148"/>
                    <a:pt x="59" y="107"/>
                    <a:pt x="141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4" name="Freeform 551">
              <a:extLst>
                <a:ext uri="{FF2B5EF4-FFF2-40B4-BE49-F238E27FC236}">
                  <a16:creationId xmlns:a16="http://schemas.microsoft.com/office/drawing/2014/main" id="{BDCDF499-AA76-4E2E-8503-30A6BF2DFB79}"/>
                </a:ext>
              </a:extLst>
            </p:cNvPr>
            <p:cNvSpPr>
              <a:spLocks/>
            </p:cNvSpPr>
            <p:nvPr>
              <p:custDataLst>
                <p:tags r:id="rId63"/>
              </p:custDataLst>
            </p:nvPr>
          </p:nvSpPr>
          <p:spPr bwMode="auto">
            <a:xfrm>
              <a:off x="9648831" y="2120900"/>
              <a:ext cx="31750" cy="68263"/>
            </a:xfrm>
            <a:custGeom>
              <a:avLst/>
              <a:gdLst>
                <a:gd name="T0" fmla="*/ 77 w 157"/>
                <a:gd name="T1" fmla="*/ 107 h 312"/>
                <a:gd name="T2" fmla="*/ 149 w 157"/>
                <a:gd name="T3" fmla="*/ 107 h 312"/>
                <a:gd name="T4" fmla="*/ 149 w 157"/>
                <a:gd name="T5" fmla="*/ 91 h 312"/>
                <a:gd name="T6" fmla="*/ 77 w 157"/>
                <a:gd name="T7" fmla="*/ 91 h 312"/>
                <a:gd name="T8" fmla="*/ 77 w 157"/>
                <a:gd name="T9" fmla="*/ 0 h 312"/>
                <a:gd name="T10" fmla="*/ 65 w 157"/>
                <a:gd name="T11" fmla="*/ 0 h 312"/>
                <a:gd name="T12" fmla="*/ 0 w 157"/>
                <a:gd name="T13" fmla="*/ 96 h 312"/>
                <a:gd name="T14" fmla="*/ 0 w 157"/>
                <a:gd name="T15" fmla="*/ 107 h 312"/>
                <a:gd name="T16" fmla="*/ 43 w 157"/>
                <a:gd name="T17" fmla="*/ 107 h 312"/>
                <a:gd name="T18" fmla="*/ 43 w 157"/>
                <a:gd name="T19" fmla="*/ 245 h 312"/>
                <a:gd name="T20" fmla="*/ 107 w 157"/>
                <a:gd name="T21" fmla="*/ 312 h 312"/>
                <a:gd name="T22" fmla="*/ 157 w 157"/>
                <a:gd name="T23" fmla="*/ 245 h 312"/>
                <a:gd name="T24" fmla="*/ 157 w 157"/>
                <a:gd name="T25" fmla="*/ 216 h 312"/>
                <a:gd name="T26" fmla="*/ 144 w 157"/>
                <a:gd name="T27" fmla="*/ 216 h 312"/>
                <a:gd name="T28" fmla="*/ 144 w 157"/>
                <a:gd name="T29" fmla="*/ 244 h 312"/>
                <a:gd name="T30" fmla="*/ 111 w 157"/>
                <a:gd name="T31" fmla="*/ 299 h 312"/>
                <a:gd name="T32" fmla="*/ 77 w 157"/>
                <a:gd name="T33" fmla="*/ 246 h 312"/>
                <a:gd name="T34" fmla="*/ 77 w 157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7" h="312">
                  <a:moveTo>
                    <a:pt x="77" y="107"/>
                  </a:moveTo>
                  <a:lnTo>
                    <a:pt x="149" y="107"/>
                  </a:lnTo>
                  <a:lnTo>
                    <a:pt x="149" y="91"/>
                  </a:lnTo>
                  <a:lnTo>
                    <a:pt x="77" y="91"/>
                  </a:lnTo>
                  <a:lnTo>
                    <a:pt x="77" y="0"/>
                  </a:lnTo>
                  <a:lnTo>
                    <a:pt x="65" y="0"/>
                  </a:lnTo>
                  <a:cubicBezTo>
                    <a:pt x="64" y="41"/>
                    <a:pt x="49" y="94"/>
                    <a:pt x="0" y="96"/>
                  </a:cubicBezTo>
                  <a:lnTo>
                    <a:pt x="0" y="107"/>
                  </a:lnTo>
                  <a:lnTo>
                    <a:pt x="43" y="107"/>
                  </a:lnTo>
                  <a:lnTo>
                    <a:pt x="43" y="245"/>
                  </a:lnTo>
                  <a:cubicBezTo>
                    <a:pt x="43" y="306"/>
                    <a:pt x="89" y="312"/>
                    <a:pt x="107" y="312"/>
                  </a:cubicBezTo>
                  <a:cubicBezTo>
                    <a:pt x="143" y="312"/>
                    <a:pt x="157" y="276"/>
                    <a:pt x="157" y="245"/>
                  </a:cubicBezTo>
                  <a:lnTo>
                    <a:pt x="157" y="216"/>
                  </a:lnTo>
                  <a:lnTo>
                    <a:pt x="144" y="216"/>
                  </a:lnTo>
                  <a:lnTo>
                    <a:pt x="144" y="244"/>
                  </a:lnTo>
                  <a:cubicBezTo>
                    <a:pt x="144" y="280"/>
                    <a:pt x="129" y="299"/>
                    <a:pt x="111" y="299"/>
                  </a:cubicBezTo>
                  <a:cubicBezTo>
                    <a:pt x="77" y="299"/>
                    <a:pt x="77" y="254"/>
                    <a:pt x="77" y="246"/>
                  </a:cubicBezTo>
                  <a:lnTo>
                    <a:pt x="77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5" name="Freeform 552">
              <a:extLst>
                <a:ext uri="{FF2B5EF4-FFF2-40B4-BE49-F238E27FC236}">
                  <a16:creationId xmlns:a16="http://schemas.microsoft.com/office/drawing/2014/main" id="{0E284047-5345-4F5E-AFB5-2460DCEEA854}"/>
                </a:ext>
              </a:extLst>
            </p:cNvPr>
            <p:cNvSpPr>
              <a:spLocks noEditPoints="1"/>
            </p:cNvSpPr>
            <p:nvPr>
              <p:custDataLst>
                <p:tags r:id="rId64"/>
              </p:custDataLst>
            </p:nvPr>
          </p:nvSpPr>
          <p:spPr bwMode="auto">
            <a:xfrm>
              <a:off x="9690106" y="2138363"/>
              <a:ext cx="38100" cy="50800"/>
            </a:xfrm>
            <a:custGeom>
              <a:avLst/>
              <a:gdLst>
                <a:gd name="T0" fmla="*/ 42 w 193"/>
                <a:gd name="T1" fmla="*/ 98 h 229"/>
                <a:gd name="T2" fmla="*/ 103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1 w 193"/>
                <a:gd name="T9" fmla="*/ 108 h 229"/>
                <a:gd name="T10" fmla="*/ 180 w 193"/>
                <a:gd name="T11" fmla="*/ 108 h 229"/>
                <a:gd name="T12" fmla="*/ 193 w 193"/>
                <a:gd name="T13" fmla="*/ 98 h 229"/>
                <a:gd name="T14" fmla="*/ 103 w 193"/>
                <a:gd name="T15" fmla="*/ 0 h 229"/>
                <a:gd name="T16" fmla="*/ 0 w 193"/>
                <a:gd name="T17" fmla="*/ 114 h 229"/>
                <a:gd name="T18" fmla="*/ 109 w 193"/>
                <a:gd name="T19" fmla="*/ 229 h 229"/>
                <a:gd name="T20" fmla="*/ 193 w 193"/>
                <a:gd name="T21" fmla="*/ 164 h 229"/>
                <a:gd name="T22" fmla="*/ 186 w 193"/>
                <a:gd name="T23" fmla="*/ 158 h 229"/>
                <a:gd name="T24" fmla="*/ 180 w 193"/>
                <a:gd name="T25" fmla="*/ 165 h 229"/>
                <a:gd name="T26" fmla="*/ 112 w 193"/>
                <a:gd name="T27" fmla="*/ 216 h 229"/>
                <a:gd name="T28" fmla="*/ 56 w 193"/>
                <a:gd name="T29" fmla="*/ 183 h 229"/>
                <a:gd name="T30" fmla="*/ 41 w 193"/>
                <a:gd name="T31" fmla="*/ 10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3"/>
                    <a:pt x="86" y="11"/>
                    <a:pt x="103" y="11"/>
                  </a:cubicBezTo>
                  <a:cubicBezTo>
                    <a:pt x="155" y="11"/>
                    <a:pt x="160" y="78"/>
                    <a:pt x="160" y="98"/>
                  </a:cubicBezTo>
                  <a:lnTo>
                    <a:pt x="42" y="98"/>
                  </a:lnTo>
                  <a:close/>
                  <a:moveTo>
                    <a:pt x="41" y="108"/>
                  </a:moveTo>
                  <a:lnTo>
                    <a:pt x="180" y="108"/>
                  </a:lnTo>
                  <a:cubicBezTo>
                    <a:pt x="191" y="108"/>
                    <a:pt x="193" y="108"/>
                    <a:pt x="193" y="98"/>
                  </a:cubicBezTo>
                  <a:cubicBezTo>
                    <a:pt x="193" y="48"/>
                    <a:pt x="166" y="0"/>
                    <a:pt x="103" y="0"/>
                  </a:cubicBezTo>
                  <a:cubicBezTo>
                    <a:pt x="46" y="0"/>
                    <a:pt x="0" y="51"/>
                    <a:pt x="0" y="114"/>
                  </a:cubicBezTo>
                  <a:cubicBezTo>
                    <a:pt x="0" y="181"/>
                    <a:pt x="52" y="229"/>
                    <a:pt x="109" y="229"/>
                  </a:cubicBezTo>
                  <a:cubicBezTo>
                    <a:pt x="170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6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2" y="216"/>
                    <a:pt x="117" y="216"/>
                    <a:pt x="112" y="216"/>
                  </a:cubicBezTo>
                  <a:cubicBezTo>
                    <a:pt x="87" y="216"/>
                    <a:pt x="68" y="201"/>
                    <a:pt x="56" y="183"/>
                  </a:cubicBezTo>
                  <a:cubicBezTo>
                    <a:pt x="41" y="159"/>
                    <a:pt x="41" y="126"/>
                    <a:pt x="41" y="108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6" name="Freeform 553">
              <a:extLst>
                <a:ext uri="{FF2B5EF4-FFF2-40B4-BE49-F238E27FC236}">
                  <a16:creationId xmlns:a16="http://schemas.microsoft.com/office/drawing/2014/main" id="{70737260-4776-434C-9953-A838B09CD46C}"/>
                </a:ext>
              </a:extLst>
            </p:cNvPr>
            <p:cNvSpPr>
              <a:spLocks noEditPoints="1"/>
            </p:cNvSpPr>
            <p:nvPr>
              <p:custDataLst>
                <p:tags r:id="rId65"/>
              </p:custDataLst>
            </p:nvPr>
          </p:nvSpPr>
          <p:spPr bwMode="auto">
            <a:xfrm>
              <a:off x="9734556" y="2112963"/>
              <a:ext cx="50800" cy="76200"/>
            </a:xfrm>
            <a:custGeom>
              <a:avLst/>
              <a:gdLst>
                <a:gd name="T0" fmla="*/ 173 w 246"/>
                <a:gd name="T1" fmla="*/ 319 h 352"/>
                <a:gd name="T2" fmla="*/ 173 w 246"/>
                <a:gd name="T3" fmla="*/ 352 h 352"/>
                <a:gd name="T4" fmla="*/ 246 w 246"/>
                <a:gd name="T5" fmla="*/ 346 h 352"/>
                <a:gd name="T6" fmla="*/ 246 w 246"/>
                <a:gd name="T7" fmla="*/ 331 h 352"/>
                <a:gd name="T8" fmla="*/ 207 w 246"/>
                <a:gd name="T9" fmla="*/ 303 h 352"/>
                <a:gd name="T10" fmla="*/ 207 w 246"/>
                <a:gd name="T11" fmla="*/ 0 h 352"/>
                <a:gd name="T12" fmla="*/ 135 w 246"/>
                <a:gd name="T13" fmla="*/ 6 h 352"/>
                <a:gd name="T14" fmla="*/ 135 w 246"/>
                <a:gd name="T15" fmla="*/ 21 h 352"/>
                <a:gd name="T16" fmla="*/ 174 w 246"/>
                <a:gd name="T17" fmla="*/ 49 h 352"/>
                <a:gd name="T18" fmla="*/ 174 w 246"/>
                <a:gd name="T19" fmla="*/ 157 h 352"/>
                <a:gd name="T20" fmla="*/ 111 w 246"/>
                <a:gd name="T21" fmla="*/ 126 h 352"/>
                <a:gd name="T22" fmla="*/ 0 w 246"/>
                <a:gd name="T23" fmla="*/ 239 h 352"/>
                <a:gd name="T24" fmla="*/ 106 w 246"/>
                <a:gd name="T25" fmla="*/ 352 h 352"/>
                <a:gd name="T26" fmla="*/ 173 w 246"/>
                <a:gd name="T27" fmla="*/ 319 h 352"/>
                <a:gd name="T28" fmla="*/ 173 w 246"/>
                <a:gd name="T29" fmla="*/ 185 h 352"/>
                <a:gd name="T30" fmla="*/ 173 w 246"/>
                <a:gd name="T31" fmla="*/ 288 h 352"/>
                <a:gd name="T32" fmla="*/ 167 w 246"/>
                <a:gd name="T33" fmla="*/ 306 h 352"/>
                <a:gd name="T34" fmla="*/ 108 w 246"/>
                <a:gd name="T35" fmla="*/ 341 h 352"/>
                <a:gd name="T36" fmla="*/ 56 w 246"/>
                <a:gd name="T37" fmla="*/ 309 h 352"/>
                <a:gd name="T38" fmla="*/ 42 w 246"/>
                <a:gd name="T39" fmla="*/ 240 h 352"/>
                <a:gd name="T40" fmla="*/ 57 w 246"/>
                <a:gd name="T41" fmla="*/ 169 h 352"/>
                <a:gd name="T42" fmla="*/ 113 w 246"/>
                <a:gd name="T43" fmla="*/ 137 h 352"/>
                <a:gd name="T44" fmla="*/ 167 w 246"/>
                <a:gd name="T45" fmla="*/ 167 h 352"/>
                <a:gd name="T46" fmla="*/ 173 w 246"/>
                <a:gd name="T47" fmla="*/ 185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" h="352">
                  <a:moveTo>
                    <a:pt x="173" y="319"/>
                  </a:moveTo>
                  <a:lnTo>
                    <a:pt x="173" y="352"/>
                  </a:lnTo>
                  <a:lnTo>
                    <a:pt x="246" y="346"/>
                  </a:lnTo>
                  <a:lnTo>
                    <a:pt x="246" y="331"/>
                  </a:lnTo>
                  <a:cubicBezTo>
                    <a:pt x="211" y="331"/>
                    <a:pt x="207" y="327"/>
                    <a:pt x="207" y="303"/>
                  </a:cubicBezTo>
                  <a:lnTo>
                    <a:pt x="207" y="0"/>
                  </a:lnTo>
                  <a:lnTo>
                    <a:pt x="135" y="6"/>
                  </a:lnTo>
                  <a:lnTo>
                    <a:pt x="135" y="21"/>
                  </a:lnTo>
                  <a:cubicBezTo>
                    <a:pt x="170" y="21"/>
                    <a:pt x="174" y="25"/>
                    <a:pt x="174" y="49"/>
                  </a:cubicBezTo>
                  <a:lnTo>
                    <a:pt x="174" y="157"/>
                  </a:lnTo>
                  <a:cubicBezTo>
                    <a:pt x="160" y="139"/>
                    <a:pt x="138" y="126"/>
                    <a:pt x="111" y="126"/>
                  </a:cubicBezTo>
                  <a:cubicBezTo>
                    <a:pt x="53" y="126"/>
                    <a:pt x="0" y="175"/>
                    <a:pt x="0" y="239"/>
                  </a:cubicBezTo>
                  <a:cubicBezTo>
                    <a:pt x="0" y="303"/>
                    <a:pt x="49" y="352"/>
                    <a:pt x="106" y="352"/>
                  </a:cubicBezTo>
                  <a:cubicBezTo>
                    <a:pt x="138" y="352"/>
                    <a:pt x="160" y="335"/>
                    <a:pt x="173" y="319"/>
                  </a:cubicBezTo>
                  <a:close/>
                  <a:moveTo>
                    <a:pt x="173" y="185"/>
                  </a:moveTo>
                  <a:lnTo>
                    <a:pt x="173" y="288"/>
                  </a:lnTo>
                  <a:cubicBezTo>
                    <a:pt x="173" y="297"/>
                    <a:pt x="173" y="298"/>
                    <a:pt x="167" y="306"/>
                  </a:cubicBezTo>
                  <a:cubicBezTo>
                    <a:pt x="152" y="330"/>
                    <a:pt x="130" y="341"/>
                    <a:pt x="108" y="341"/>
                  </a:cubicBezTo>
                  <a:cubicBezTo>
                    <a:pt x="86" y="341"/>
                    <a:pt x="68" y="328"/>
                    <a:pt x="56" y="309"/>
                  </a:cubicBezTo>
                  <a:cubicBezTo>
                    <a:pt x="43" y="289"/>
                    <a:pt x="42" y="260"/>
                    <a:pt x="42" y="240"/>
                  </a:cubicBezTo>
                  <a:cubicBezTo>
                    <a:pt x="42" y="221"/>
                    <a:pt x="43" y="191"/>
                    <a:pt x="57" y="169"/>
                  </a:cubicBezTo>
                  <a:cubicBezTo>
                    <a:pt x="67" y="153"/>
                    <a:pt x="86" y="137"/>
                    <a:pt x="113" y="137"/>
                  </a:cubicBezTo>
                  <a:cubicBezTo>
                    <a:pt x="131" y="137"/>
                    <a:pt x="152" y="144"/>
                    <a:pt x="167" y="167"/>
                  </a:cubicBezTo>
                  <a:cubicBezTo>
                    <a:pt x="173" y="175"/>
                    <a:pt x="173" y="176"/>
                    <a:pt x="173" y="18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7" name="Freeform 554">
              <a:extLst>
                <a:ext uri="{FF2B5EF4-FFF2-40B4-BE49-F238E27FC236}">
                  <a16:creationId xmlns:a16="http://schemas.microsoft.com/office/drawing/2014/main" id="{57ACB24E-0985-4BE2-9AD1-677D121DF456}"/>
                </a:ext>
              </a:extLst>
            </p:cNvPr>
            <p:cNvSpPr>
              <a:spLocks noEditPoints="1"/>
            </p:cNvSpPr>
            <p:nvPr>
              <p:custDataLst>
                <p:tags r:id="rId66"/>
              </p:custDataLst>
            </p:nvPr>
          </p:nvSpPr>
          <p:spPr bwMode="auto">
            <a:xfrm>
              <a:off x="9185281" y="2268538"/>
              <a:ext cx="47625" cy="49213"/>
            </a:xfrm>
            <a:custGeom>
              <a:avLst/>
              <a:gdLst>
                <a:gd name="T0" fmla="*/ 145 w 225"/>
                <a:gd name="T1" fmla="*/ 186 h 229"/>
                <a:gd name="T2" fmla="*/ 184 w 225"/>
                <a:gd name="T3" fmla="*/ 227 h 229"/>
                <a:gd name="T4" fmla="*/ 225 w 225"/>
                <a:gd name="T5" fmla="*/ 179 h 229"/>
                <a:gd name="T6" fmla="*/ 225 w 225"/>
                <a:gd name="T7" fmla="*/ 151 h 229"/>
                <a:gd name="T8" fmla="*/ 212 w 225"/>
                <a:gd name="T9" fmla="*/ 151 h 229"/>
                <a:gd name="T10" fmla="*/ 212 w 225"/>
                <a:gd name="T11" fmla="*/ 179 h 229"/>
                <a:gd name="T12" fmla="*/ 194 w 225"/>
                <a:gd name="T13" fmla="*/ 211 h 229"/>
                <a:gd name="T14" fmla="*/ 176 w 225"/>
                <a:gd name="T15" fmla="*/ 186 h 229"/>
                <a:gd name="T16" fmla="*/ 176 w 225"/>
                <a:gd name="T17" fmla="*/ 86 h 229"/>
                <a:gd name="T18" fmla="*/ 158 w 225"/>
                <a:gd name="T19" fmla="*/ 27 h 229"/>
                <a:gd name="T20" fmla="*/ 89 w 225"/>
                <a:gd name="T21" fmla="*/ 0 h 229"/>
                <a:gd name="T22" fmla="*/ 14 w 225"/>
                <a:gd name="T23" fmla="*/ 56 h 229"/>
                <a:gd name="T24" fmla="*/ 37 w 225"/>
                <a:gd name="T25" fmla="*/ 80 h 229"/>
                <a:gd name="T26" fmla="*/ 60 w 225"/>
                <a:gd name="T27" fmla="*/ 57 h 229"/>
                <a:gd name="T28" fmla="*/ 35 w 225"/>
                <a:gd name="T29" fmla="*/ 34 h 229"/>
                <a:gd name="T30" fmla="*/ 88 w 225"/>
                <a:gd name="T31" fmla="*/ 11 h 229"/>
                <a:gd name="T32" fmla="*/ 141 w 225"/>
                <a:gd name="T33" fmla="*/ 75 h 229"/>
                <a:gd name="T34" fmla="*/ 141 w 225"/>
                <a:gd name="T35" fmla="*/ 93 h 229"/>
                <a:gd name="T36" fmla="*/ 50 w 225"/>
                <a:gd name="T37" fmla="*/ 111 h 229"/>
                <a:gd name="T38" fmla="*/ 0 w 225"/>
                <a:gd name="T39" fmla="*/ 176 h 229"/>
                <a:gd name="T40" fmla="*/ 80 w 225"/>
                <a:gd name="T41" fmla="*/ 229 h 229"/>
                <a:gd name="T42" fmla="*/ 145 w 225"/>
                <a:gd name="T43" fmla="*/ 186 h 229"/>
                <a:gd name="T44" fmla="*/ 141 w 225"/>
                <a:gd name="T45" fmla="*/ 104 h 229"/>
                <a:gd name="T46" fmla="*/ 141 w 225"/>
                <a:gd name="T47" fmla="*/ 154 h 229"/>
                <a:gd name="T48" fmla="*/ 83 w 225"/>
                <a:gd name="T49" fmla="*/ 218 h 229"/>
                <a:gd name="T50" fmla="*/ 38 w 225"/>
                <a:gd name="T51" fmla="*/ 176 h 229"/>
                <a:gd name="T52" fmla="*/ 141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5" y="186"/>
                  </a:moveTo>
                  <a:cubicBezTo>
                    <a:pt x="147" y="206"/>
                    <a:pt x="160" y="227"/>
                    <a:pt x="184" y="227"/>
                  </a:cubicBezTo>
                  <a:cubicBezTo>
                    <a:pt x="194" y="227"/>
                    <a:pt x="225" y="220"/>
                    <a:pt x="225" y="179"/>
                  </a:cubicBezTo>
                  <a:lnTo>
                    <a:pt x="225" y="151"/>
                  </a:lnTo>
                  <a:lnTo>
                    <a:pt x="212" y="151"/>
                  </a:lnTo>
                  <a:lnTo>
                    <a:pt x="212" y="179"/>
                  </a:lnTo>
                  <a:cubicBezTo>
                    <a:pt x="212" y="208"/>
                    <a:pt x="200" y="211"/>
                    <a:pt x="194" y="211"/>
                  </a:cubicBezTo>
                  <a:cubicBezTo>
                    <a:pt x="178" y="211"/>
                    <a:pt x="176" y="189"/>
                    <a:pt x="176" y="186"/>
                  </a:cubicBezTo>
                  <a:lnTo>
                    <a:pt x="176" y="86"/>
                  </a:lnTo>
                  <a:cubicBezTo>
                    <a:pt x="176" y="65"/>
                    <a:pt x="176" y="46"/>
                    <a:pt x="158" y="27"/>
                  </a:cubicBezTo>
                  <a:cubicBezTo>
                    <a:pt x="138" y="8"/>
                    <a:pt x="113" y="0"/>
                    <a:pt x="89" y="0"/>
                  </a:cubicBezTo>
                  <a:cubicBezTo>
                    <a:pt x="49" y="0"/>
                    <a:pt x="14" y="23"/>
                    <a:pt x="14" y="56"/>
                  </a:cubicBezTo>
                  <a:cubicBezTo>
                    <a:pt x="14" y="71"/>
                    <a:pt x="24" y="80"/>
                    <a:pt x="37" y="80"/>
                  </a:cubicBezTo>
                  <a:cubicBezTo>
                    <a:pt x="51" y="80"/>
                    <a:pt x="60" y="70"/>
                    <a:pt x="60" y="57"/>
                  </a:cubicBezTo>
                  <a:cubicBezTo>
                    <a:pt x="60" y="51"/>
                    <a:pt x="58" y="34"/>
                    <a:pt x="35" y="34"/>
                  </a:cubicBezTo>
                  <a:cubicBezTo>
                    <a:pt x="48" y="16"/>
                    <a:pt x="73" y="11"/>
                    <a:pt x="88" y="11"/>
                  </a:cubicBezTo>
                  <a:cubicBezTo>
                    <a:pt x="113" y="11"/>
                    <a:pt x="141" y="30"/>
                    <a:pt x="141" y="75"/>
                  </a:cubicBezTo>
                  <a:lnTo>
                    <a:pt x="141" y="93"/>
                  </a:lnTo>
                  <a:cubicBezTo>
                    <a:pt x="116" y="95"/>
                    <a:pt x="81" y="96"/>
                    <a:pt x="50" y="111"/>
                  </a:cubicBezTo>
                  <a:cubicBezTo>
                    <a:pt x="12" y="128"/>
                    <a:pt x="0" y="154"/>
                    <a:pt x="0" y="176"/>
                  </a:cubicBezTo>
                  <a:cubicBezTo>
                    <a:pt x="0" y="217"/>
                    <a:pt x="48" y="229"/>
                    <a:pt x="80" y="229"/>
                  </a:cubicBezTo>
                  <a:cubicBezTo>
                    <a:pt x="112" y="229"/>
                    <a:pt x="135" y="209"/>
                    <a:pt x="145" y="186"/>
                  </a:cubicBezTo>
                  <a:close/>
                  <a:moveTo>
                    <a:pt x="141" y="104"/>
                  </a:moveTo>
                  <a:lnTo>
                    <a:pt x="141" y="154"/>
                  </a:lnTo>
                  <a:cubicBezTo>
                    <a:pt x="141" y="201"/>
                    <a:pt x="105" y="218"/>
                    <a:pt x="83" y="218"/>
                  </a:cubicBezTo>
                  <a:cubicBezTo>
                    <a:pt x="59" y="218"/>
                    <a:pt x="38" y="201"/>
                    <a:pt x="38" y="176"/>
                  </a:cubicBezTo>
                  <a:cubicBezTo>
                    <a:pt x="38" y="148"/>
                    <a:pt x="59" y="107"/>
                    <a:pt x="141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8" name="Freeform 555">
              <a:extLst>
                <a:ext uri="{FF2B5EF4-FFF2-40B4-BE49-F238E27FC236}">
                  <a16:creationId xmlns:a16="http://schemas.microsoft.com/office/drawing/2014/main" id="{CD6065FB-3CD4-484F-8F19-C3BC9B76048F}"/>
                </a:ext>
              </a:extLst>
            </p:cNvPr>
            <p:cNvSpPr>
              <a:spLocks/>
            </p:cNvSpPr>
            <p:nvPr>
              <p:custDataLst>
                <p:tags r:id="rId67"/>
              </p:custDataLst>
            </p:nvPr>
          </p:nvSpPr>
          <p:spPr bwMode="auto">
            <a:xfrm>
              <a:off x="9236081" y="2268538"/>
              <a:ext cx="39688" cy="49213"/>
            </a:xfrm>
            <a:custGeom>
              <a:avLst/>
              <a:gdLst>
                <a:gd name="T0" fmla="*/ 41 w 190"/>
                <a:gd name="T1" fmla="*/ 115 h 229"/>
                <a:gd name="T2" fmla="*/ 109 w 190"/>
                <a:gd name="T3" fmla="*/ 13 h 229"/>
                <a:gd name="T4" fmla="*/ 162 w 190"/>
                <a:gd name="T5" fmla="*/ 31 h 229"/>
                <a:gd name="T6" fmla="*/ 139 w 190"/>
                <a:gd name="T7" fmla="*/ 54 h 229"/>
                <a:gd name="T8" fmla="*/ 161 w 190"/>
                <a:gd name="T9" fmla="*/ 77 h 229"/>
                <a:gd name="T10" fmla="*/ 184 w 190"/>
                <a:gd name="T11" fmla="*/ 53 h 229"/>
                <a:gd name="T12" fmla="*/ 108 w 190"/>
                <a:gd name="T13" fmla="*/ 0 h 229"/>
                <a:gd name="T14" fmla="*/ 0 w 190"/>
                <a:gd name="T15" fmla="*/ 116 h 229"/>
                <a:gd name="T16" fmla="*/ 107 w 190"/>
                <a:gd name="T17" fmla="*/ 229 h 229"/>
                <a:gd name="T18" fmla="*/ 190 w 190"/>
                <a:gd name="T19" fmla="*/ 164 h 229"/>
                <a:gd name="T20" fmla="*/ 183 w 190"/>
                <a:gd name="T21" fmla="*/ 159 h 229"/>
                <a:gd name="T22" fmla="*/ 177 w 190"/>
                <a:gd name="T23" fmla="*/ 164 h 229"/>
                <a:gd name="T24" fmla="*/ 112 w 190"/>
                <a:gd name="T25" fmla="*/ 217 h 229"/>
                <a:gd name="T26" fmla="*/ 41 w 190"/>
                <a:gd name="T27" fmla="*/ 11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229">
                  <a:moveTo>
                    <a:pt x="41" y="115"/>
                  </a:moveTo>
                  <a:cubicBezTo>
                    <a:pt x="41" y="33"/>
                    <a:pt x="82" y="13"/>
                    <a:pt x="109" y="13"/>
                  </a:cubicBezTo>
                  <a:cubicBezTo>
                    <a:pt x="113" y="13"/>
                    <a:pt x="145" y="13"/>
                    <a:pt x="162" y="31"/>
                  </a:cubicBezTo>
                  <a:cubicBezTo>
                    <a:pt x="142" y="32"/>
                    <a:pt x="139" y="47"/>
                    <a:pt x="139" y="54"/>
                  </a:cubicBezTo>
                  <a:cubicBezTo>
                    <a:pt x="139" y="67"/>
                    <a:pt x="148" y="77"/>
                    <a:pt x="161" y="77"/>
                  </a:cubicBezTo>
                  <a:cubicBezTo>
                    <a:pt x="174" y="77"/>
                    <a:pt x="184" y="68"/>
                    <a:pt x="184" y="53"/>
                  </a:cubicBezTo>
                  <a:cubicBezTo>
                    <a:pt x="184" y="19"/>
                    <a:pt x="147" y="0"/>
                    <a:pt x="108" y="0"/>
                  </a:cubicBezTo>
                  <a:cubicBezTo>
                    <a:pt x="46" y="0"/>
                    <a:pt x="0" y="54"/>
                    <a:pt x="0" y="116"/>
                  </a:cubicBezTo>
                  <a:cubicBezTo>
                    <a:pt x="0" y="180"/>
                    <a:pt x="49" y="229"/>
                    <a:pt x="107" y="229"/>
                  </a:cubicBezTo>
                  <a:cubicBezTo>
                    <a:pt x="174" y="229"/>
                    <a:pt x="190" y="169"/>
                    <a:pt x="190" y="164"/>
                  </a:cubicBezTo>
                  <a:cubicBezTo>
                    <a:pt x="190" y="159"/>
                    <a:pt x="185" y="159"/>
                    <a:pt x="183" y="159"/>
                  </a:cubicBezTo>
                  <a:cubicBezTo>
                    <a:pt x="179" y="159"/>
                    <a:pt x="178" y="161"/>
                    <a:pt x="177" y="164"/>
                  </a:cubicBezTo>
                  <a:cubicBezTo>
                    <a:pt x="162" y="211"/>
                    <a:pt x="130" y="217"/>
                    <a:pt x="112" y="217"/>
                  </a:cubicBezTo>
                  <a:cubicBezTo>
                    <a:pt x="85" y="217"/>
                    <a:pt x="41" y="195"/>
                    <a:pt x="41" y="1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79" name="Freeform 556">
              <a:extLst>
                <a:ext uri="{FF2B5EF4-FFF2-40B4-BE49-F238E27FC236}">
                  <a16:creationId xmlns:a16="http://schemas.microsoft.com/office/drawing/2014/main" id="{A55C07EA-E882-40BA-841C-35A121F7B73C}"/>
                </a:ext>
              </a:extLst>
            </p:cNvPr>
            <p:cNvSpPr>
              <a:spLocks/>
            </p:cNvSpPr>
            <p:nvPr>
              <p:custDataLst>
                <p:tags r:id="rId68"/>
              </p:custDataLst>
            </p:nvPr>
          </p:nvSpPr>
          <p:spPr bwMode="auto">
            <a:xfrm>
              <a:off x="9280531" y="2251075"/>
              <a:ext cx="31750" cy="66675"/>
            </a:xfrm>
            <a:custGeom>
              <a:avLst/>
              <a:gdLst>
                <a:gd name="T0" fmla="*/ 77 w 156"/>
                <a:gd name="T1" fmla="*/ 107 h 312"/>
                <a:gd name="T2" fmla="*/ 148 w 156"/>
                <a:gd name="T3" fmla="*/ 107 h 312"/>
                <a:gd name="T4" fmla="*/ 148 w 156"/>
                <a:gd name="T5" fmla="*/ 92 h 312"/>
                <a:gd name="T6" fmla="*/ 77 w 156"/>
                <a:gd name="T7" fmla="*/ 92 h 312"/>
                <a:gd name="T8" fmla="*/ 77 w 156"/>
                <a:gd name="T9" fmla="*/ 0 h 312"/>
                <a:gd name="T10" fmla="*/ 64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2 w 156"/>
                <a:gd name="T17" fmla="*/ 107 h 312"/>
                <a:gd name="T18" fmla="*/ 42 w 156"/>
                <a:gd name="T19" fmla="*/ 245 h 312"/>
                <a:gd name="T20" fmla="*/ 107 w 156"/>
                <a:gd name="T21" fmla="*/ 312 h 312"/>
                <a:gd name="T22" fmla="*/ 156 w 156"/>
                <a:gd name="T23" fmla="*/ 245 h 312"/>
                <a:gd name="T24" fmla="*/ 156 w 156"/>
                <a:gd name="T25" fmla="*/ 216 h 312"/>
                <a:gd name="T26" fmla="*/ 144 w 156"/>
                <a:gd name="T27" fmla="*/ 216 h 312"/>
                <a:gd name="T28" fmla="*/ 144 w 156"/>
                <a:gd name="T29" fmla="*/ 244 h 312"/>
                <a:gd name="T30" fmla="*/ 110 w 156"/>
                <a:gd name="T31" fmla="*/ 300 h 312"/>
                <a:gd name="T32" fmla="*/ 77 w 156"/>
                <a:gd name="T33" fmla="*/ 246 h 312"/>
                <a:gd name="T34" fmla="*/ 77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7" y="107"/>
                  </a:moveTo>
                  <a:lnTo>
                    <a:pt x="148" y="107"/>
                  </a:lnTo>
                  <a:lnTo>
                    <a:pt x="148" y="92"/>
                  </a:lnTo>
                  <a:lnTo>
                    <a:pt x="77" y="92"/>
                  </a:lnTo>
                  <a:lnTo>
                    <a:pt x="77" y="0"/>
                  </a:lnTo>
                  <a:lnTo>
                    <a:pt x="64" y="0"/>
                  </a:lnTo>
                  <a:cubicBezTo>
                    <a:pt x="64" y="41"/>
                    <a:pt x="49" y="94"/>
                    <a:pt x="0" y="96"/>
                  </a:cubicBezTo>
                  <a:lnTo>
                    <a:pt x="0" y="107"/>
                  </a:lnTo>
                  <a:lnTo>
                    <a:pt x="42" y="107"/>
                  </a:lnTo>
                  <a:lnTo>
                    <a:pt x="42" y="245"/>
                  </a:lnTo>
                  <a:cubicBezTo>
                    <a:pt x="42" y="306"/>
                    <a:pt x="89" y="312"/>
                    <a:pt x="107" y="312"/>
                  </a:cubicBezTo>
                  <a:cubicBezTo>
                    <a:pt x="142" y="312"/>
                    <a:pt x="156" y="277"/>
                    <a:pt x="156" y="245"/>
                  </a:cubicBezTo>
                  <a:lnTo>
                    <a:pt x="156" y="216"/>
                  </a:lnTo>
                  <a:lnTo>
                    <a:pt x="144" y="216"/>
                  </a:lnTo>
                  <a:lnTo>
                    <a:pt x="144" y="244"/>
                  </a:lnTo>
                  <a:cubicBezTo>
                    <a:pt x="144" y="281"/>
                    <a:pt x="129" y="300"/>
                    <a:pt x="110" y="300"/>
                  </a:cubicBezTo>
                  <a:cubicBezTo>
                    <a:pt x="77" y="300"/>
                    <a:pt x="77" y="254"/>
                    <a:pt x="77" y="246"/>
                  </a:cubicBezTo>
                  <a:lnTo>
                    <a:pt x="77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0" name="Freeform 557">
              <a:extLst>
                <a:ext uri="{FF2B5EF4-FFF2-40B4-BE49-F238E27FC236}">
                  <a16:creationId xmlns:a16="http://schemas.microsoft.com/office/drawing/2014/main" id="{3D69C2D0-A9A0-4EE4-BB81-629543750CF6}"/>
                </a:ext>
              </a:extLst>
            </p:cNvPr>
            <p:cNvSpPr>
              <a:spLocks noEditPoints="1"/>
            </p:cNvSpPr>
            <p:nvPr>
              <p:custDataLst>
                <p:tags r:id="rId69"/>
              </p:custDataLst>
            </p:nvPr>
          </p:nvSpPr>
          <p:spPr bwMode="auto">
            <a:xfrm>
              <a:off x="9321806" y="2244725"/>
              <a:ext cx="20638" cy="73025"/>
            </a:xfrm>
            <a:custGeom>
              <a:avLst/>
              <a:gdLst>
                <a:gd name="T0" fmla="*/ 71 w 106"/>
                <a:gd name="T1" fmla="*/ 113 h 334"/>
                <a:gd name="T2" fmla="*/ 2 w 106"/>
                <a:gd name="T3" fmla="*/ 119 h 334"/>
                <a:gd name="T4" fmla="*/ 2 w 106"/>
                <a:gd name="T5" fmla="*/ 134 h 334"/>
                <a:gd name="T6" fmla="*/ 39 w 106"/>
                <a:gd name="T7" fmla="*/ 161 h 334"/>
                <a:gd name="T8" fmla="*/ 39 w 106"/>
                <a:gd name="T9" fmla="*/ 296 h 334"/>
                <a:gd name="T10" fmla="*/ 0 w 106"/>
                <a:gd name="T11" fmla="*/ 318 h 334"/>
                <a:gd name="T12" fmla="*/ 0 w 106"/>
                <a:gd name="T13" fmla="*/ 334 h 334"/>
                <a:gd name="T14" fmla="*/ 54 w 106"/>
                <a:gd name="T15" fmla="*/ 332 h 334"/>
                <a:gd name="T16" fmla="*/ 106 w 106"/>
                <a:gd name="T17" fmla="*/ 334 h 334"/>
                <a:gd name="T18" fmla="*/ 106 w 106"/>
                <a:gd name="T19" fmla="*/ 318 h 334"/>
                <a:gd name="T20" fmla="*/ 71 w 106"/>
                <a:gd name="T21" fmla="*/ 296 h 334"/>
                <a:gd name="T22" fmla="*/ 71 w 106"/>
                <a:gd name="T23" fmla="*/ 113 h 334"/>
                <a:gd name="T24" fmla="*/ 73 w 106"/>
                <a:gd name="T25" fmla="*/ 26 h 334"/>
                <a:gd name="T26" fmla="*/ 47 w 106"/>
                <a:gd name="T27" fmla="*/ 0 h 334"/>
                <a:gd name="T28" fmla="*/ 21 w 106"/>
                <a:gd name="T29" fmla="*/ 26 h 334"/>
                <a:gd name="T30" fmla="*/ 47 w 106"/>
                <a:gd name="T31" fmla="*/ 53 h 334"/>
                <a:gd name="T32" fmla="*/ 73 w 106"/>
                <a:gd name="T33" fmla="*/ 26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6" h="334">
                  <a:moveTo>
                    <a:pt x="71" y="113"/>
                  </a:moveTo>
                  <a:lnTo>
                    <a:pt x="2" y="119"/>
                  </a:lnTo>
                  <a:lnTo>
                    <a:pt x="2" y="134"/>
                  </a:lnTo>
                  <a:cubicBezTo>
                    <a:pt x="34" y="134"/>
                    <a:pt x="39" y="137"/>
                    <a:pt x="39" y="161"/>
                  </a:cubicBezTo>
                  <a:lnTo>
                    <a:pt x="39" y="296"/>
                  </a:lnTo>
                  <a:cubicBezTo>
                    <a:pt x="39" y="318"/>
                    <a:pt x="33" y="318"/>
                    <a:pt x="0" y="318"/>
                  </a:cubicBezTo>
                  <a:lnTo>
                    <a:pt x="0" y="334"/>
                  </a:lnTo>
                  <a:cubicBezTo>
                    <a:pt x="16" y="333"/>
                    <a:pt x="42" y="332"/>
                    <a:pt x="54" y="332"/>
                  </a:cubicBezTo>
                  <a:cubicBezTo>
                    <a:pt x="72" y="332"/>
                    <a:pt x="89" y="333"/>
                    <a:pt x="106" y="334"/>
                  </a:cubicBezTo>
                  <a:lnTo>
                    <a:pt x="106" y="318"/>
                  </a:lnTo>
                  <a:cubicBezTo>
                    <a:pt x="73" y="318"/>
                    <a:pt x="71" y="316"/>
                    <a:pt x="71" y="296"/>
                  </a:cubicBezTo>
                  <a:lnTo>
                    <a:pt x="71" y="113"/>
                  </a:lnTo>
                  <a:close/>
                  <a:moveTo>
                    <a:pt x="73" y="26"/>
                  </a:moveTo>
                  <a:cubicBezTo>
                    <a:pt x="73" y="10"/>
                    <a:pt x="61" y="0"/>
                    <a:pt x="47" y="0"/>
                  </a:cubicBezTo>
                  <a:cubicBezTo>
                    <a:pt x="32" y="0"/>
                    <a:pt x="21" y="13"/>
                    <a:pt x="21" y="26"/>
                  </a:cubicBezTo>
                  <a:cubicBezTo>
                    <a:pt x="21" y="40"/>
                    <a:pt x="32" y="53"/>
                    <a:pt x="47" y="53"/>
                  </a:cubicBezTo>
                  <a:cubicBezTo>
                    <a:pt x="61" y="53"/>
                    <a:pt x="73" y="42"/>
                    <a:pt x="73" y="26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1" name="Freeform 558">
              <a:extLst>
                <a:ext uri="{FF2B5EF4-FFF2-40B4-BE49-F238E27FC236}">
                  <a16:creationId xmlns:a16="http://schemas.microsoft.com/office/drawing/2014/main" id="{D87AD6E8-1507-4352-8BEA-4FADDC516C6D}"/>
                </a:ext>
              </a:extLst>
            </p:cNvPr>
            <p:cNvSpPr>
              <a:spLocks noEditPoints="1"/>
            </p:cNvSpPr>
            <p:nvPr>
              <p:custDataLst>
                <p:tags r:id="rId70"/>
              </p:custDataLst>
            </p:nvPr>
          </p:nvSpPr>
          <p:spPr bwMode="auto">
            <a:xfrm>
              <a:off x="9348794" y="2268538"/>
              <a:ext cx="46038" cy="49213"/>
            </a:xfrm>
            <a:custGeom>
              <a:avLst/>
              <a:gdLst>
                <a:gd name="T0" fmla="*/ 221 w 221"/>
                <a:gd name="T1" fmla="*/ 117 h 229"/>
                <a:gd name="T2" fmla="*/ 111 w 221"/>
                <a:gd name="T3" fmla="*/ 0 h 229"/>
                <a:gd name="T4" fmla="*/ 0 w 221"/>
                <a:gd name="T5" fmla="*/ 117 h 229"/>
                <a:gd name="T6" fmla="*/ 111 w 221"/>
                <a:gd name="T7" fmla="*/ 229 h 229"/>
                <a:gd name="T8" fmla="*/ 221 w 221"/>
                <a:gd name="T9" fmla="*/ 117 h 229"/>
                <a:gd name="T10" fmla="*/ 111 w 221"/>
                <a:gd name="T11" fmla="*/ 217 h 229"/>
                <a:gd name="T12" fmla="*/ 54 w 221"/>
                <a:gd name="T13" fmla="*/ 183 h 229"/>
                <a:gd name="T14" fmla="*/ 42 w 221"/>
                <a:gd name="T15" fmla="*/ 113 h 229"/>
                <a:gd name="T16" fmla="*/ 54 w 221"/>
                <a:gd name="T17" fmla="*/ 44 h 229"/>
                <a:gd name="T18" fmla="*/ 111 w 221"/>
                <a:gd name="T19" fmla="*/ 11 h 229"/>
                <a:gd name="T20" fmla="*/ 167 w 221"/>
                <a:gd name="T21" fmla="*/ 43 h 229"/>
                <a:gd name="T22" fmla="*/ 180 w 221"/>
                <a:gd name="T23" fmla="*/ 113 h 229"/>
                <a:gd name="T24" fmla="*/ 169 w 221"/>
                <a:gd name="T25" fmla="*/ 180 h 229"/>
                <a:gd name="T26" fmla="*/ 111 w 221"/>
                <a:gd name="T27" fmla="*/ 21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1" h="229">
                  <a:moveTo>
                    <a:pt x="221" y="117"/>
                  </a:moveTo>
                  <a:cubicBezTo>
                    <a:pt x="221" y="53"/>
                    <a:pt x="172" y="0"/>
                    <a:pt x="111" y="0"/>
                  </a:cubicBezTo>
                  <a:cubicBezTo>
                    <a:pt x="49" y="0"/>
                    <a:pt x="0" y="54"/>
                    <a:pt x="0" y="117"/>
                  </a:cubicBezTo>
                  <a:cubicBezTo>
                    <a:pt x="0" y="181"/>
                    <a:pt x="52" y="229"/>
                    <a:pt x="111" y="229"/>
                  </a:cubicBezTo>
                  <a:cubicBezTo>
                    <a:pt x="171" y="229"/>
                    <a:pt x="221" y="180"/>
                    <a:pt x="221" y="117"/>
                  </a:cubicBezTo>
                  <a:close/>
                  <a:moveTo>
                    <a:pt x="111" y="217"/>
                  </a:moveTo>
                  <a:cubicBezTo>
                    <a:pt x="90" y="217"/>
                    <a:pt x="68" y="206"/>
                    <a:pt x="54" y="183"/>
                  </a:cubicBezTo>
                  <a:cubicBezTo>
                    <a:pt x="42" y="161"/>
                    <a:pt x="42" y="131"/>
                    <a:pt x="42" y="113"/>
                  </a:cubicBezTo>
                  <a:cubicBezTo>
                    <a:pt x="42" y="93"/>
                    <a:pt x="42" y="66"/>
                    <a:pt x="54" y="44"/>
                  </a:cubicBezTo>
                  <a:cubicBezTo>
                    <a:pt x="67" y="21"/>
                    <a:pt x="91" y="11"/>
                    <a:pt x="111" y="11"/>
                  </a:cubicBezTo>
                  <a:cubicBezTo>
                    <a:pt x="133" y="11"/>
                    <a:pt x="154" y="22"/>
                    <a:pt x="167" y="43"/>
                  </a:cubicBezTo>
                  <a:cubicBezTo>
                    <a:pt x="180" y="65"/>
                    <a:pt x="180" y="94"/>
                    <a:pt x="180" y="113"/>
                  </a:cubicBezTo>
                  <a:cubicBezTo>
                    <a:pt x="180" y="131"/>
                    <a:pt x="180" y="158"/>
                    <a:pt x="169" y="180"/>
                  </a:cubicBezTo>
                  <a:cubicBezTo>
                    <a:pt x="158" y="202"/>
                    <a:pt x="136" y="217"/>
                    <a:pt x="111" y="21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2" name="Freeform 559">
              <a:extLst>
                <a:ext uri="{FF2B5EF4-FFF2-40B4-BE49-F238E27FC236}">
                  <a16:creationId xmlns:a16="http://schemas.microsoft.com/office/drawing/2014/main" id="{31CF3DFD-D224-444F-B55D-7C960EF6EFE3}"/>
                </a:ext>
              </a:extLst>
            </p:cNvPr>
            <p:cNvSpPr>
              <a:spLocks/>
            </p:cNvSpPr>
            <p:nvPr>
              <p:custDataLst>
                <p:tags r:id="rId71"/>
              </p:custDataLst>
            </p:nvPr>
          </p:nvSpPr>
          <p:spPr bwMode="auto">
            <a:xfrm>
              <a:off x="9401181" y="2268538"/>
              <a:ext cx="50800" cy="49213"/>
            </a:xfrm>
            <a:custGeom>
              <a:avLst/>
              <a:gdLst>
                <a:gd name="T0" fmla="*/ 39 w 250"/>
                <a:gd name="T1" fmla="*/ 49 h 221"/>
                <a:gd name="T2" fmla="*/ 39 w 250"/>
                <a:gd name="T3" fmla="*/ 183 h 221"/>
                <a:gd name="T4" fmla="*/ 0 w 250"/>
                <a:gd name="T5" fmla="*/ 205 h 221"/>
                <a:gd name="T6" fmla="*/ 0 w 250"/>
                <a:gd name="T7" fmla="*/ 221 h 221"/>
                <a:gd name="T8" fmla="*/ 56 w 250"/>
                <a:gd name="T9" fmla="*/ 219 h 221"/>
                <a:gd name="T10" fmla="*/ 112 w 250"/>
                <a:gd name="T11" fmla="*/ 221 h 221"/>
                <a:gd name="T12" fmla="*/ 112 w 250"/>
                <a:gd name="T13" fmla="*/ 205 h 221"/>
                <a:gd name="T14" fmla="*/ 73 w 250"/>
                <a:gd name="T15" fmla="*/ 183 h 221"/>
                <a:gd name="T16" fmla="*/ 73 w 250"/>
                <a:gd name="T17" fmla="*/ 91 h 221"/>
                <a:gd name="T18" fmla="*/ 140 w 250"/>
                <a:gd name="T19" fmla="*/ 11 h 221"/>
                <a:gd name="T20" fmla="*/ 177 w 250"/>
                <a:gd name="T21" fmla="*/ 66 h 221"/>
                <a:gd name="T22" fmla="*/ 177 w 250"/>
                <a:gd name="T23" fmla="*/ 183 h 221"/>
                <a:gd name="T24" fmla="*/ 138 w 250"/>
                <a:gd name="T25" fmla="*/ 205 h 221"/>
                <a:gd name="T26" fmla="*/ 138 w 250"/>
                <a:gd name="T27" fmla="*/ 221 h 221"/>
                <a:gd name="T28" fmla="*/ 195 w 250"/>
                <a:gd name="T29" fmla="*/ 219 h 221"/>
                <a:gd name="T30" fmla="*/ 250 w 250"/>
                <a:gd name="T31" fmla="*/ 221 h 221"/>
                <a:gd name="T32" fmla="*/ 250 w 250"/>
                <a:gd name="T33" fmla="*/ 205 h 221"/>
                <a:gd name="T34" fmla="*/ 212 w 250"/>
                <a:gd name="T35" fmla="*/ 190 h 221"/>
                <a:gd name="T36" fmla="*/ 212 w 250"/>
                <a:gd name="T37" fmla="*/ 95 h 221"/>
                <a:gd name="T38" fmla="*/ 196 w 250"/>
                <a:gd name="T39" fmla="*/ 18 h 221"/>
                <a:gd name="T40" fmla="*/ 144 w 250"/>
                <a:gd name="T41" fmla="*/ 0 h 221"/>
                <a:gd name="T42" fmla="*/ 70 w 250"/>
                <a:gd name="T43" fmla="*/ 52 h 221"/>
                <a:gd name="T44" fmla="*/ 70 w 250"/>
                <a:gd name="T45" fmla="*/ 0 h 221"/>
                <a:gd name="T46" fmla="*/ 0 w 250"/>
                <a:gd name="T47" fmla="*/ 6 h 221"/>
                <a:gd name="T48" fmla="*/ 0 w 250"/>
                <a:gd name="T49" fmla="*/ 21 h 221"/>
                <a:gd name="T50" fmla="*/ 39 w 250"/>
                <a:gd name="T51" fmla="*/ 49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0" h="221">
                  <a:moveTo>
                    <a:pt x="39" y="49"/>
                  </a:moveTo>
                  <a:lnTo>
                    <a:pt x="39" y="183"/>
                  </a:lnTo>
                  <a:cubicBezTo>
                    <a:pt x="39" y="205"/>
                    <a:pt x="33" y="205"/>
                    <a:pt x="0" y="205"/>
                  </a:cubicBezTo>
                  <a:lnTo>
                    <a:pt x="0" y="221"/>
                  </a:lnTo>
                  <a:cubicBezTo>
                    <a:pt x="17" y="220"/>
                    <a:pt x="43" y="219"/>
                    <a:pt x="56" y="219"/>
                  </a:cubicBezTo>
                  <a:cubicBezTo>
                    <a:pt x="69" y="219"/>
                    <a:pt x="95" y="220"/>
                    <a:pt x="112" y="221"/>
                  </a:cubicBezTo>
                  <a:lnTo>
                    <a:pt x="112" y="205"/>
                  </a:lnTo>
                  <a:cubicBezTo>
                    <a:pt x="78" y="205"/>
                    <a:pt x="73" y="205"/>
                    <a:pt x="73" y="183"/>
                  </a:cubicBezTo>
                  <a:lnTo>
                    <a:pt x="73" y="91"/>
                  </a:lnTo>
                  <a:cubicBezTo>
                    <a:pt x="73" y="39"/>
                    <a:pt x="108" y="11"/>
                    <a:pt x="140" y="11"/>
                  </a:cubicBezTo>
                  <a:cubicBezTo>
                    <a:pt x="172" y="11"/>
                    <a:pt x="177" y="38"/>
                    <a:pt x="177" y="66"/>
                  </a:cubicBezTo>
                  <a:lnTo>
                    <a:pt x="177" y="183"/>
                  </a:lnTo>
                  <a:cubicBezTo>
                    <a:pt x="177" y="205"/>
                    <a:pt x="172" y="205"/>
                    <a:pt x="138" y="205"/>
                  </a:cubicBezTo>
                  <a:lnTo>
                    <a:pt x="138" y="221"/>
                  </a:lnTo>
                  <a:cubicBezTo>
                    <a:pt x="156" y="220"/>
                    <a:pt x="181" y="219"/>
                    <a:pt x="195" y="219"/>
                  </a:cubicBezTo>
                  <a:cubicBezTo>
                    <a:pt x="208" y="219"/>
                    <a:pt x="234" y="220"/>
                    <a:pt x="250" y="221"/>
                  </a:cubicBezTo>
                  <a:lnTo>
                    <a:pt x="250" y="205"/>
                  </a:lnTo>
                  <a:cubicBezTo>
                    <a:pt x="225" y="205"/>
                    <a:pt x="212" y="205"/>
                    <a:pt x="212" y="190"/>
                  </a:cubicBezTo>
                  <a:lnTo>
                    <a:pt x="212" y="95"/>
                  </a:lnTo>
                  <a:cubicBezTo>
                    <a:pt x="212" y="52"/>
                    <a:pt x="212" y="36"/>
                    <a:pt x="196" y="18"/>
                  </a:cubicBezTo>
                  <a:cubicBezTo>
                    <a:pt x="189" y="10"/>
                    <a:pt x="173" y="0"/>
                    <a:pt x="144" y="0"/>
                  </a:cubicBezTo>
                  <a:cubicBezTo>
                    <a:pt x="107" y="0"/>
                    <a:pt x="84" y="21"/>
                    <a:pt x="70" y="52"/>
                  </a:cubicBez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4"/>
                    <a:pt x="39" y="4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3" name="Freeform 560">
              <a:extLst>
                <a:ext uri="{FF2B5EF4-FFF2-40B4-BE49-F238E27FC236}">
                  <a16:creationId xmlns:a16="http://schemas.microsoft.com/office/drawing/2014/main" id="{749D7225-3435-46C7-9FE0-405B8E63A189}"/>
                </a:ext>
              </a:extLst>
            </p:cNvPr>
            <p:cNvSpPr>
              <a:spLocks noEditPoints="1"/>
            </p:cNvSpPr>
            <p:nvPr>
              <p:custDataLst>
                <p:tags r:id="rId72"/>
              </p:custDataLst>
            </p:nvPr>
          </p:nvSpPr>
          <p:spPr bwMode="auto">
            <a:xfrm>
              <a:off x="9491669" y="2268538"/>
              <a:ext cx="47625" cy="49213"/>
            </a:xfrm>
            <a:custGeom>
              <a:avLst/>
              <a:gdLst>
                <a:gd name="T0" fmla="*/ 166 w 228"/>
                <a:gd name="T1" fmla="*/ 32 h 226"/>
                <a:gd name="T2" fmla="*/ 120 w 228"/>
                <a:gd name="T3" fmla="*/ 0 h 226"/>
                <a:gd name="T4" fmla="*/ 0 w 228"/>
                <a:gd name="T5" fmla="*/ 146 h 226"/>
                <a:gd name="T6" fmla="*/ 66 w 228"/>
                <a:gd name="T7" fmla="*/ 226 h 226"/>
                <a:gd name="T8" fmla="*/ 131 w 228"/>
                <a:gd name="T9" fmla="*/ 189 h 226"/>
                <a:gd name="T10" fmla="*/ 176 w 228"/>
                <a:gd name="T11" fmla="*/ 226 h 226"/>
                <a:gd name="T12" fmla="*/ 213 w 228"/>
                <a:gd name="T13" fmla="*/ 199 h 226"/>
                <a:gd name="T14" fmla="*/ 228 w 228"/>
                <a:gd name="T15" fmla="*/ 149 h 226"/>
                <a:gd name="T16" fmla="*/ 222 w 228"/>
                <a:gd name="T17" fmla="*/ 144 h 226"/>
                <a:gd name="T18" fmla="*/ 215 w 228"/>
                <a:gd name="T19" fmla="*/ 153 h 226"/>
                <a:gd name="T20" fmla="*/ 177 w 228"/>
                <a:gd name="T21" fmla="*/ 215 h 226"/>
                <a:gd name="T22" fmla="*/ 162 w 228"/>
                <a:gd name="T23" fmla="*/ 192 h 226"/>
                <a:gd name="T24" fmla="*/ 169 w 228"/>
                <a:gd name="T25" fmla="*/ 155 h 226"/>
                <a:gd name="T26" fmla="*/ 180 w 228"/>
                <a:gd name="T27" fmla="*/ 110 h 226"/>
                <a:gd name="T28" fmla="*/ 198 w 228"/>
                <a:gd name="T29" fmla="*/ 40 h 226"/>
                <a:gd name="T30" fmla="*/ 201 w 228"/>
                <a:gd name="T31" fmla="*/ 23 h 226"/>
                <a:gd name="T32" fmla="*/ 187 w 228"/>
                <a:gd name="T33" fmla="*/ 10 h 226"/>
                <a:gd name="T34" fmla="*/ 166 w 228"/>
                <a:gd name="T35" fmla="*/ 32 h 226"/>
                <a:gd name="T36" fmla="*/ 133 w 228"/>
                <a:gd name="T37" fmla="*/ 161 h 226"/>
                <a:gd name="T38" fmla="*/ 123 w 228"/>
                <a:gd name="T39" fmla="*/ 180 h 226"/>
                <a:gd name="T40" fmla="*/ 67 w 228"/>
                <a:gd name="T41" fmla="*/ 215 h 226"/>
                <a:gd name="T42" fmla="*/ 35 w 228"/>
                <a:gd name="T43" fmla="*/ 168 h 226"/>
                <a:gd name="T44" fmla="*/ 62 w 228"/>
                <a:gd name="T45" fmla="*/ 59 h 226"/>
                <a:gd name="T46" fmla="*/ 120 w 228"/>
                <a:gd name="T47" fmla="*/ 11 h 226"/>
                <a:gd name="T48" fmla="*/ 160 w 228"/>
                <a:gd name="T49" fmla="*/ 55 h 226"/>
                <a:gd name="T50" fmla="*/ 158 w 228"/>
                <a:gd name="T51" fmla="*/ 63 h 226"/>
                <a:gd name="T52" fmla="*/ 133 w 228"/>
                <a:gd name="T53" fmla="*/ 16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8" h="226">
                  <a:moveTo>
                    <a:pt x="166" y="32"/>
                  </a:moveTo>
                  <a:cubicBezTo>
                    <a:pt x="157" y="13"/>
                    <a:pt x="142" y="0"/>
                    <a:pt x="120" y="0"/>
                  </a:cubicBezTo>
                  <a:cubicBezTo>
                    <a:pt x="61" y="0"/>
                    <a:pt x="0" y="73"/>
                    <a:pt x="0" y="146"/>
                  </a:cubicBezTo>
                  <a:cubicBezTo>
                    <a:pt x="0" y="193"/>
                    <a:pt x="27" y="226"/>
                    <a:pt x="66" y="226"/>
                  </a:cubicBezTo>
                  <a:cubicBezTo>
                    <a:pt x="76" y="226"/>
                    <a:pt x="101" y="224"/>
                    <a:pt x="131" y="189"/>
                  </a:cubicBezTo>
                  <a:cubicBezTo>
                    <a:pt x="135" y="210"/>
                    <a:pt x="152" y="226"/>
                    <a:pt x="176" y="226"/>
                  </a:cubicBezTo>
                  <a:cubicBezTo>
                    <a:pt x="194" y="226"/>
                    <a:pt x="205" y="215"/>
                    <a:pt x="213" y="199"/>
                  </a:cubicBezTo>
                  <a:cubicBezTo>
                    <a:pt x="221" y="181"/>
                    <a:pt x="228" y="150"/>
                    <a:pt x="228" y="149"/>
                  </a:cubicBezTo>
                  <a:cubicBezTo>
                    <a:pt x="228" y="144"/>
                    <a:pt x="223" y="144"/>
                    <a:pt x="222" y="144"/>
                  </a:cubicBezTo>
                  <a:cubicBezTo>
                    <a:pt x="217" y="144"/>
                    <a:pt x="216" y="146"/>
                    <a:pt x="215" y="153"/>
                  </a:cubicBezTo>
                  <a:cubicBezTo>
                    <a:pt x="207" y="186"/>
                    <a:pt x="198" y="215"/>
                    <a:pt x="177" y="215"/>
                  </a:cubicBezTo>
                  <a:cubicBezTo>
                    <a:pt x="164" y="215"/>
                    <a:pt x="162" y="202"/>
                    <a:pt x="162" y="192"/>
                  </a:cubicBezTo>
                  <a:cubicBezTo>
                    <a:pt x="162" y="181"/>
                    <a:pt x="163" y="177"/>
                    <a:pt x="169" y="155"/>
                  </a:cubicBezTo>
                  <a:cubicBezTo>
                    <a:pt x="174" y="134"/>
                    <a:pt x="175" y="129"/>
                    <a:pt x="180" y="110"/>
                  </a:cubicBezTo>
                  <a:lnTo>
                    <a:pt x="198" y="40"/>
                  </a:lnTo>
                  <a:cubicBezTo>
                    <a:pt x="201" y="26"/>
                    <a:pt x="201" y="25"/>
                    <a:pt x="201" y="23"/>
                  </a:cubicBezTo>
                  <a:cubicBezTo>
                    <a:pt x="201" y="15"/>
                    <a:pt x="195" y="10"/>
                    <a:pt x="187" y="10"/>
                  </a:cubicBezTo>
                  <a:cubicBezTo>
                    <a:pt x="175" y="10"/>
                    <a:pt x="167" y="21"/>
                    <a:pt x="166" y="32"/>
                  </a:cubicBezTo>
                  <a:close/>
                  <a:moveTo>
                    <a:pt x="133" y="161"/>
                  </a:moveTo>
                  <a:cubicBezTo>
                    <a:pt x="131" y="170"/>
                    <a:pt x="131" y="171"/>
                    <a:pt x="123" y="180"/>
                  </a:cubicBezTo>
                  <a:cubicBezTo>
                    <a:pt x="101" y="207"/>
                    <a:pt x="81" y="215"/>
                    <a:pt x="67" y="215"/>
                  </a:cubicBezTo>
                  <a:cubicBezTo>
                    <a:pt x="42" y="215"/>
                    <a:pt x="35" y="188"/>
                    <a:pt x="35" y="168"/>
                  </a:cubicBezTo>
                  <a:cubicBezTo>
                    <a:pt x="35" y="143"/>
                    <a:pt x="51" y="82"/>
                    <a:pt x="62" y="59"/>
                  </a:cubicBezTo>
                  <a:cubicBezTo>
                    <a:pt x="78" y="29"/>
                    <a:pt x="100" y="11"/>
                    <a:pt x="120" y="11"/>
                  </a:cubicBezTo>
                  <a:cubicBezTo>
                    <a:pt x="153" y="11"/>
                    <a:pt x="160" y="52"/>
                    <a:pt x="160" y="55"/>
                  </a:cubicBezTo>
                  <a:cubicBezTo>
                    <a:pt x="160" y="58"/>
                    <a:pt x="159" y="61"/>
                    <a:pt x="158" y="63"/>
                  </a:cubicBezTo>
                  <a:lnTo>
                    <a:pt x="133" y="161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4" name="Freeform 561">
              <a:extLst>
                <a:ext uri="{FF2B5EF4-FFF2-40B4-BE49-F238E27FC236}">
                  <a16:creationId xmlns:a16="http://schemas.microsoft.com/office/drawing/2014/main" id="{AE1388FE-D0FB-445A-AB0B-ADD69DFB510D}"/>
                </a:ext>
              </a:extLst>
            </p:cNvPr>
            <p:cNvSpPr>
              <a:spLocks/>
            </p:cNvSpPr>
            <p:nvPr>
              <p:custDataLst>
                <p:tags r:id="rId73"/>
              </p:custDataLst>
            </p:nvPr>
          </p:nvSpPr>
          <p:spPr bwMode="auto">
            <a:xfrm>
              <a:off x="9548819" y="2243138"/>
              <a:ext cx="28575" cy="31750"/>
            </a:xfrm>
            <a:custGeom>
              <a:avLst/>
              <a:gdLst>
                <a:gd name="T0" fmla="*/ 82 w 142"/>
                <a:gd name="T1" fmla="*/ 76 h 151"/>
                <a:gd name="T2" fmla="*/ 132 w 142"/>
                <a:gd name="T3" fmla="*/ 54 h 151"/>
                <a:gd name="T4" fmla="*/ 142 w 142"/>
                <a:gd name="T5" fmla="*/ 43 h 151"/>
                <a:gd name="T6" fmla="*/ 131 w 142"/>
                <a:gd name="T7" fmla="*/ 32 h 151"/>
                <a:gd name="T8" fmla="*/ 123 w 142"/>
                <a:gd name="T9" fmla="*/ 35 h 151"/>
                <a:gd name="T10" fmla="*/ 76 w 142"/>
                <a:gd name="T11" fmla="*/ 67 h 151"/>
                <a:gd name="T12" fmla="*/ 81 w 142"/>
                <a:gd name="T13" fmla="*/ 15 h 151"/>
                <a:gd name="T14" fmla="*/ 71 w 142"/>
                <a:gd name="T15" fmla="*/ 0 h 151"/>
                <a:gd name="T16" fmla="*/ 60 w 142"/>
                <a:gd name="T17" fmla="*/ 11 h 151"/>
                <a:gd name="T18" fmla="*/ 62 w 142"/>
                <a:gd name="T19" fmla="*/ 28 h 151"/>
                <a:gd name="T20" fmla="*/ 66 w 142"/>
                <a:gd name="T21" fmla="*/ 67 h 151"/>
                <a:gd name="T22" fmla="*/ 18 w 142"/>
                <a:gd name="T23" fmla="*/ 35 h 151"/>
                <a:gd name="T24" fmla="*/ 11 w 142"/>
                <a:gd name="T25" fmla="*/ 32 h 151"/>
                <a:gd name="T26" fmla="*/ 0 w 142"/>
                <a:gd name="T27" fmla="*/ 43 h 151"/>
                <a:gd name="T28" fmla="*/ 7 w 142"/>
                <a:gd name="T29" fmla="*/ 54 h 151"/>
                <a:gd name="T30" fmla="*/ 60 w 142"/>
                <a:gd name="T31" fmla="*/ 75 h 151"/>
                <a:gd name="T32" fmla="*/ 10 w 142"/>
                <a:gd name="T33" fmla="*/ 97 h 151"/>
                <a:gd name="T34" fmla="*/ 0 w 142"/>
                <a:gd name="T35" fmla="*/ 108 h 151"/>
                <a:gd name="T36" fmla="*/ 11 w 142"/>
                <a:gd name="T37" fmla="*/ 119 h 151"/>
                <a:gd name="T38" fmla="*/ 18 w 142"/>
                <a:gd name="T39" fmla="*/ 116 h 151"/>
                <a:gd name="T40" fmla="*/ 66 w 142"/>
                <a:gd name="T41" fmla="*/ 84 h 151"/>
                <a:gd name="T42" fmla="*/ 60 w 142"/>
                <a:gd name="T43" fmla="*/ 140 h 151"/>
                <a:gd name="T44" fmla="*/ 71 w 142"/>
                <a:gd name="T45" fmla="*/ 151 h 151"/>
                <a:gd name="T46" fmla="*/ 82 w 142"/>
                <a:gd name="T47" fmla="*/ 140 h 151"/>
                <a:gd name="T48" fmla="*/ 80 w 142"/>
                <a:gd name="T49" fmla="*/ 123 h 151"/>
                <a:gd name="T50" fmla="*/ 76 w 142"/>
                <a:gd name="T51" fmla="*/ 84 h 151"/>
                <a:gd name="T52" fmla="*/ 118 w 142"/>
                <a:gd name="T53" fmla="*/ 112 h 151"/>
                <a:gd name="T54" fmla="*/ 131 w 142"/>
                <a:gd name="T55" fmla="*/ 119 h 151"/>
                <a:gd name="T56" fmla="*/ 142 w 142"/>
                <a:gd name="T57" fmla="*/ 108 h 151"/>
                <a:gd name="T58" fmla="*/ 134 w 142"/>
                <a:gd name="T59" fmla="*/ 98 h 151"/>
                <a:gd name="T60" fmla="*/ 82 w 142"/>
                <a:gd name="T61" fmla="*/ 7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42" h="151">
                  <a:moveTo>
                    <a:pt x="82" y="76"/>
                  </a:moveTo>
                  <a:cubicBezTo>
                    <a:pt x="110" y="63"/>
                    <a:pt x="123" y="58"/>
                    <a:pt x="132" y="54"/>
                  </a:cubicBezTo>
                  <a:cubicBezTo>
                    <a:pt x="138" y="51"/>
                    <a:pt x="142" y="50"/>
                    <a:pt x="142" y="43"/>
                  </a:cubicBezTo>
                  <a:cubicBezTo>
                    <a:pt x="142" y="37"/>
                    <a:pt x="137" y="32"/>
                    <a:pt x="131" y="32"/>
                  </a:cubicBezTo>
                  <a:cubicBezTo>
                    <a:pt x="128" y="32"/>
                    <a:pt x="128" y="32"/>
                    <a:pt x="123" y="35"/>
                  </a:cubicBezTo>
                  <a:lnTo>
                    <a:pt x="76" y="67"/>
                  </a:lnTo>
                  <a:lnTo>
                    <a:pt x="81" y="15"/>
                  </a:lnTo>
                  <a:cubicBezTo>
                    <a:pt x="82" y="9"/>
                    <a:pt x="81" y="0"/>
                    <a:pt x="71" y="0"/>
                  </a:cubicBezTo>
                  <a:cubicBezTo>
                    <a:pt x="67" y="0"/>
                    <a:pt x="60" y="3"/>
                    <a:pt x="60" y="11"/>
                  </a:cubicBezTo>
                  <a:cubicBezTo>
                    <a:pt x="60" y="14"/>
                    <a:pt x="61" y="25"/>
                    <a:pt x="62" y="28"/>
                  </a:cubicBezTo>
                  <a:cubicBezTo>
                    <a:pt x="62" y="34"/>
                    <a:pt x="65" y="59"/>
                    <a:pt x="66" y="67"/>
                  </a:cubicBezTo>
                  <a:lnTo>
                    <a:pt x="18" y="35"/>
                  </a:lnTo>
                  <a:cubicBezTo>
                    <a:pt x="15" y="33"/>
                    <a:pt x="14" y="32"/>
                    <a:pt x="11" y="32"/>
                  </a:cubicBezTo>
                  <a:cubicBezTo>
                    <a:pt x="5" y="32"/>
                    <a:pt x="0" y="37"/>
                    <a:pt x="0" y="43"/>
                  </a:cubicBezTo>
                  <a:cubicBezTo>
                    <a:pt x="0" y="50"/>
                    <a:pt x="4" y="52"/>
                    <a:pt x="7" y="54"/>
                  </a:cubicBezTo>
                  <a:lnTo>
                    <a:pt x="60" y="75"/>
                  </a:lnTo>
                  <a:cubicBezTo>
                    <a:pt x="31" y="88"/>
                    <a:pt x="18" y="93"/>
                    <a:pt x="10" y="97"/>
                  </a:cubicBezTo>
                  <a:cubicBezTo>
                    <a:pt x="3" y="100"/>
                    <a:pt x="0" y="101"/>
                    <a:pt x="0" y="108"/>
                  </a:cubicBezTo>
                  <a:cubicBezTo>
                    <a:pt x="0" y="114"/>
                    <a:pt x="5" y="119"/>
                    <a:pt x="11" y="119"/>
                  </a:cubicBezTo>
                  <a:cubicBezTo>
                    <a:pt x="13" y="119"/>
                    <a:pt x="14" y="119"/>
                    <a:pt x="18" y="116"/>
                  </a:cubicBezTo>
                  <a:lnTo>
                    <a:pt x="66" y="84"/>
                  </a:lnTo>
                  <a:lnTo>
                    <a:pt x="60" y="140"/>
                  </a:lnTo>
                  <a:cubicBezTo>
                    <a:pt x="60" y="148"/>
                    <a:pt x="67" y="151"/>
                    <a:pt x="71" y="151"/>
                  </a:cubicBezTo>
                  <a:cubicBezTo>
                    <a:pt x="75" y="151"/>
                    <a:pt x="82" y="148"/>
                    <a:pt x="82" y="140"/>
                  </a:cubicBezTo>
                  <a:cubicBezTo>
                    <a:pt x="82" y="137"/>
                    <a:pt x="80" y="127"/>
                    <a:pt x="80" y="123"/>
                  </a:cubicBezTo>
                  <a:cubicBezTo>
                    <a:pt x="79" y="117"/>
                    <a:pt x="77" y="92"/>
                    <a:pt x="76" y="84"/>
                  </a:cubicBezTo>
                  <a:lnTo>
                    <a:pt x="118" y="112"/>
                  </a:lnTo>
                  <a:cubicBezTo>
                    <a:pt x="127" y="119"/>
                    <a:pt x="128" y="119"/>
                    <a:pt x="131" y="119"/>
                  </a:cubicBezTo>
                  <a:cubicBezTo>
                    <a:pt x="137" y="119"/>
                    <a:pt x="142" y="114"/>
                    <a:pt x="142" y="108"/>
                  </a:cubicBezTo>
                  <a:cubicBezTo>
                    <a:pt x="142" y="101"/>
                    <a:pt x="137" y="99"/>
                    <a:pt x="134" y="98"/>
                  </a:cubicBezTo>
                  <a:lnTo>
                    <a:pt x="82" y="76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85" name="Freeform 562">
              <a:extLst>
                <a:ext uri="{FF2B5EF4-FFF2-40B4-BE49-F238E27FC236}">
                  <a16:creationId xmlns:a16="http://schemas.microsoft.com/office/drawing/2014/main" id="{ACD671AD-0934-4BA1-848B-2BA06E163728}"/>
                </a:ext>
              </a:extLst>
            </p:cNvPr>
            <p:cNvSpPr>
              <a:spLocks/>
            </p:cNvSpPr>
            <p:nvPr>
              <p:custDataLst>
                <p:tags r:id="rId74"/>
              </p:custDataLst>
            </p:nvPr>
          </p:nvSpPr>
          <p:spPr bwMode="auto">
            <a:xfrm>
              <a:off x="9547231" y="2295525"/>
              <a:ext cx="34925" cy="52388"/>
            </a:xfrm>
            <a:custGeom>
              <a:avLst/>
              <a:gdLst>
                <a:gd name="T0" fmla="*/ 83 w 172"/>
                <a:gd name="T1" fmla="*/ 10 h 245"/>
                <a:gd name="T2" fmla="*/ 85 w 172"/>
                <a:gd name="T3" fmla="*/ 4 h 245"/>
                <a:gd name="T4" fmla="*/ 79 w 172"/>
                <a:gd name="T5" fmla="*/ 0 h 245"/>
                <a:gd name="T6" fmla="*/ 34 w 172"/>
                <a:gd name="T7" fmla="*/ 3 h 245"/>
                <a:gd name="T8" fmla="*/ 27 w 172"/>
                <a:gd name="T9" fmla="*/ 11 h 245"/>
                <a:gd name="T10" fmla="*/ 36 w 172"/>
                <a:gd name="T11" fmla="*/ 16 h 245"/>
                <a:gd name="T12" fmla="*/ 52 w 172"/>
                <a:gd name="T13" fmla="*/ 21 h 245"/>
                <a:gd name="T14" fmla="*/ 51 w 172"/>
                <a:gd name="T15" fmla="*/ 29 h 245"/>
                <a:gd name="T16" fmla="*/ 2 w 172"/>
                <a:gd name="T17" fmla="*/ 226 h 245"/>
                <a:gd name="T18" fmla="*/ 0 w 172"/>
                <a:gd name="T19" fmla="*/ 234 h 245"/>
                <a:gd name="T20" fmla="*/ 12 w 172"/>
                <a:gd name="T21" fmla="*/ 245 h 245"/>
                <a:gd name="T22" fmla="*/ 28 w 172"/>
                <a:gd name="T23" fmla="*/ 230 h 245"/>
                <a:gd name="T24" fmla="*/ 45 w 172"/>
                <a:gd name="T25" fmla="*/ 163 h 245"/>
                <a:gd name="T26" fmla="*/ 90 w 172"/>
                <a:gd name="T27" fmla="*/ 191 h 245"/>
                <a:gd name="T28" fmla="*/ 89 w 172"/>
                <a:gd name="T29" fmla="*/ 198 h 245"/>
                <a:gd name="T30" fmla="*/ 88 w 172"/>
                <a:gd name="T31" fmla="*/ 209 h 245"/>
                <a:gd name="T32" fmla="*/ 125 w 172"/>
                <a:gd name="T33" fmla="*/ 245 h 245"/>
                <a:gd name="T34" fmla="*/ 169 w 172"/>
                <a:gd name="T35" fmla="*/ 192 h 245"/>
                <a:gd name="T36" fmla="*/ 163 w 172"/>
                <a:gd name="T37" fmla="*/ 187 h 245"/>
                <a:gd name="T38" fmla="*/ 156 w 172"/>
                <a:gd name="T39" fmla="*/ 196 h 245"/>
                <a:gd name="T40" fmla="*/ 126 w 172"/>
                <a:gd name="T41" fmla="*/ 235 h 245"/>
                <a:gd name="T42" fmla="*/ 113 w 172"/>
                <a:gd name="T43" fmla="*/ 217 h 245"/>
                <a:gd name="T44" fmla="*/ 116 w 172"/>
                <a:gd name="T45" fmla="*/ 201 h 245"/>
                <a:gd name="T46" fmla="*/ 117 w 172"/>
                <a:gd name="T47" fmla="*/ 191 h 245"/>
                <a:gd name="T48" fmla="*/ 61 w 172"/>
                <a:gd name="T49" fmla="*/ 154 h 245"/>
                <a:gd name="T50" fmla="*/ 90 w 172"/>
                <a:gd name="T51" fmla="*/ 131 h 245"/>
                <a:gd name="T52" fmla="*/ 144 w 172"/>
                <a:gd name="T53" fmla="*/ 98 h 245"/>
                <a:gd name="T54" fmla="*/ 156 w 172"/>
                <a:gd name="T55" fmla="*/ 102 h 245"/>
                <a:gd name="T56" fmla="*/ 138 w 172"/>
                <a:gd name="T57" fmla="*/ 122 h 245"/>
                <a:gd name="T58" fmla="*/ 152 w 172"/>
                <a:gd name="T59" fmla="*/ 135 h 245"/>
                <a:gd name="T60" fmla="*/ 172 w 172"/>
                <a:gd name="T61" fmla="*/ 112 h 245"/>
                <a:gd name="T62" fmla="*/ 145 w 172"/>
                <a:gd name="T63" fmla="*/ 88 h 245"/>
                <a:gd name="T64" fmla="*/ 89 w 172"/>
                <a:gd name="T65" fmla="*/ 118 h 245"/>
                <a:gd name="T66" fmla="*/ 49 w 172"/>
                <a:gd name="T67" fmla="*/ 149 h 245"/>
                <a:gd name="T68" fmla="*/ 83 w 172"/>
                <a:gd name="T69" fmla="*/ 1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2" h="245">
                  <a:moveTo>
                    <a:pt x="83" y="10"/>
                  </a:moveTo>
                  <a:cubicBezTo>
                    <a:pt x="83" y="9"/>
                    <a:pt x="85" y="5"/>
                    <a:pt x="85" y="4"/>
                  </a:cubicBezTo>
                  <a:cubicBezTo>
                    <a:pt x="85" y="3"/>
                    <a:pt x="83" y="0"/>
                    <a:pt x="79" y="0"/>
                  </a:cubicBezTo>
                  <a:cubicBezTo>
                    <a:pt x="72" y="0"/>
                    <a:pt x="43" y="2"/>
                    <a:pt x="34" y="3"/>
                  </a:cubicBezTo>
                  <a:cubicBezTo>
                    <a:pt x="31" y="3"/>
                    <a:pt x="27" y="4"/>
                    <a:pt x="27" y="11"/>
                  </a:cubicBezTo>
                  <a:cubicBezTo>
                    <a:pt x="27" y="16"/>
                    <a:pt x="31" y="16"/>
                    <a:pt x="36" y="16"/>
                  </a:cubicBezTo>
                  <a:cubicBezTo>
                    <a:pt x="52" y="16"/>
                    <a:pt x="52" y="18"/>
                    <a:pt x="52" y="21"/>
                  </a:cubicBezTo>
                  <a:cubicBezTo>
                    <a:pt x="52" y="24"/>
                    <a:pt x="52" y="26"/>
                    <a:pt x="51" y="29"/>
                  </a:cubicBezTo>
                  <a:lnTo>
                    <a:pt x="2" y="226"/>
                  </a:lnTo>
                  <a:cubicBezTo>
                    <a:pt x="0" y="233"/>
                    <a:pt x="0" y="233"/>
                    <a:pt x="0" y="234"/>
                  </a:cubicBezTo>
                  <a:cubicBezTo>
                    <a:pt x="0" y="239"/>
                    <a:pt x="4" y="245"/>
                    <a:pt x="12" y="245"/>
                  </a:cubicBezTo>
                  <a:cubicBezTo>
                    <a:pt x="21" y="245"/>
                    <a:pt x="26" y="238"/>
                    <a:pt x="28" y="230"/>
                  </a:cubicBezTo>
                  <a:cubicBezTo>
                    <a:pt x="29" y="229"/>
                    <a:pt x="44" y="168"/>
                    <a:pt x="45" y="163"/>
                  </a:cubicBezTo>
                  <a:cubicBezTo>
                    <a:pt x="70" y="165"/>
                    <a:pt x="90" y="173"/>
                    <a:pt x="90" y="191"/>
                  </a:cubicBezTo>
                  <a:cubicBezTo>
                    <a:pt x="90" y="193"/>
                    <a:pt x="90" y="195"/>
                    <a:pt x="89" y="198"/>
                  </a:cubicBezTo>
                  <a:cubicBezTo>
                    <a:pt x="88" y="204"/>
                    <a:pt x="88" y="205"/>
                    <a:pt x="88" y="209"/>
                  </a:cubicBezTo>
                  <a:cubicBezTo>
                    <a:pt x="88" y="234"/>
                    <a:pt x="108" y="245"/>
                    <a:pt x="125" y="245"/>
                  </a:cubicBezTo>
                  <a:cubicBezTo>
                    <a:pt x="158" y="245"/>
                    <a:pt x="169" y="192"/>
                    <a:pt x="169" y="192"/>
                  </a:cubicBezTo>
                  <a:cubicBezTo>
                    <a:pt x="169" y="187"/>
                    <a:pt x="164" y="187"/>
                    <a:pt x="163" y="187"/>
                  </a:cubicBezTo>
                  <a:cubicBezTo>
                    <a:pt x="158" y="187"/>
                    <a:pt x="158" y="189"/>
                    <a:pt x="156" y="196"/>
                  </a:cubicBezTo>
                  <a:cubicBezTo>
                    <a:pt x="152" y="211"/>
                    <a:pt x="143" y="235"/>
                    <a:pt x="126" y="235"/>
                  </a:cubicBezTo>
                  <a:cubicBezTo>
                    <a:pt x="116" y="235"/>
                    <a:pt x="113" y="227"/>
                    <a:pt x="113" y="217"/>
                  </a:cubicBezTo>
                  <a:cubicBezTo>
                    <a:pt x="113" y="211"/>
                    <a:pt x="113" y="211"/>
                    <a:pt x="116" y="201"/>
                  </a:cubicBezTo>
                  <a:cubicBezTo>
                    <a:pt x="116" y="200"/>
                    <a:pt x="117" y="194"/>
                    <a:pt x="117" y="191"/>
                  </a:cubicBezTo>
                  <a:cubicBezTo>
                    <a:pt x="117" y="160"/>
                    <a:pt x="75" y="155"/>
                    <a:pt x="61" y="154"/>
                  </a:cubicBezTo>
                  <a:cubicBezTo>
                    <a:pt x="71" y="147"/>
                    <a:pt x="84" y="136"/>
                    <a:pt x="90" y="131"/>
                  </a:cubicBezTo>
                  <a:cubicBezTo>
                    <a:pt x="108" y="114"/>
                    <a:pt x="125" y="98"/>
                    <a:pt x="144" y="98"/>
                  </a:cubicBezTo>
                  <a:cubicBezTo>
                    <a:pt x="149" y="98"/>
                    <a:pt x="153" y="99"/>
                    <a:pt x="156" y="102"/>
                  </a:cubicBezTo>
                  <a:cubicBezTo>
                    <a:pt x="141" y="105"/>
                    <a:pt x="138" y="116"/>
                    <a:pt x="138" y="122"/>
                  </a:cubicBezTo>
                  <a:cubicBezTo>
                    <a:pt x="138" y="129"/>
                    <a:pt x="144" y="135"/>
                    <a:pt x="152" y="135"/>
                  </a:cubicBezTo>
                  <a:cubicBezTo>
                    <a:pt x="161" y="135"/>
                    <a:pt x="172" y="127"/>
                    <a:pt x="172" y="112"/>
                  </a:cubicBezTo>
                  <a:cubicBezTo>
                    <a:pt x="172" y="101"/>
                    <a:pt x="163" y="88"/>
                    <a:pt x="145" y="88"/>
                  </a:cubicBezTo>
                  <a:cubicBezTo>
                    <a:pt x="125" y="88"/>
                    <a:pt x="107" y="102"/>
                    <a:pt x="89" y="118"/>
                  </a:cubicBezTo>
                  <a:cubicBezTo>
                    <a:pt x="74" y="132"/>
                    <a:pt x="63" y="143"/>
                    <a:pt x="49" y="149"/>
                  </a:cubicBezTo>
                  <a:lnTo>
                    <a:pt x="83" y="10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grpSp>
        <p:nvGrpSpPr>
          <p:cNvPr id="807" name="그룹 806" descr="\documentclass{article}&#10;\usepackage{amsmath}&#10;\pagestyle{empty}&#10;\begin{document}&#10;&#10;\noindent\centering&#10;After search&#10;\end{document}" title="IguanaTex Vector Display">
            <a:extLst>
              <a:ext uri="{FF2B5EF4-FFF2-40B4-BE49-F238E27FC236}">
                <a16:creationId xmlns:a16="http://schemas.microsoft.com/office/drawing/2014/main" id="{9E4DE236-9A0E-4512-B2B7-A2461578CFB8}"/>
              </a:ext>
            </a:extLst>
          </p:cNvPr>
          <p:cNvGrpSpPr>
            <a:grpSpLocks noChangeAspect="1"/>
          </p:cNvGrpSpPr>
          <p:nvPr>
            <p:custDataLst>
              <p:tags r:id="rId37"/>
            </p:custDataLst>
          </p:nvPr>
        </p:nvGrpSpPr>
        <p:grpSpPr>
          <a:xfrm>
            <a:off x="8178799" y="2273300"/>
            <a:ext cx="599472" cy="82308"/>
            <a:chOff x="8178800" y="2273300"/>
            <a:chExt cx="550863" cy="96838"/>
          </a:xfrm>
        </p:grpSpPr>
        <p:sp>
          <p:nvSpPr>
            <p:cNvPr id="795" name="Freeform 569">
              <a:extLst>
                <a:ext uri="{FF2B5EF4-FFF2-40B4-BE49-F238E27FC236}">
                  <a16:creationId xmlns:a16="http://schemas.microsoft.com/office/drawing/2014/main" id="{946D39E5-87E3-45BC-A85F-E2AB92871686}"/>
                </a:ext>
              </a:extLst>
            </p:cNvPr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8178800" y="2273300"/>
              <a:ext cx="71438" cy="95250"/>
            </a:xfrm>
            <a:custGeom>
              <a:avLst/>
              <a:gdLst>
                <a:gd name="T0" fmla="*/ 183 w 342"/>
                <a:gd name="T1" fmla="*/ 10 h 357"/>
                <a:gd name="T2" fmla="*/ 171 w 342"/>
                <a:gd name="T3" fmla="*/ 0 h 357"/>
                <a:gd name="T4" fmla="*/ 159 w 342"/>
                <a:gd name="T5" fmla="*/ 10 h 357"/>
                <a:gd name="T6" fmla="*/ 56 w 342"/>
                <a:gd name="T7" fmla="*/ 308 h 357"/>
                <a:gd name="T8" fmla="*/ 0 w 342"/>
                <a:gd name="T9" fmla="*/ 341 h 357"/>
                <a:gd name="T10" fmla="*/ 0 w 342"/>
                <a:gd name="T11" fmla="*/ 357 h 357"/>
                <a:gd name="T12" fmla="*/ 51 w 342"/>
                <a:gd name="T13" fmla="*/ 355 h 357"/>
                <a:gd name="T14" fmla="*/ 109 w 342"/>
                <a:gd name="T15" fmla="*/ 357 h 357"/>
                <a:gd name="T16" fmla="*/ 109 w 342"/>
                <a:gd name="T17" fmla="*/ 341 h 357"/>
                <a:gd name="T18" fmla="*/ 71 w 342"/>
                <a:gd name="T19" fmla="*/ 316 h 357"/>
                <a:gd name="T20" fmla="*/ 72 w 342"/>
                <a:gd name="T21" fmla="*/ 308 h 357"/>
                <a:gd name="T22" fmla="*/ 95 w 342"/>
                <a:gd name="T23" fmla="*/ 243 h 357"/>
                <a:gd name="T24" fmla="*/ 218 w 342"/>
                <a:gd name="T25" fmla="*/ 243 h 357"/>
                <a:gd name="T26" fmla="*/ 245 w 342"/>
                <a:gd name="T27" fmla="*/ 319 h 357"/>
                <a:gd name="T28" fmla="*/ 246 w 342"/>
                <a:gd name="T29" fmla="*/ 326 h 357"/>
                <a:gd name="T30" fmla="*/ 205 w 342"/>
                <a:gd name="T31" fmla="*/ 341 h 357"/>
                <a:gd name="T32" fmla="*/ 205 w 342"/>
                <a:gd name="T33" fmla="*/ 357 h 357"/>
                <a:gd name="T34" fmla="*/ 277 w 342"/>
                <a:gd name="T35" fmla="*/ 355 h 357"/>
                <a:gd name="T36" fmla="*/ 342 w 342"/>
                <a:gd name="T37" fmla="*/ 357 h 357"/>
                <a:gd name="T38" fmla="*/ 342 w 342"/>
                <a:gd name="T39" fmla="*/ 341 h 357"/>
                <a:gd name="T40" fmla="*/ 333 w 342"/>
                <a:gd name="T41" fmla="*/ 341 h 357"/>
                <a:gd name="T42" fmla="*/ 291 w 342"/>
                <a:gd name="T43" fmla="*/ 321 h 357"/>
                <a:gd name="T44" fmla="*/ 183 w 342"/>
                <a:gd name="T45" fmla="*/ 10 h 357"/>
                <a:gd name="T46" fmla="*/ 156 w 342"/>
                <a:gd name="T47" fmla="*/ 66 h 357"/>
                <a:gd name="T48" fmla="*/ 213 w 342"/>
                <a:gd name="T49" fmla="*/ 228 h 357"/>
                <a:gd name="T50" fmla="*/ 101 w 342"/>
                <a:gd name="T51" fmla="*/ 228 h 357"/>
                <a:gd name="T52" fmla="*/ 156 w 342"/>
                <a:gd name="T53" fmla="*/ 66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2" h="357">
                  <a:moveTo>
                    <a:pt x="183" y="10"/>
                  </a:moveTo>
                  <a:cubicBezTo>
                    <a:pt x="180" y="3"/>
                    <a:pt x="179" y="0"/>
                    <a:pt x="171" y="0"/>
                  </a:cubicBezTo>
                  <a:cubicBezTo>
                    <a:pt x="163" y="0"/>
                    <a:pt x="162" y="3"/>
                    <a:pt x="159" y="10"/>
                  </a:cubicBezTo>
                  <a:lnTo>
                    <a:pt x="56" y="308"/>
                  </a:lnTo>
                  <a:cubicBezTo>
                    <a:pt x="47" y="333"/>
                    <a:pt x="27" y="341"/>
                    <a:pt x="0" y="341"/>
                  </a:cubicBezTo>
                  <a:lnTo>
                    <a:pt x="0" y="357"/>
                  </a:lnTo>
                  <a:cubicBezTo>
                    <a:pt x="12" y="356"/>
                    <a:pt x="33" y="355"/>
                    <a:pt x="51" y="355"/>
                  </a:cubicBezTo>
                  <a:cubicBezTo>
                    <a:pt x="67" y="355"/>
                    <a:pt x="93" y="356"/>
                    <a:pt x="109" y="357"/>
                  </a:cubicBezTo>
                  <a:lnTo>
                    <a:pt x="109" y="341"/>
                  </a:lnTo>
                  <a:cubicBezTo>
                    <a:pt x="84" y="341"/>
                    <a:pt x="71" y="329"/>
                    <a:pt x="71" y="316"/>
                  </a:cubicBezTo>
                  <a:cubicBezTo>
                    <a:pt x="71" y="314"/>
                    <a:pt x="72" y="309"/>
                    <a:pt x="72" y="308"/>
                  </a:cubicBezTo>
                  <a:lnTo>
                    <a:pt x="95" y="243"/>
                  </a:lnTo>
                  <a:lnTo>
                    <a:pt x="218" y="243"/>
                  </a:lnTo>
                  <a:lnTo>
                    <a:pt x="245" y="319"/>
                  </a:lnTo>
                  <a:cubicBezTo>
                    <a:pt x="245" y="321"/>
                    <a:pt x="246" y="324"/>
                    <a:pt x="246" y="326"/>
                  </a:cubicBezTo>
                  <a:cubicBezTo>
                    <a:pt x="246" y="341"/>
                    <a:pt x="218" y="341"/>
                    <a:pt x="205" y="341"/>
                  </a:cubicBezTo>
                  <a:lnTo>
                    <a:pt x="205" y="357"/>
                  </a:lnTo>
                  <a:cubicBezTo>
                    <a:pt x="223" y="355"/>
                    <a:pt x="258" y="355"/>
                    <a:pt x="277" y="355"/>
                  </a:cubicBezTo>
                  <a:cubicBezTo>
                    <a:pt x="298" y="355"/>
                    <a:pt x="321" y="356"/>
                    <a:pt x="342" y="357"/>
                  </a:cubicBezTo>
                  <a:lnTo>
                    <a:pt x="342" y="341"/>
                  </a:lnTo>
                  <a:lnTo>
                    <a:pt x="333" y="341"/>
                  </a:lnTo>
                  <a:cubicBezTo>
                    <a:pt x="303" y="341"/>
                    <a:pt x="296" y="338"/>
                    <a:pt x="291" y="321"/>
                  </a:cubicBezTo>
                  <a:lnTo>
                    <a:pt x="183" y="10"/>
                  </a:lnTo>
                  <a:close/>
                  <a:moveTo>
                    <a:pt x="156" y="66"/>
                  </a:moveTo>
                  <a:lnTo>
                    <a:pt x="213" y="228"/>
                  </a:lnTo>
                  <a:lnTo>
                    <a:pt x="101" y="228"/>
                  </a:lnTo>
                  <a:lnTo>
                    <a:pt x="156" y="6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6" name="Freeform 570">
              <a:extLst>
                <a:ext uri="{FF2B5EF4-FFF2-40B4-BE49-F238E27FC236}">
                  <a16:creationId xmlns:a16="http://schemas.microsoft.com/office/drawing/2014/main" id="{EB7319B3-B5D1-497D-BA2F-49A82237D134}"/>
                </a:ext>
              </a:extLst>
            </p:cNvPr>
            <p:cNvSpPr>
              <a:spLocks/>
            </p:cNvSpPr>
            <p:nvPr>
              <p:custDataLst>
                <p:tags r:id="rId39"/>
              </p:custDataLst>
            </p:nvPr>
          </p:nvSpPr>
          <p:spPr bwMode="auto">
            <a:xfrm>
              <a:off x="8258175" y="2274888"/>
              <a:ext cx="33338" cy="93663"/>
            </a:xfrm>
            <a:custGeom>
              <a:avLst/>
              <a:gdLst>
                <a:gd name="T0" fmla="*/ 70 w 161"/>
                <a:gd name="T1" fmla="*/ 137 h 352"/>
                <a:gd name="T2" fmla="*/ 70 w 161"/>
                <a:gd name="T3" fmla="*/ 79 h 352"/>
                <a:gd name="T4" fmla="*/ 116 w 161"/>
                <a:gd name="T5" fmla="*/ 11 h 352"/>
                <a:gd name="T6" fmla="*/ 133 w 161"/>
                <a:gd name="T7" fmla="*/ 15 h 352"/>
                <a:gd name="T8" fmla="*/ 118 w 161"/>
                <a:gd name="T9" fmla="*/ 36 h 352"/>
                <a:gd name="T10" fmla="*/ 139 w 161"/>
                <a:gd name="T11" fmla="*/ 57 h 352"/>
                <a:gd name="T12" fmla="*/ 161 w 161"/>
                <a:gd name="T13" fmla="*/ 35 h 352"/>
                <a:gd name="T14" fmla="*/ 116 w 161"/>
                <a:gd name="T15" fmla="*/ 0 h 352"/>
                <a:gd name="T16" fmla="*/ 39 w 161"/>
                <a:gd name="T17" fmla="*/ 80 h 352"/>
                <a:gd name="T18" fmla="*/ 39 w 161"/>
                <a:gd name="T19" fmla="*/ 137 h 352"/>
                <a:gd name="T20" fmla="*/ 0 w 161"/>
                <a:gd name="T21" fmla="*/ 137 h 352"/>
                <a:gd name="T22" fmla="*/ 0 w 161"/>
                <a:gd name="T23" fmla="*/ 152 h 352"/>
                <a:gd name="T24" fmla="*/ 39 w 161"/>
                <a:gd name="T25" fmla="*/ 152 h 352"/>
                <a:gd name="T26" fmla="*/ 39 w 161"/>
                <a:gd name="T27" fmla="*/ 314 h 352"/>
                <a:gd name="T28" fmla="*/ 0 w 161"/>
                <a:gd name="T29" fmla="*/ 336 h 352"/>
                <a:gd name="T30" fmla="*/ 0 w 161"/>
                <a:gd name="T31" fmla="*/ 352 h 352"/>
                <a:gd name="T32" fmla="*/ 57 w 161"/>
                <a:gd name="T33" fmla="*/ 350 h 352"/>
                <a:gd name="T34" fmla="*/ 120 w 161"/>
                <a:gd name="T35" fmla="*/ 352 h 352"/>
                <a:gd name="T36" fmla="*/ 120 w 161"/>
                <a:gd name="T37" fmla="*/ 336 h 352"/>
                <a:gd name="T38" fmla="*/ 110 w 161"/>
                <a:gd name="T39" fmla="*/ 336 h 352"/>
                <a:gd name="T40" fmla="*/ 72 w 161"/>
                <a:gd name="T41" fmla="*/ 313 h 352"/>
                <a:gd name="T42" fmla="*/ 72 w 161"/>
                <a:gd name="T43" fmla="*/ 152 h 352"/>
                <a:gd name="T44" fmla="*/ 129 w 161"/>
                <a:gd name="T45" fmla="*/ 152 h 352"/>
                <a:gd name="T46" fmla="*/ 129 w 161"/>
                <a:gd name="T47" fmla="*/ 137 h 352"/>
                <a:gd name="T48" fmla="*/ 70 w 161"/>
                <a:gd name="T49" fmla="*/ 137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61" h="352">
                  <a:moveTo>
                    <a:pt x="70" y="137"/>
                  </a:moveTo>
                  <a:lnTo>
                    <a:pt x="70" y="79"/>
                  </a:lnTo>
                  <a:cubicBezTo>
                    <a:pt x="70" y="35"/>
                    <a:pt x="94" y="11"/>
                    <a:pt x="116" y="11"/>
                  </a:cubicBezTo>
                  <a:cubicBezTo>
                    <a:pt x="118" y="11"/>
                    <a:pt x="125" y="11"/>
                    <a:pt x="133" y="15"/>
                  </a:cubicBezTo>
                  <a:cubicBezTo>
                    <a:pt x="127" y="17"/>
                    <a:pt x="118" y="23"/>
                    <a:pt x="118" y="36"/>
                  </a:cubicBezTo>
                  <a:cubicBezTo>
                    <a:pt x="118" y="47"/>
                    <a:pt x="126" y="57"/>
                    <a:pt x="139" y="57"/>
                  </a:cubicBezTo>
                  <a:cubicBezTo>
                    <a:pt x="154" y="57"/>
                    <a:pt x="161" y="47"/>
                    <a:pt x="161" y="35"/>
                  </a:cubicBezTo>
                  <a:cubicBezTo>
                    <a:pt x="161" y="17"/>
                    <a:pt x="143" y="0"/>
                    <a:pt x="116" y="0"/>
                  </a:cubicBezTo>
                  <a:cubicBezTo>
                    <a:pt x="81" y="0"/>
                    <a:pt x="39" y="27"/>
                    <a:pt x="39" y="80"/>
                  </a:cubicBezTo>
                  <a:lnTo>
                    <a:pt x="39" y="137"/>
                  </a:lnTo>
                  <a:lnTo>
                    <a:pt x="0" y="137"/>
                  </a:lnTo>
                  <a:lnTo>
                    <a:pt x="0" y="152"/>
                  </a:lnTo>
                  <a:lnTo>
                    <a:pt x="39" y="152"/>
                  </a:lnTo>
                  <a:lnTo>
                    <a:pt x="39" y="314"/>
                  </a:lnTo>
                  <a:cubicBezTo>
                    <a:pt x="39" y="336"/>
                    <a:pt x="33" y="336"/>
                    <a:pt x="0" y="336"/>
                  </a:cubicBezTo>
                  <a:lnTo>
                    <a:pt x="0" y="352"/>
                  </a:lnTo>
                  <a:cubicBezTo>
                    <a:pt x="19" y="351"/>
                    <a:pt x="43" y="350"/>
                    <a:pt x="57" y="350"/>
                  </a:cubicBezTo>
                  <a:cubicBezTo>
                    <a:pt x="77" y="350"/>
                    <a:pt x="100" y="350"/>
                    <a:pt x="120" y="352"/>
                  </a:cubicBezTo>
                  <a:lnTo>
                    <a:pt x="120" y="336"/>
                  </a:lnTo>
                  <a:lnTo>
                    <a:pt x="110" y="336"/>
                  </a:lnTo>
                  <a:cubicBezTo>
                    <a:pt x="73" y="336"/>
                    <a:pt x="72" y="331"/>
                    <a:pt x="72" y="313"/>
                  </a:cubicBezTo>
                  <a:lnTo>
                    <a:pt x="72" y="152"/>
                  </a:lnTo>
                  <a:lnTo>
                    <a:pt x="129" y="152"/>
                  </a:lnTo>
                  <a:lnTo>
                    <a:pt x="129" y="137"/>
                  </a:lnTo>
                  <a:lnTo>
                    <a:pt x="70" y="13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7" name="Freeform 571">
              <a:extLst>
                <a:ext uri="{FF2B5EF4-FFF2-40B4-BE49-F238E27FC236}">
                  <a16:creationId xmlns:a16="http://schemas.microsoft.com/office/drawing/2014/main" id="{A8D20293-A959-42DD-A55E-709761A22556}"/>
                </a:ext>
              </a:extLst>
            </p:cNvPr>
            <p:cNvSpPr>
              <a:spLocks/>
            </p:cNvSpPr>
            <p:nvPr>
              <p:custDataLst>
                <p:tags r:id="rId40"/>
              </p:custDataLst>
            </p:nvPr>
          </p:nvSpPr>
          <p:spPr bwMode="auto">
            <a:xfrm>
              <a:off x="8288338" y="2286000"/>
              <a:ext cx="33338" cy="84138"/>
            </a:xfrm>
            <a:custGeom>
              <a:avLst/>
              <a:gdLst>
                <a:gd name="T0" fmla="*/ 77 w 156"/>
                <a:gd name="T1" fmla="*/ 107 h 312"/>
                <a:gd name="T2" fmla="*/ 148 w 156"/>
                <a:gd name="T3" fmla="*/ 107 h 312"/>
                <a:gd name="T4" fmla="*/ 148 w 156"/>
                <a:gd name="T5" fmla="*/ 92 h 312"/>
                <a:gd name="T6" fmla="*/ 77 w 156"/>
                <a:gd name="T7" fmla="*/ 92 h 312"/>
                <a:gd name="T8" fmla="*/ 77 w 156"/>
                <a:gd name="T9" fmla="*/ 0 h 312"/>
                <a:gd name="T10" fmla="*/ 64 w 156"/>
                <a:gd name="T11" fmla="*/ 0 h 312"/>
                <a:gd name="T12" fmla="*/ 0 w 156"/>
                <a:gd name="T13" fmla="*/ 96 h 312"/>
                <a:gd name="T14" fmla="*/ 0 w 156"/>
                <a:gd name="T15" fmla="*/ 107 h 312"/>
                <a:gd name="T16" fmla="*/ 42 w 156"/>
                <a:gd name="T17" fmla="*/ 107 h 312"/>
                <a:gd name="T18" fmla="*/ 42 w 156"/>
                <a:gd name="T19" fmla="*/ 245 h 312"/>
                <a:gd name="T20" fmla="*/ 106 w 156"/>
                <a:gd name="T21" fmla="*/ 312 h 312"/>
                <a:gd name="T22" fmla="*/ 156 w 156"/>
                <a:gd name="T23" fmla="*/ 245 h 312"/>
                <a:gd name="T24" fmla="*/ 156 w 156"/>
                <a:gd name="T25" fmla="*/ 217 h 312"/>
                <a:gd name="T26" fmla="*/ 143 w 156"/>
                <a:gd name="T27" fmla="*/ 217 h 312"/>
                <a:gd name="T28" fmla="*/ 143 w 156"/>
                <a:gd name="T29" fmla="*/ 244 h 312"/>
                <a:gd name="T30" fmla="*/ 110 w 156"/>
                <a:gd name="T31" fmla="*/ 300 h 312"/>
                <a:gd name="T32" fmla="*/ 77 w 156"/>
                <a:gd name="T33" fmla="*/ 246 h 312"/>
                <a:gd name="T34" fmla="*/ 77 w 156"/>
                <a:gd name="T35" fmla="*/ 107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6" h="312">
                  <a:moveTo>
                    <a:pt x="77" y="107"/>
                  </a:moveTo>
                  <a:lnTo>
                    <a:pt x="148" y="107"/>
                  </a:lnTo>
                  <a:lnTo>
                    <a:pt x="148" y="92"/>
                  </a:lnTo>
                  <a:lnTo>
                    <a:pt x="77" y="92"/>
                  </a:lnTo>
                  <a:lnTo>
                    <a:pt x="77" y="0"/>
                  </a:lnTo>
                  <a:lnTo>
                    <a:pt x="64" y="0"/>
                  </a:lnTo>
                  <a:cubicBezTo>
                    <a:pt x="64" y="41"/>
                    <a:pt x="49" y="94"/>
                    <a:pt x="0" y="96"/>
                  </a:cubicBezTo>
                  <a:lnTo>
                    <a:pt x="0" y="107"/>
                  </a:lnTo>
                  <a:lnTo>
                    <a:pt x="42" y="107"/>
                  </a:lnTo>
                  <a:lnTo>
                    <a:pt x="42" y="245"/>
                  </a:lnTo>
                  <a:cubicBezTo>
                    <a:pt x="42" y="306"/>
                    <a:pt x="88" y="312"/>
                    <a:pt x="106" y="312"/>
                  </a:cubicBezTo>
                  <a:cubicBezTo>
                    <a:pt x="142" y="312"/>
                    <a:pt x="156" y="277"/>
                    <a:pt x="156" y="245"/>
                  </a:cubicBezTo>
                  <a:lnTo>
                    <a:pt x="156" y="217"/>
                  </a:lnTo>
                  <a:lnTo>
                    <a:pt x="143" y="217"/>
                  </a:lnTo>
                  <a:lnTo>
                    <a:pt x="143" y="244"/>
                  </a:lnTo>
                  <a:cubicBezTo>
                    <a:pt x="143" y="281"/>
                    <a:pt x="128" y="300"/>
                    <a:pt x="110" y="300"/>
                  </a:cubicBezTo>
                  <a:cubicBezTo>
                    <a:pt x="77" y="300"/>
                    <a:pt x="77" y="254"/>
                    <a:pt x="77" y="246"/>
                  </a:cubicBezTo>
                  <a:lnTo>
                    <a:pt x="77" y="107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8" name="Freeform 572">
              <a:extLst>
                <a:ext uri="{FF2B5EF4-FFF2-40B4-BE49-F238E27FC236}">
                  <a16:creationId xmlns:a16="http://schemas.microsoft.com/office/drawing/2014/main" id="{598B5CE9-2E56-406F-A315-5B3DC24136E1}"/>
                </a:ext>
              </a:extLst>
            </p:cNvPr>
            <p:cNvSpPr>
              <a:spLocks noEditPoints="1"/>
            </p:cNvSpPr>
            <p:nvPr>
              <p:custDataLst>
                <p:tags r:id="rId41"/>
              </p:custDataLst>
            </p:nvPr>
          </p:nvSpPr>
          <p:spPr bwMode="auto">
            <a:xfrm>
              <a:off x="8329613" y="2308225"/>
              <a:ext cx="41275" cy="61913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2 w 193"/>
                <a:gd name="T9" fmla="*/ 109 h 229"/>
                <a:gd name="T10" fmla="*/ 181 w 193"/>
                <a:gd name="T11" fmla="*/ 109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7 w 193"/>
                <a:gd name="T23" fmla="*/ 158 h 229"/>
                <a:gd name="T24" fmla="*/ 180 w 193"/>
                <a:gd name="T25" fmla="*/ 165 h 229"/>
                <a:gd name="T26" fmla="*/ 113 w 193"/>
                <a:gd name="T27" fmla="*/ 217 h 229"/>
                <a:gd name="T28" fmla="*/ 56 w 193"/>
                <a:gd name="T29" fmla="*/ 183 h 229"/>
                <a:gd name="T30" fmla="*/ 42 w 193"/>
                <a:gd name="T31" fmla="*/ 10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4"/>
                    <a:pt x="87" y="11"/>
                    <a:pt x="104" y="11"/>
                  </a:cubicBezTo>
                  <a:cubicBezTo>
                    <a:pt x="155" y="11"/>
                    <a:pt x="160" y="79"/>
                    <a:pt x="160" y="98"/>
                  </a:cubicBezTo>
                  <a:lnTo>
                    <a:pt x="42" y="98"/>
                  </a:lnTo>
                  <a:close/>
                  <a:moveTo>
                    <a:pt x="42" y="109"/>
                  </a:moveTo>
                  <a:lnTo>
                    <a:pt x="181" y="109"/>
                  </a:lnTo>
                  <a:cubicBezTo>
                    <a:pt x="192" y="109"/>
                    <a:pt x="193" y="109"/>
                    <a:pt x="193" y="98"/>
                  </a:cubicBezTo>
                  <a:cubicBezTo>
                    <a:pt x="193" y="49"/>
                    <a:pt x="166" y="0"/>
                    <a:pt x="104" y="0"/>
                  </a:cubicBezTo>
                  <a:cubicBezTo>
                    <a:pt x="46" y="0"/>
                    <a:pt x="0" y="52"/>
                    <a:pt x="0" y="114"/>
                  </a:cubicBezTo>
                  <a:cubicBezTo>
                    <a:pt x="0" y="181"/>
                    <a:pt x="52" y="229"/>
                    <a:pt x="110" y="229"/>
                  </a:cubicBezTo>
                  <a:cubicBezTo>
                    <a:pt x="171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7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6" y="183"/>
                  </a:cubicBezTo>
                  <a:cubicBezTo>
                    <a:pt x="42" y="159"/>
                    <a:pt x="42" y="127"/>
                    <a:pt x="42" y="10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99" name="Freeform 573">
              <a:extLst>
                <a:ext uri="{FF2B5EF4-FFF2-40B4-BE49-F238E27FC236}">
                  <a16:creationId xmlns:a16="http://schemas.microsoft.com/office/drawing/2014/main" id="{F94CC57E-C88E-470F-8B2E-8BA08B7CC6C0}"/>
                </a:ext>
              </a:extLst>
            </p:cNvPr>
            <p:cNvSpPr>
              <a:spLocks/>
            </p:cNvSpPr>
            <p:nvPr>
              <p:custDataLst>
                <p:tags r:id="rId42"/>
              </p:custDataLst>
            </p:nvPr>
          </p:nvSpPr>
          <p:spPr bwMode="auto">
            <a:xfrm>
              <a:off x="8375650" y="2309813"/>
              <a:ext cx="36513" cy="58738"/>
            </a:xfrm>
            <a:custGeom>
              <a:avLst/>
              <a:gdLst>
                <a:gd name="T0" fmla="*/ 70 w 168"/>
                <a:gd name="T1" fmla="*/ 55 h 221"/>
                <a:gd name="T2" fmla="*/ 70 w 168"/>
                <a:gd name="T3" fmla="*/ 0 h 221"/>
                <a:gd name="T4" fmla="*/ 0 w 168"/>
                <a:gd name="T5" fmla="*/ 6 h 221"/>
                <a:gd name="T6" fmla="*/ 0 w 168"/>
                <a:gd name="T7" fmla="*/ 21 h 221"/>
                <a:gd name="T8" fmla="*/ 39 w 168"/>
                <a:gd name="T9" fmla="*/ 49 h 221"/>
                <a:gd name="T10" fmla="*/ 39 w 168"/>
                <a:gd name="T11" fmla="*/ 183 h 221"/>
                <a:gd name="T12" fmla="*/ 0 w 168"/>
                <a:gd name="T13" fmla="*/ 205 h 221"/>
                <a:gd name="T14" fmla="*/ 0 w 168"/>
                <a:gd name="T15" fmla="*/ 221 h 221"/>
                <a:gd name="T16" fmla="*/ 57 w 168"/>
                <a:gd name="T17" fmla="*/ 219 h 221"/>
                <a:gd name="T18" fmla="*/ 121 w 168"/>
                <a:gd name="T19" fmla="*/ 221 h 221"/>
                <a:gd name="T20" fmla="*/ 121 w 168"/>
                <a:gd name="T21" fmla="*/ 205 h 221"/>
                <a:gd name="T22" fmla="*/ 110 w 168"/>
                <a:gd name="T23" fmla="*/ 205 h 221"/>
                <a:gd name="T24" fmla="*/ 72 w 168"/>
                <a:gd name="T25" fmla="*/ 182 h 221"/>
                <a:gd name="T26" fmla="*/ 72 w 168"/>
                <a:gd name="T27" fmla="*/ 105 h 221"/>
                <a:gd name="T28" fmla="*/ 131 w 168"/>
                <a:gd name="T29" fmla="*/ 11 h 221"/>
                <a:gd name="T30" fmla="*/ 137 w 168"/>
                <a:gd name="T31" fmla="*/ 12 h 221"/>
                <a:gd name="T32" fmla="*/ 125 w 168"/>
                <a:gd name="T33" fmla="*/ 31 h 221"/>
                <a:gd name="T34" fmla="*/ 147 w 168"/>
                <a:gd name="T35" fmla="*/ 53 h 221"/>
                <a:gd name="T36" fmla="*/ 168 w 168"/>
                <a:gd name="T37" fmla="*/ 31 h 221"/>
                <a:gd name="T38" fmla="*/ 131 w 168"/>
                <a:gd name="T39" fmla="*/ 0 h 221"/>
                <a:gd name="T40" fmla="*/ 70 w 168"/>
                <a:gd name="T41" fmla="*/ 5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221">
                  <a:moveTo>
                    <a:pt x="70" y="55"/>
                  </a:move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183"/>
                  </a:lnTo>
                  <a:cubicBezTo>
                    <a:pt x="39" y="205"/>
                    <a:pt x="34" y="205"/>
                    <a:pt x="0" y="205"/>
                  </a:cubicBezTo>
                  <a:lnTo>
                    <a:pt x="0" y="221"/>
                  </a:lnTo>
                  <a:cubicBezTo>
                    <a:pt x="20" y="220"/>
                    <a:pt x="43" y="219"/>
                    <a:pt x="57" y="219"/>
                  </a:cubicBezTo>
                  <a:cubicBezTo>
                    <a:pt x="77" y="219"/>
                    <a:pt x="101" y="219"/>
                    <a:pt x="121" y="221"/>
                  </a:cubicBezTo>
                  <a:lnTo>
                    <a:pt x="121" y="205"/>
                  </a:lnTo>
                  <a:lnTo>
                    <a:pt x="110" y="205"/>
                  </a:lnTo>
                  <a:cubicBezTo>
                    <a:pt x="73" y="205"/>
                    <a:pt x="72" y="200"/>
                    <a:pt x="72" y="182"/>
                  </a:cubicBezTo>
                  <a:lnTo>
                    <a:pt x="72" y="105"/>
                  </a:lnTo>
                  <a:cubicBezTo>
                    <a:pt x="72" y="56"/>
                    <a:pt x="93" y="11"/>
                    <a:pt x="131" y="11"/>
                  </a:cubicBezTo>
                  <a:cubicBezTo>
                    <a:pt x="135" y="11"/>
                    <a:pt x="136" y="11"/>
                    <a:pt x="137" y="12"/>
                  </a:cubicBezTo>
                  <a:cubicBezTo>
                    <a:pt x="135" y="12"/>
                    <a:pt x="125" y="18"/>
                    <a:pt x="125" y="31"/>
                  </a:cubicBezTo>
                  <a:cubicBezTo>
                    <a:pt x="125" y="45"/>
                    <a:pt x="136" y="53"/>
                    <a:pt x="147" y="53"/>
                  </a:cubicBezTo>
                  <a:cubicBezTo>
                    <a:pt x="156" y="53"/>
                    <a:pt x="168" y="47"/>
                    <a:pt x="168" y="31"/>
                  </a:cubicBezTo>
                  <a:cubicBezTo>
                    <a:pt x="168" y="15"/>
                    <a:pt x="152" y="0"/>
                    <a:pt x="131" y="0"/>
                  </a:cubicBezTo>
                  <a:cubicBezTo>
                    <a:pt x="95" y="0"/>
                    <a:pt x="77" y="34"/>
                    <a:pt x="70" y="5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0" name="Freeform 574">
              <a:extLst>
                <a:ext uri="{FF2B5EF4-FFF2-40B4-BE49-F238E27FC236}">
                  <a16:creationId xmlns:a16="http://schemas.microsoft.com/office/drawing/2014/main" id="{FDAA5DD1-B568-4CDC-83CA-DE7511C24436}"/>
                </a:ext>
              </a:extLst>
            </p:cNvPr>
            <p:cNvSpPr>
              <a:spLocks/>
            </p:cNvSpPr>
            <p:nvPr>
              <p:custDataLst>
                <p:tags r:id="rId43"/>
              </p:custDataLst>
            </p:nvPr>
          </p:nvSpPr>
          <p:spPr bwMode="auto">
            <a:xfrm>
              <a:off x="8453438" y="2308225"/>
              <a:ext cx="33338" cy="61913"/>
            </a:xfrm>
            <a:custGeom>
              <a:avLst/>
              <a:gdLst>
                <a:gd name="T0" fmla="*/ 87 w 163"/>
                <a:gd name="T1" fmla="*/ 127 h 229"/>
                <a:gd name="T2" fmla="*/ 139 w 163"/>
                <a:gd name="T3" fmla="*/ 173 h 229"/>
                <a:gd name="T4" fmla="*/ 83 w 163"/>
                <a:gd name="T5" fmla="*/ 218 h 229"/>
                <a:gd name="T6" fmla="*/ 13 w 163"/>
                <a:gd name="T7" fmla="*/ 147 h 229"/>
                <a:gd name="T8" fmla="*/ 6 w 163"/>
                <a:gd name="T9" fmla="*/ 139 h 229"/>
                <a:gd name="T10" fmla="*/ 0 w 163"/>
                <a:gd name="T11" fmla="*/ 151 h 229"/>
                <a:gd name="T12" fmla="*/ 0 w 163"/>
                <a:gd name="T13" fmla="*/ 217 h 229"/>
                <a:gd name="T14" fmla="*/ 5 w 163"/>
                <a:gd name="T15" fmla="*/ 229 h 229"/>
                <a:gd name="T16" fmla="*/ 18 w 163"/>
                <a:gd name="T17" fmla="*/ 219 h 229"/>
                <a:gd name="T18" fmla="*/ 28 w 163"/>
                <a:gd name="T19" fmla="*/ 208 h 229"/>
                <a:gd name="T20" fmla="*/ 83 w 163"/>
                <a:gd name="T21" fmla="*/ 229 h 229"/>
                <a:gd name="T22" fmla="*/ 163 w 163"/>
                <a:gd name="T23" fmla="*/ 160 h 229"/>
                <a:gd name="T24" fmla="*/ 142 w 163"/>
                <a:gd name="T25" fmla="*/ 113 h 229"/>
                <a:gd name="T26" fmla="*/ 85 w 163"/>
                <a:gd name="T27" fmla="*/ 89 h 229"/>
                <a:gd name="T28" fmla="*/ 24 w 163"/>
                <a:gd name="T29" fmla="*/ 48 h 229"/>
                <a:gd name="T30" fmla="*/ 80 w 163"/>
                <a:gd name="T31" fmla="*/ 10 h 229"/>
                <a:gd name="T32" fmla="*/ 138 w 163"/>
                <a:gd name="T33" fmla="*/ 70 h 229"/>
                <a:gd name="T34" fmla="*/ 144 w 163"/>
                <a:gd name="T35" fmla="*/ 75 h 229"/>
                <a:gd name="T36" fmla="*/ 151 w 163"/>
                <a:gd name="T37" fmla="*/ 63 h 229"/>
                <a:gd name="T38" fmla="*/ 151 w 163"/>
                <a:gd name="T39" fmla="*/ 12 h 229"/>
                <a:gd name="T40" fmla="*/ 145 w 163"/>
                <a:gd name="T41" fmla="*/ 0 h 229"/>
                <a:gd name="T42" fmla="*/ 135 w 163"/>
                <a:gd name="T43" fmla="*/ 6 h 229"/>
                <a:gd name="T44" fmla="*/ 127 w 163"/>
                <a:gd name="T45" fmla="*/ 14 h 229"/>
                <a:gd name="T46" fmla="*/ 80 w 163"/>
                <a:gd name="T47" fmla="*/ 0 h 229"/>
                <a:gd name="T48" fmla="*/ 0 w 163"/>
                <a:gd name="T49" fmla="*/ 62 h 229"/>
                <a:gd name="T50" fmla="*/ 21 w 163"/>
                <a:gd name="T51" fmla="*/ 104 h 229"/>
                <a:gd name="T52" fmla="*/ 87 w 163"/>
                <a:gd name="T53" fmla="*/ 12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3" h="229">
                  <a:moveTo>
                    <a:pt x="87" y="127"/>
                  </a:moveTo>
                  <a:cubicBezTo>
                    <a:pt x="98" y="129"/>
                    <a:pt x="139" y="137"/>
                    <a:pt x="139" y="173"/>
                  </a:cubicBezTo>
                  <a:cubicBezTo>
                    <a:pt x="139" y="198"/>
                    <a:pt x="122" y="218"/>
                    <a:pt x="83" y="218"/>
                  </a:cubicBezTo>
                  <a:cubicBezTo>
                    <a:pt x="41" y="218"/>
                    <a:pt x="23" y="190"/>
                    <a:pt x="13" y="147"/>
                  </a:cubicBezTo>
                  <a:cubicBezTo>
                    <a:pt x="12" y="141"/>
                    <a:pt x="11" y="139"/>
                    <a:pt x="6" y="139"/>
                  </a:cubicBezTo>
                  <a:cubicBezTo>
                    <a:pt x="0" y="139"/>
                    <a:pt x="0" y="143"/>
                    <a:pt x="0" y="151"/>
                  </a:cubicBezTo>
                  <a:lnTo>
                    <a:pt x="0" y="217"/>
                  </a:lnTo>
                  <a:cubicBezTo>
                    <a:pt x="0" y="226"/>
                    <a:pt x="0" y="229"/>
                    <a:pt x="5" y="229"/>
                  </a:cubicBezTo>
                  <a:cubicBezTo>
                    <a:pt x="8" y="229"/>
                    <a:pt x="8" y="229"/>
                    <a:pt x="18" y="219"/>
                  </a:cubicBezTo>
                  <a:cubicBezTo>
                    <a:pt x="19" y="218"/>
                    <a:pt x="19" y="217"/>
                    <a:pt x="28" y="208"/>
                  </a:cubicBezTo>
                  <a:cubicBezTo>
                    <a:pt x="50" y="229"/>
                    <a:pt x="72" y="229"/>
                    <a:pt x="83" y="229"/>
                  </a:cubicBezTo>
                  <a:cubicBezTo>
                    <a:pt x="140" y="229"/>
                    <a:pt x="163" y="196"/>
                    <a:pt x="163" y="160"/>
                  </a:cubicBezTo>
                  <a:cubicBezTo>
                    <a:pt x="163" y="134"/>
                    <a:pt x="148" y="119"/>
                    <a:pt x="142" y="113"/>
                  </a:cubicBezTo>
                  <a:cubicBezTo>
                    <a:pt x="126" y="97"/>
                    <a:pt x="106" y="93"/>
                    <a:pt x="85" y="89"/>
                  </a:cubicBezTo>
                  <a:cubicBezTo>
                    <a:pt x="57" y="83"/>
                    <a:pt x="24" y="77"/>
                    <a:pt x="24" y="48"/>
                  </a:cubicBezTo>
                  <a:cubicBezTo>
                    <a:pt x="24" y="30"/>
                    <a:pt x="37" y="10"/>
                    <a:pt x="80" y="10"/>
                  </a:cubicBezTo>
                  <a:cubicBezTo>
                    <a:pt x="135" y="10"/>
                    <a:pt x="137" y="55"/>
                    <a:pt x="138" y="70"/>
                  </a:cubicBezTo>
                  <a:cubicBezTo>
                    <a:pt x="139" y="75"/>
                    <a:pt x="143" y="75"/>
                    <a:pt x="144" y="75"/>
                  </a:cubicBezTo>
                  <a:cubicBezTo>
                    <a:pt x="151" y="75"/>
                    <a:pt x="151" y="72"/>
                    <a:pt x="151" y="63"/>
                  </a:cubicBezTo>
                  <a:lnTo>
                    <a:pt x="151" y="12"/>
                  </a:lnTo>
                  <a:cubicBezTo>
                    <a:pt x="151" y="4"/>
                    <a:pt x="151" y="0"/>
                    <a:pt x="145" y="0"/>
                  </a:cubicBezTo>
                  <a:cubicBezTo>
                    <a:pt x="143" y="0"/>
                    <a:pt x="142" y="0"/>
                    <a:pt x="135" y="6"/>
                  </a:cubicBezTo>
                  <a:cubicBezTo>
                    <a:pt x="134" y="8"/>
                    <a:pt x="129" y="13"/>
                    <a:pt x="127" y="14"/>
                  </a:cubicBezTo>
                  <a:cubicBezTo>
                    <a:pt x="108" y="0"/>
                    <a:pt x="87" y="0"/>
                    <a:pt x="80" y="0"/>
                  </a:cubicBezTo>
                  <a:cubicBezTo>
                    <a:pt x="19" y="0"/>
                    <a:pt x="0" y="34"/>
                    <a:pt x="0" y="62"/>
                  </a:cubicBezTo>
                  <a:cubicBezTo>
                    <a:pt x="0" y="79"/>
                    <a:pt x="8" y="93"/>
                    <a:pt x="21" y="104"/>
                  </a:cubicBezTo>
                  <a:cubicBezTo>
                    <a:pt x="37" y="117"/>
                    <a:pt x="51" y="120"/>
                    <a:pt x="87" y="127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1" name="Freeform 575">
              <a:extLst>
                <a:ext uri="{FF2B5EF4-FFF2-40B4-BE49-F238E27FC236}">
                  <a16:creationId xmlns:a16="http://schemas.microsoft.com/office/drawing/2014/main" id="{BFC96540-8B98-4C6F-A735-34D93E61E5EE}"/>
                </a:ext>
              </a:extLst>
            </p:cNvPr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8493125" y="2308225"/>
              <a:ext cx="41275" cy="61913"/>
            </a:xfrm>
            <a:custGeom>
              <a:avLst/>
              <a:gdLst>
                <a:gd name="T0" fmla="*/ 42 w 193"/>
                <a:gd name="T1" fmla="*/ 98 h 229"/>
                <a:gd name="T2" fmla="*/ 104 w 193"/>
                <a:gd name="T3" fmla="*/ 11 h 229"/>
                <a:gd name="T4" fmla="*/ 160 w 193"/>
                <a:gd name="T5" fmla="*/ 98 h 229"/>
                <a:gd name="T6" fmla="*/ 42 w 193"/>
                <a:gd name="T7" fmla="*/ 98 h 229"/>
                <a:gd name="T8" fmla="*/ 41 w 193"/>
                <a:gd name="T9" fmla="*/ 109 h 229"/>
                <a:gd name="T10" fmla="*/ 181 w 193"/>
                <a:gd name="T11" fmla="*/ 109 h 229"/>
                <a:gd name="T12" fmla="*/ 193 w 193"/>
                <a:gd name="T13" fmla="*/ 98 h 229"/>
                <a:gd name="T14" fmla="*/ 104 w 193"/>
                <a:gd name="T15" fmla="*/ 0 h 229"/>
                <a:gd name="T16" fmla="*/ 0 w 193"/>
                <a:gd name="T17" fmla="*/ 114 h 229"/>
                <a:gd name="T18" fmla="*/ 110 w 193"/>
                <a:gd name="T19" fmla="*/ 229 h 229"/>
                <a:gd name="T20" fmla="*/ 193 w 193"/>
                <a:gd name="T21" fmla="*/ 164 h 229"/>
                <a:gd name="T22" fmla="*/ 187 w 193"/>
                <a:gd name="T23" fmla="*/ 158 h 229"/>
                <a:gd name="T24" fmla="*/ 180 w 193"/>
                <a:gd name="T25" fmla="*/ 165 h 229"/>
                <a:gd name="T26" fmla="*/ 113 w 193"/>
                <a:gd name="T27" fmla="*/ 217 h 229"/>
                <a:gd name="T28" fmla="*/ 56 w 193"/>
                <a:gd name="T29" fmla="*/ 183 h 229"/>
                <a:gd name="T30" fmla="*/ 41 w 193"/>
                <a:gd name="T31" fmla="*/ 10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229">
                  <a:moveTo>
                    <a:pt x="42" y="98"/>
                  </a:moveTo>
                  <a:cubicBezTo>
                    <a:pt x="45" y="24"/>
                    <a:pt x="87" y="11"/>
                    <a:pt x="104" y="11"/>
                  </a:cubicBezTo>
                  <a:cubicBezTo>
                    <a:pt x="155" y="11"/>
                    <a:pt x="160" y="79"/>
                    <a:pt x="160" y="98"/>
                  </a:cubicBezTo>
                  <a:lnTo>
                    <a:pt x="42" y="98"/>
                  </a:lnTo>
                  <a:close/>
                  <a:moveTo>
                    <a:pt x="41" y="109"/>
                  </a:moveTo>
                  <a:lnTo>
                    <a:pt x="181" y="109"/>
                  </a:lnTo>
                  <a:cubicBezTo>
                    <a:pt x="192" y="109"/>
                    <a:pt x="193" y="109"/>
                    <a:pt x="193" y="98"/>
                  </a:cubicBezTo>
                  <a:cubicBezTo>
                    <a:pt x="193" y="49"/>
                    <a:pt x="166" y="0"/>
                    <a:pt x="104" y="0"/>
                  </a:cubicBezTo>
                  <a:cubicBezTo>
                    <a:pt x="46" y="0"/>
                    <a:pt x="0" y="52"/>
                    <a:pt x="0" y="114"/>
                  </a:cubicBezTo>
                  <a:cubicBezTo>
                    <a:pt x="0" y="181"/>
                    <a:pt x="52" y="229"/>
                    <a:pt x="110" y="229"/>
                  </a:cubicBezTo>
                  <a:cubicBezTo>
                    <a:pt x="171" y="229"/>
                    <a:pt x="193" y="174"/>
                    <a:pt x="193" y="164"/>
                  </a:cubicBezTo>
                  <a:cubicBezTo>
                    <a:pt x="193" y="159"/>
                    <a:pt x="189" y="158"/>
                    <a:pt x="187" y="158"/>
                  </a:cubicBezTo>
                  <a:cubicBezTo>
                    <a:pt x="182" y="158"/>
                    <a:pt x="181" y="161"/>
                    <a:pt x="180" y="165"/>
                  </a:cubicBezTo>
                  <a:cubicBezTo>
                    <a:pt x="163" y="217"/>
                    <a:pt x="118" y="217"/>
                    <a:pt x="113" y="217"/>
                  </a:cubicBezTo>
                  <a:cubicBezTo>
                    <a:pt x="88" y="217"/>
                    <a:pt x="68" y="202"/>
                    <a:pt x="56" y="183"/>
                  </a:cubicBezTo>
                  <a:cubicBezTo>
                    <a:pt x="41" y="159"/>
                    <a:pt x="41" y="127"/>
                    <a:pt x="41" y="109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2" name="Freeform 576">
              <a:extLst>
                <a:ext uri="{FF2B5EF4-FFF2-40B4-BE49-F238E27FC236}">
                  <a16:creationId xmlns:a16="http://schemas.microsoft.com/office/drawing/2014/main" id="{438611D2-E9B5-46E2-8193-8DACC050EE94}"/>
                </a:ext>
              </a:extLst>
            </p:cNvPr>
            <p:cNvSpPr>
              <a:spLocks noEditPoints="1"/>
            </p:cNvSpPr>
            <p:nvPr>
              <p:custDataLst>
                <p:tags r:id="rId45"/>
              </p:custDataLst>
            </p:nvPr>
          </p:nvSpPr>
          <p:spPr bwMode="auto">
            <a:xfrm>
              <a:off x="8542338" y="2308225"/>
              <a:ext cx="46038" cy="61913"/>
            </a:xfrm>
            <a:custGeom>
              <a:avLst/>
              <a:gdLst>
                <a:gd name="T0" fmla="*/ 146 w 225"/>
                <a:gd name="T1" fmla="*/ 186 h 229"/>
                <a:gd name="T2" fmla="*/ 184 w 225"/>
                <a:gd name="T3" fmla="*/ 227 h 229"/>
                <a:gd name="T4" fmla="*/ 225 w 225"/>
                <a:gd name="T5" fmla="*/ 179 h 229"/>
                <a:gd name="T6" fmla="*/ 225 w 225"/>
                <a:gd name="T7" fmla="*/ 151 h 229"/>
                <a:gd name="T8" fmla="*/ 213 w 225"/>
                <a:gd name="T9" fmla="*/ 151 h 229"/>
                <a:gd name="T10" fmla="*/ 213 w 225"/>
                <a:gd name="T11" fmla="*/ 179 h 229"/>
                <a:gd name="T12" fmla="*/ 195 w 225"/>
                <a:gd name="T13" fmla="*/ 211 h 229"/>
                <a:gd name="T14" fmla="*/ 177 w 225"/>
                <a:gd name="T15" fmla="*/ 186 h 229"/>
                <a:gd name="T16" fmla="*/ 177 w 225"/>
                <a:gd name="T17" fmla="*/ 87 h 229"/>
                <a:gd name="T18" fmla="*/ 159 w 225"/>
                <a:gd name="T19" fmla="*/ 28 h 229"/>
                <a:gd name="T20" fmla="*/ 90 w 225"/>
                <a:gd name="T21" fmla="*/ 0 h 229"/>
                <a:gd name="T22" fmla="*/ 15 w 225"/>
                <a:gd name="T23" fmla="*/ 57 h 229"/>
                <a:gd name="T24" fmla="*/ 38 w 225"/>
                <a:gd name="T25" fmla="*/ 80 h 229"/>
                <a:gd name="T26" fmla="*/ 61 w 225"/>
                <a:gd name="T27" fmla="*/ 57 h 229"/>
                <a:gd name="T28" fmla="*/ 35 w 225"/>
                <a:gd name="T29" fmla="*/ 34 h 229"/>
                <a:gd name="T30" fmla="*/ 89 w 225"/>
                <a:gd name="T31" fmla="*/ 11 h 229"/>
                <a:gd name="T32" fmla="*/ 142 w 225"/>
                <a:gd name="T33" fmla="*/ 75 h 229"/>
                <a:gd name="T34" fmla="*/ 142 w 225"/>
                <a:gd name="T35" fmla="*/ 94 h 229"/>
                <a:gd name="T36" fmla="*/ 50 w 225"/>
                <a:gd name="T37" fmla="*/ 112 h 229"/>
                <a:gd name="T38" fmla="*/ 0 w 225"/>
                <a:gd name="T39" fmla="*/ 176 h 229"/>
                <a:gd name="T40" fmla="*/ 80 w 225"/>
                <a:gd name="T41" fmla="*/ 229 h 229"/>
                <a:gd name="T42" fmla="*/ 146 w 225"/>
                <a:gd name="T43" fmla="*/ 186 h 229"/>
                <a:gd name="T44" fmla="*/ 142 w 225"/>
                <a:gd name="T45" fmla="*/ 104 h 229"/>
                <a:gd name="T46" fmla="*/ 142 w 225"/>
                <a:gd name="T47" fmla="*/ 154 h 229"/>
                <a:gd name="T48" fmla="*/ 84 w 225"/>
                <a:gd name="T49" fmla="*/ 218 h 229"/>
                <a:gd name="T50" fmla="*/ 39 w 225"/>
                <a:gd name="T51" fmla="*/ 176 h 229"/>
                <a:gd name="T52" fmla="*/ 142 w 225"/>
                <a:gd name="T53" fmla="*/ 1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229">
                  <a:moveTo>
                    <a:pt x="146" y="186"/>
                  </a:moveTo>
                  <a:cubicBezTo>
                    <a:pt x="148" y="206"/>
                    <a:pt x="161" y="227"/>
                    <a:pt x="184" y="227"/>
                  </a:cubicBezTo>
                  <a:cubicBezTo>
                    <a:pt x="195" y="227"/>
                    <a:pt x="225" y="220"/>
                    <a:pt x="225" y="179"/>
                  </a:cubicBezTo>
                  <a:lnTo>
                    <a:pt x="225" y="151"/>
                  </a:lnTo>
                  <a:lnTo>
                    <a:pt x="213" y="151"/>
                  </a:lnTo>
                  <a:lnTo>
                    <a:pt x="213" y="179"/>
                  </a:lnTo>
                  <a:cubicBezTo>
                    <a:pt x="213" y="208"/>
                    <a:pt x="200" y="211"/>
                    <a:pt x="195" y="211"/>
                  </a:cubicBezTo>
                  <a:cubicBezTo>
                    <a:pt x="179" y="211"/>
                    <a:pt x="177" y="189"/>
                    <a:pt x="177" y="186"/>
                  </a:cubicBezTo>
                  <a:lnTo>
                    <a:pt x="177" y="87"/>
                  </a:lnTo>
                  <a:cubicBezTo>
                    <a:pt x="177" y="66"/>
                    <a:pt x="177" y="46"/>
                    <a:pt x="159" y="28"/>
                  </a:cubicBezTo>
                  <a:cubicBezTo>
                    <a:pt x="139" y="8"/>
                    <a:pt x="114" y="0"/>
                    <a:pt x="90" y="0"/>
                  </a:cubicBezTo>
                  <a:cubicBezTo>
                    <a:pt x="49" y="0"/>
                    <a:pt x="15" y="24"/>
                    <a:pt x="15" y="57"/>
                  </a:cubicBezTo>
                  <a:cubicBezTo>
                    <a:pt x="15" y="72"/>
                    <a:pt x="25" y="80"/>
                    <a:pt x="38" y="80"/>
                  </a:cubicBezTo>
                  <a:cubicBezTo>
                    <a:pt x="52" y="80"/>
                    <a:pt x="61" y="70"/>
                    <a:pt x="61" y="57"/>
                  </a:cubicBezTo>
                  <a:cubicBezTo>
                    <a:pt x="61" y="51"/>
                    <a:pt x="58" y="35"/>
                    <a:pt x="35" y="34"/>
                  </a:cubicBezTo>
                  <a:cubicBezTo>
                    <a:pt x="49" y="17"/>
                    <a:pt x="73" y="11"/>
                    <a:pt x="89" y="11"/>
                  </a:cubicBezTo>
                  <a:cubicBezTo>
                    <a:pt x="114" y="11"/>
                    <a:pt x="142" y="31"/>
                    <a:pt x="142" y="75"/>
                  </a:cubicBezTo>
                  <a:lnTo>
                    <a:pt x="142" y="94"/>
                  </a:lnTo>
                  <a:cubicBezTo>
                    <a:pt x="117" y="95"/>
                    <a:pt x="82" y="97"/>
                    <a:pt x="50" y="112"/>
                  </a:cubicBezTo>
                  <a:cubicBezTo>
                    <a:pt x="13" y="129"/>
                    <a:pt x="0" y="154"/>
                    <a:pt x="0" y="176"/>
                  </a:cubicBezTo>
                  <a:cubicBezTo>
                    <a:pt x="0" y="217"/>
                    <a:pt x="49" y="229"/>
                    <a:pt x="80" y="229"/>
                  </a:cubicBezTo>
                  <a:cubicBezTo>
                    <a:pt x="113" y="229"/>
                    <a:pt x="136" y="209"/>
                    <a:pt x="146" y="186"/>
                  </a:cubicBezTo>
                  <a:close/>
                  <a:moveTo>
                    <a:pt x="142" y="104"/>
                  </a:moveTo>
                  <a:lnTo>
                    <a:pt x="142" y="154"/>
                  </a:lnTo>
                  <a:cubicBezTo>
                    <a:pt x="142" y="201"/>
                    <a:pt x="106" y="218"/>
                    <a:pt x="84" y="218"/>
                  </a:cubicBezTo>
                  <a:cubicBezTo>
                    <a:pt x="59" y="218"/>
                    <a:pt x="39" y="201"/>
                    <a:pt x="39" y="176"/>
                  </a:cubicBezTo>
                  <a:cubicBezTo>
                    <a:pt x="39" y="148"/>
                    <a:pt x="60" y="107"/>
                    <a:pt x="142" y="104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3" name="Freeform 577">
              <a:extLst>
                <a:ext uri="{FF2B5EF4-FFF2-40B4-BE49-F238E27FC236}">
                  <a16:creationId xmlns:a16="http://schemas.microsoft.com/office/drawing/2014/main" id="{B15CCEB1-C6BB-4D23-AFB7-7B7BFBCA26B5}"/>
                </a:ext>
              </a:extLst>
            </p:cNvPr>
            <p:cNvSpPr>
              <a:spLocks/>
            </p:cNvSpPr>
            <p:nvPr>
              <p:custDataLst>
                <p:tags r:id="rId46"/>
              </p:custDataLst>
            </p:nvPr>
          </p:nvSpPr>
          <p:spPr bwMode="auto">
            <a:xfrm>
              <a:off x="8593138" y="2309813"/>
              <a:ext cx="34925" cy="58738"/>
            </a:xfrm>
            <a:custGeom>
              <a:avLst/>
              <a:gdLst>
                <a:gd name="T0" fmla="*/ 70 w 168"/>
                <a:gd name="T1" fmla="*/ 55 h 221"/>
                <a:gd name="T2" fmla="*/ 70 w 168"/>
                <a:gd name="T3" fmla="*/ 0 h 221"/>
                <a:gd name="T4" fmla="*/ 0 w 168"/>
                <a:gd name="T5" fmla="*/ 6 h 221"/>
                <a:gd name="T6" fmla="*/ 0 w 168"/>
                <a:gd name="T7" fmla="*/ 21 h 221"/>
                <a:gd name="T8" fmla="*/ 39 w 168"/>
                <a:gd name="T9" fmla="*/ 49 h 221"/>
                <a:gd name="T10" fmla="*/ 39 w 168"/>
                <a:gd name="T11" fmla="*/ 183 h 221"/>
                <a:gd name="T12" fmla="*/ 0 w 168"/>
                <a:gd name="T13" fmla="*/ 205 h 221"/>
                <a:gd name="T14" fmla="*/ 0 w 168"/>
                <a:gd name="T15" fmla="*/ 221 h 221"/>
                <a:gd name="T16" fmla="*/ 57 w 168"/>
                <a:gd name="T17" fmla="*/ 219 h 221"/>
                <a:gd name="T18" fmla="*/ 121 w 168"/>
                <a:gd name="T19" fmla="*/ 221 h 221"/>
                <a:gd name="T20" fmla="*/ 121 w 168"/>
                <a:gd name="T21" fmla="*/ 205 h 221"/>
                <a:gd name="T22" fmla="*/ 110 w 168"/>
                <a:gd name="T23" fmla="*/ 205 h 221"/>
                <a:gd name="T24" fmla="*/ 72 w 168"/>
                <a:gd name="T25" fmla="*/ 182 h 221"/>
                <a:gd name="T26" fmla="*/ 72 w 168"/>
                <a:gd name="T27" fmla="*/ 105 h 221"/>
                <a:gd name="T28" fmla="*/ 131 w 168"/>
                <a:gd name="T29" fmla="*/ 11 h 221"/>
                <a:gd name="T30" fmla="*/ 137 w 168"/>
                <a:gd name="T31" fmla="*/ 12 h 221"/>
                <a:gd name="T32" fmla="*/ 125 w 168"/>
                <a:gd name="T33" fmla="*/ 31 h 221"/>
                <a:gd name="T34" fmla="*/ 147 w 168"/>
                <a:gd name="T35" fmla="*/ 53 h 221"/>
                <a:gd name="T36" fmla="*/ 168 w 168"/>
                <a:gd name="T37" fmla="*/ 31 h 221"/>
                <a:gd name="T38" fmla="*/ 131 w 168"/>
                <a:gd name="T39" fmla="*/ 0 h 221"/>
                <a:gd name="T40" fmla="*/ 70 w 168"/>
                <a:gd name="T41" fmla="*/ 55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221">
                  <a:moveTo>
                    <a:pt x="70" y="55"/>
                  </a:moveTo>
                  <a:lnTo>
                    <a:pt x="70" y="0"/>
                  </a:lnTo>
                  <a:lnTo>
                    <a:pt x="0" y="6"/>
                  </a:lnTo>
                  <a:lnTo>
                    <a:pt x="0" y="21"/>
                  </a:lnTo>
                  <a:cubicBezTo>
                    <a:pt x="35" y="21"/>
                    <a:pt x="39" y="25"/>
                    <a:pt x="39" y="49"/>
                  </a:cubicBezTo>
                  <a:lnTo>
                    <a:pt x="39" y="183"/>
                  </a:lnTo>
                  <a:cubicBezTo>
                    <a:pt x="39" y="205"/>
                    <a:pt x="34" y="205"/>
                    <a:pt x="0" y="205"/>
                  </a:cubicBezTo>
                  <a:lnTo>
                    <a:pt x="0" y="221"/>
                  </a:lnTo>
                  <a:cubicBezTo>
                    <a:pt x="20" y="220"/>
                    <a:pt x="43" y="219"/>
                    <a:pt x="57" y="219"/>
                  </a:cubicBezTo>
                  <a:cubicBezTo>
                    <a:pt x="77" y="219"/>
                    <a:pt x="101" y="219"/>
                    <a:pt x="121" y="221"/>
                  </a:cubicBezTo>
                  <a:lnTo>
                    <a:pt x="121" y="205"/>
                  </a:lnTo>
                  <a:lnTo>
                    <a:pt x="110" y="205"/>
                  </a:lnTo>
                  <a:cubicBezTo>
                    <a:pt x="73" y="205"/>
                    <a:pt x="72" y="200"/>
                    <a:pt x="72" y="182"/>
                  </a:cubicBezTo>
                  <a:lnTo>
                    <a:pt x="72" y="105"/>
                  </a:lnTo>
                  <a:cubicBezTo>
                    <a:pt x="72" y="56"/>
                    <a:pt x="93" y="11"/>
                    <a:pt x="131" y="11"/>
                  </a:cubicBezTo>
                  <a:cubicBezTo>
                    <a:pt x="135" y="11"/>
                    <a:pt x="136" y="11"/>
                    <a:pt x="137" y="12"/>
                  </a:cubicBezTo>
                  <a:cubicBezTo>
                    <a:pt x="135" y="12"/>
                    <a:pt x="125" y="18"/>
                    <a:pt x="125" y="31"/>
                  </a:cubicBezTo>
                  <a:cubicBezTo>
                    <a:pt x="125" y="45"/>
                    <a:pt x="136" y="53"/>
                    <a:pt x="147" y="53"/>
                  </a:cubicBezTo>
                  <a:cubicBezTo>
                    <a:pt x="156" y="53"/>
                    <a:pt x="168" y="47"/>
                    <a:pt x="168" y="31"/>
                  </a:cubicBezTo>
                  <a:cubicBezTo>
                    <a:pt x="168" y="15"/>
                    <a:pt x="153" y="0"/>
                    <a:pt x="131" y="0"/>
                  </a:cubicBezTo>
                  <a:cubicBezTo>
                    <a:pt x="95" y="0"/>
                    <a:pt x="77" y="34"/>
                    <a:pt x="70" y="5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4" name="Freeform 578">
              <a:extLst>
                <a:ext uri="{FF2B5EF4-FFF2-40B4-BE49-F238E27FC236}">
                  <a16:creationId xmlns:a16="http://schemas.microsoft.com/office/drawing/2014/main" id="{0F072A49-98A0-4EE9-8E9C-6A06EB802BC3}"/>
                </a:ext>
              </a:extLst>
            </p:cNvPr>
            <p:cNvSpPr>
              <a:spLocks/>
            </p:cNvSpPr>
            <p:nvPr>
              <p:custDataLst>
                <p:tags r:id="rId47"/>
              </p:custDataLst>
            </p:nvPr>
          </p:nvSpPr>
          <p:spPr bwMode="auto">
            <a:xfrm>
              <a:off x="8634413" y="2308225"/>
              <a:ext cx="39688" cy="61913"/>
            </a:xfrm>
            <a:custGeom>
              <a:avLst/>
              <a:gdLst>
                <a:gd name="T0" fmla="*/ 41 w 190"/>
                <a:gd name="T1" fmla="*/ 115 h 229"/>
                <a:gd name="T2" fmla="*/ 108 w 190"/>
                <a:gd name="T3" fmla="*/ 13 h 229"/>
                <a:gd name="T4" fmla="*/ 162 w 190"/>
                <a:gd name="T5" fmla="*/ 31 h 229"/>
                <a:gd name="T6" fmla="*/ 138 w 190"/>
                <a:gd name="T7" fmla="*/ 54 h 229"/>
                <a:gd name="T8" fmla="*/ 161 w 190"/>
                <a:gd name="T9" fmla="*/ 77 h 229"/>
                <a:gd name="T10" fmla="*/ 184 w 190"/>
                <a:gd name="T11" fmla="*/ 54 h 229"/>
                <a:gd name="T12" fmla="*/ 108 w 190"/>
                <a:gd name="T13" fmla="*/ 0 h 229"/>
                <a:gd name="T14" fmla="*/ 0 w 190"/>
                <a:gd name="T15" fmla="*/ 116 h 229"/>
                <a:gd name="T16" fmla="*/ 107 w 190"/>
                <a:gd name="T17" fmla="*/ 229 h 229"/>
                <a:gd name="T18" fmla="*/ 190 w 190"/>
                <a:gd name="T19" fmla="*/ 164 h 229"/>
                <a:gd name="T20" fmla="*/ 183 w 190"/>
                <a:gd name="T21" fmla="*/ 159 h 229"/>
                <a:gd name="T22" fmla="*/ 177 w 190"/>
                <a:gd name="T23" fmla="*/ 164 h 229"/>
                <a:gd name="T24" fmla="*/ 111 w 190"/>
                <a:gd name="T25" fmla="*/ 217 h 229"/>
                <a:gd name="T26" fmla="*/ 41 w 190"/>
                <a:gd name="T27" fmla="*/ 11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0" h="229">
                  <a:moveTo>
                    <a:pt x="41" y="115"/>
                  </a:moveTo>
                  <a:cubicBezTo>
                    <a:pt x="41" y="34"/>
                    <a:pt x="82" y="13"/>
                    <a:pt x="108" y="13"/>
                  </a:cubicBezTo>
                  <a:cubicBezTo>
                    <a:pt x="113" y="13"/>
                    <a:pt x="144" y="13"/>
                    <a:pt x="162" y="31"/>
                  </a:cubicBezTo>
                  <a:cubicBezTo>
                    <a:pt x="141" y="33"/>
                    <a:pt x="138" y="48"/>
                    <a:pt x="138" y="54"/>
                  </a:cubicBezTo>
                  <a:cubicBezTo>
                    <a:pt x="138" y="67"/>
                    <a:pt x="147" y="77"/>
                    <a:pt x="161" y="77"/>
                  </a:cubicBezTo>
                  <a:cubicBezTo>
                    <a:pt x="174" y="77"/>
                    <a:pt x="184" y="69"/>
                    <a:pt x="184" y="54"/>
                  </a:cubicBezTo>
                  <a:cubicBezTo>
                    <a:pt x="184" y="20"/>
                    <a:pt x="146" y="0"/>
                    <a:pt x="108" y="0"/>
                  </a:cubicBezTo>
                  <a:cubicBezTo>
                    <a:pt x="46" y="0"/>
                    <a:pt x="0" y="54"/>
                    <a:pt x="0" y="116"/>
                  </a:cubicBezTo>
                  <a:cubicBezTo>
                    <a:pt x="0" y="180"/>
                    <a:pt x="49" y="229"/>
                    <a:pt x="107" y="229"/>
                  </a:cubicBezTo>
                  <a:cubicBezTo>
                    <a:pt x="174" y="229"/>
                    <a:pt x="190" y="169"/>
                    <a:pt x="190" y="164"/>
                  </a:cubicBezTo>
                  <a:cubicBezTo>
                    <a:pt x="190" y="159"/>
                    <a:pt x="185" y="159"/>
                    <a:pt x="183" y="159"/>
                  </a:cubicBezTo>
                  <a:cubicBezTo>
                    <a:pt x="179" y="159"/>
                    <a:pt x="178" y="161"/>
                    <a:pt x="177" y="164"/>
                  </a:cubicBezTo>
                  <a:cubicBezTo>
                    <a:pt x="162" y="211"/>
                    <a:pt x="130" y="217"/>
                    <a:pt x="111" y="217"/>
                  </a:cubicBezTo>
                  <a:cubicBezTo>
                    <a:pt x="85" y="217"/>
                    <a:pt x="41" y="195"/>
                    <a:pt x="41" y="115"/>
                  </a:cubicBez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805" name="Freeform 579">
              <a:extLst>
                <a:ext uri="{FF2B5EF4-FFF2-40B4-BE49-F238E27FC236}">
                  <a16:creationId xmlns:a16="http://schemas.microsoft.com/office/drawing/2014/main" id="{4624720A-ECE3-4AE7-9CFE-328B53698996}"/>
                </a:ext>
              </a:extLst>
            </p:cNvPr>
            <p:cNvSpPr>
              <a:spLocks/>
            </p:cNvSpPr>
            <p:nvPr>
              <p:custDataLst>
                <p:tags r:id="rId48"/>
              </p:custDataLst>
            </p:nvPr>
          </p:nvSpPr>
          <p:spPr bwMode="auto">
            <a:xfrm>
              <a:off x="8677275" y="2276475"/>
              <a:ext cx="52388" cy="92075"/>
            </a:xfrm>
            <a:custGeom>
              <a:avLst/>
              <a:gdLst>
                <a:gd name="T0" fmla="*/ 38 w 250"/>
                <a:gd name="T1" fmla="*/ 308 h 346"/>
                <a:gd name="T2" fmla="*/ 0 w 250"/>
                <a:gd name="T3" fmla="*/ 330 h 346"/>
                <a:gd name="T4" fmla="*/ 0 w 250"/>
                <a:gd name="T5" fmla="*/ 346 h 346"/>
                <a:gd name="T6" fmla="*/ 56 w 250"/>
                <a:gd name="T7" fmla="*/ 344 h 346"/>
                <a:gd name="T8" fmla="*/ 112 w 250"/>
                <a:gd name="T9" fmla="*/ 346 h 346"/>
                <a:gd name="T10" fmla="*/ 112 w 250"/>
                <a:gd name="T11" fmla="*/ 330 h 346"/>
                <a:gd name="T12" fmla="*/ 73 w 250"/>
                <a:gd name="T13" fmla="*/ 308 h 346"/>
                <a:gd name="T14" fmla="*/ 73 w 250"/>
                <a:gd name="T15" fmla="*/ 216 h 346"/>
                <a:gd name="T16" fmla="*/ 140 w 250"/>
                <a:gd name="T17" fmla="*/ 136 h 346"/>
                <a:gd name="T18" fmla="*/ 177 w 250"/>
                <a:gd name="T19" fmla="*/ 192 h 346"/>
                <a:gd name="T20" fmla="*/ 177 w 250"/>
                <a:gd name="T21" fmla="*/ 308 h 346"/>
                <a:gd name="T22" fmla="*/ 138 w 250"/>
                <a:gd name="T23" fmla="*/ 330 h 346"/>
                <a:gd name="T24" fmla="*/ 138 w 250"/>
                <a:gd name="T25" fmla="*/ 346 h 346"/>
                <a:gd name="T26" fmla="*/ 195 w 250"/>
                <a:gd name="T27" fmla="*/ 344 h 346"/>
                <a:gd name="T28" fmla="*/ 250 w 250"/>
                <a:gd name="T29" fmla="*/ 346 h 346"/>
                <a:gd name="T30" fmla="*/ 250 w 250"/>
                <a:gd name="T31" fmla="*/ 330 h 346"/>
                <a:gd name="T32" fmla="*/ 212 w 250"/>
                <a:gd name="T33" fmla="*/ 315 h 346"/>
                <a:gd name="T34" fmla="*/ 212 w 250"/>
                <a:gd name="T35" fmla="*/ 220 h 346"/>
                <a:gd name="T36" fmla="*/ 196 w 250"/>
                <a:gd name="T37" fmla="*/ 144 h 346"/>
                <a:gd name="T38" fmla="*/ 144 w 250"/>
                <a:gd name="T39" fmla="*/ 125 h 346"/>
                <a:gd name="T40" fmla="*/ 71 w 250"/>
                <a:gd name="T41" fmla="*/ 174 h 346"/>
                <a:gd name="T42" fmla="*/ 71 w 250"/>
                <a:gd name="T43" fmla="*/ 0 h 346"/>
                <a:gd name="T44" fmla="*/ 0 w 250"/>
                <a:gd name="T45" fmla="*/ 5 h 346"/>
                <a:gd name="T46" fmla="*/ 0 w 250"/>
                <a:gd name="T47" fmla="*/ 21 h 346"/>
                <a:gd name="T48" fmla="*/ 38 w 250"/>
                <a:gd name="T49" fmla="*/ 49 h 346"/>
                <a:gd name="T50" fmla="*/ 38 w 250"/>
                <a:gd name="T51" fmla="*/ 30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0" h="346">
                  <a:moveTo>
                    <a:pt x="38" y="308"/>
                  </a:moveTo>
                  <a:cubicBezTo>
                    <a:pt x="38" y="330"/>
                    <a:pt x="33" y="330"/>
                    <a:pt x="0" y="330"/>
                  </a:cubicBezTo>
                  <a:lnTo>
                    <a:pt x="0" y="346"/>
                  </a:lnTo>
                  <a:cubicBezTo>
                    <a:pt x="17" y="345"/>
                    <a:pt x="42" y="344"/>
                    <a:pt x="56" y="344"/>
                  </a:cubicBezTo>
                  <a:cubicBezTo>
                    <a:pt x="69" y="344"/>
                    <a:pt x="95" y="345"/>
                    <a:pt x="112" y="346"/>
                  </a:cubicBezTo>
                  <a:lnTo>
                    <a:pt x="112" y="330"/>
                  </a:lnTo>
                  <a:cubicBezTo>
                    <a:pt x="78" y="330"/>
                    <a:pt x="73" y="330"/>
                    <a:pt x="73" y="308"/>
                  </a:cubicBezTo>
                  <a:lnTo>
                    <a:pt x="73" y="216"/>
                  </a:lnTo>
                  <a:cubicBezTo>
                    <a:pt x="73" y="164"/>
                    <a:pt x="108" y="136"/>
                    <a:pt x="140" y="136"/>
                  </a:cubicBezTo>
                  <a:cubicBezTo>
                    <a:pt x="172" y="136"/>
                    <a:pt x="177" y="163"/>
                    <a:pt x="177" y="192"/>
                  </a:cubicBezTo>
                  <a:lnTo>
                    <a:pt x="177" y="308"/>
                  </a:lnTo>
                  <a:cubicBezTo>
                    <a:pt x="177" y="330"/>
                    <a:pt x="172" y="330"/>
                    <a:pt x="138" y="330"/>
                  </a:cubicBezTo>
                  <a:lnTo>
                    <a:pt x="138" y="346"/>
                  </a:lnTo>
                  <a:cubicBezTo>
                    <a:pt x="156" y="345"/>
                    <a:pt x="181" y="344"/>
                    <a:pt x="195" y="344"/>
                  </a:cubicBezTo>
                  <a:cubicBezTo>
                    <a:pt x="208" y="344"/>
                    <a:pt x="233" y="345"/>
                    <a:pt x="250" y="346"/>
                  </a:cubicBezTo>
                  <a:lnTo>
                    <a:pt x="250" y="330"/>
                  </a:lnTo>
                  <a:cubicBezTo>
                    <a:pt x="225" y="330"/>
                    <a:pt x="212" y="330"/>
                    <a:pt x="212" y="315"/>
                  </a:cubicBezTo>
                  <a:lnTo>
                    <a:pt x="212" y="220"/>
                  </a:lnTo>
                  <a:cubicBezTo>
                    <a:pt x="212" y="177"/>
                    <a:pt x="212" y="162"/>
                    <a:pt x="196" y="144"/>
                  </a:cubicBezTo>
                  <a:cubicBezTo>
                    <a:pt x="189" y="135"/>
                    <a:pt x="173" y="125"/>
                    <a:pt x="144" y="125"/>
                  </a:cubicBezTo>
                  <a:cubicBezTo>
                    <a:pt x="102" y="125"/>
                    <a:pt x="80" y="155"/>
                    <a:pt x="71" y="174"/>
                  </a:cubicBezTo>
                  <a:lnTo>
                    <a:pt x="71" y="0"/>
                  </a:lnTo>
                  <a:lnTo>
                    <a:pt x="0" y="5"/>
                  </a:lnTo>
                  <a:lnTo>
                    <a:pt x="0" y="21"/>
                  </a:lnTo>
                  <a:cubicBezTo>
                    <a:pt x="35" y="21"/>
                    <a:pt x="38" y="24"/>
                    <a:pt x="38" y="49"/>
                  </a:cubicBezTo>
                  <a:lnTo>
                    <a:pt x="38" y="308"/>
                  </a:lnTo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85793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27782"/>
  <p:tag name="ORIGINALWIDTH" val="71.1111"/>
  <p:tag name="LATEXADDIN" val="\documentclass{article}&#10;\usepackage{amsmath}&#10;\pagestyle{empty}&#10;\begin{document}&#10;&#10;&#10;\centering&#10;\noindent&#10;Scene $\mathcal{X}_k$ and \\&#10;target structure $T$&#10;&#10;&#10;\end{document}"/>
  <p:tag name="IGUANATEXSIZE" val="9"/>
  <p:tag name="IGUANATEXCURSOR" val="13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875058"/>
  <p:tag name="ORIGINALWIDTH" val="31.87501"/>
  <p:tag name="LATEXADDIN" val="\documentclass{article}&#10;\usepackage{amsmath}&#10;\pagestyle{empty}&#10;\begin{document}&#10;&#10;State $s_k$&#10;&#10;&#10;\end{document}"/>
  <p:tag name="IGUANATEXSIZE" val="10"/>
  <p:tag name="IGUANATEXCURSOR" val="9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30557"/>
  <p:tag name="ORIGINALWIDTH" val="49.16677"/>
  <p:tag name="LATEXADDIN" val="\documentclass{article}&#10;\usepackage{amsmath}&#10;\pagestyle{empty}&#10;\begin{document}&#10;&#10;Inventory $\mathcal{I}_k$&#10;&#10;&#10;\end{document}"/>
  <p:tag name="IGUANATEXSIZE" val="9"/>
  <p:tag name="IGUANATEXCURSOR" val="10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8.33334"/>
  <p:tag name="ORIGINALWIDTH" val="91.94448"/>
  <p:tag name="LATEXADDIN" val="\documentclass{article}&#10;\usepackage{amsmath}&#10;\pagestyle{empty}&#10;\begin{document}&#10;&#10;\noindent\centering&#10;Parallel node expansion \\ and evaluation&#10;\end{document}"/>
  <p:tag name="IGUANATEXSIZE" val="9"/>
  <p:tag name="IGUANATEXCURSOR" val="100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916694"/>
  <p:tag name="ORIGINALWIDTH" val="67.63892"/>
  <p:tag name="LATEXADDIN" val="\documentclass{article}&#10;\usepackage{amsmath}&#10;\pagestyle{empty}&#10;\begin{document}&#10;&#10;Batched selection&#10;\end{document}"/>
  <p:tag name="IGUANATEXSIZE" val="9"/>
  <p:tag name="IGUANATEXCURSOR" val="98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43"/>
  <p:tag name="ORIGINALWIDTH" val="16.52786"/>
  <p:tag name="LATEXADDIN" val="\documentclass{article}&#10;\usepackage{amsmath}&#10;\pagestyle{empty}&#10;\begin{document}&#10;&#10;$\pi_\text{init}$&#10;\end{document}"/>
  <p:tag name="IGUANATEXSIZE" val="9"/>
  <p:tag name="IGUANATEXCURSOR" val="98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194446"/>
  <p:tag name="ORIGINALWIDTH" val="16.80555"/>
  <p:tag name="LATEXADDIN" val="\documentclass{article}&#10;\usepackage{amsmath}&#10;\pagestyle{empty}&#10;\begin{document}&#10;&#10;$\pi_\text{opt}$&#10;\end{document}"/>
  <p:tag name="IGUANATEXSIZE" val="9"/>
  <p:tag name="IGUANATEXCURSOR" val="9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43"/>
  <p:tag name="ORIGINALWIDTH" val="16.80562"/>
  <p:tag name="LATEXADDIN" val="\documentclass{article}&#10;\usepackage{amsmath}&#10;\pagestyle{empty}&#10;\begin{document}&#10;&#10;$\pi_\text{sim}$&#10;\end{document}"/>
  <p:tag name="IGUANATEXSIZE" val="9"/>
  <p:tag name="IGUANATEXCURSOR" val="9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22244"/>
  <p:tag name="ORIGINALWIDTH" val="8.611032"/>
  <p:tag name="LATEXADDIN" val="\documentclass{article}&#10;\usepackage{amsmath}&#10;\pagestyle{empty}&#10;\begin{document}&#10;&#10;$b_2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22244"/>
  <p:tag name="ORIGINALWIDTH" val="8.194541"/>
  <p:tag name="LATEXADDIN" val="\documentclass{article}&#10;\usepackage{amsmath}&#10;\pagestyle{empty}&#10;\begin{document}&#10;&#10;$b_1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749974"/>
  <p:tag name="ORIGINALWIDTH" val="7.500094"/>
  <p:tag name="LATEXADDIN" val="\documentclass{article}&#10;\usepackage{amsmath}&#10;\pagestyle{empty}&#10;\begin{document}&#10;&#10;$b_3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722244"/>
  <p:tag name="ORIGINALWIDTH" val="7.638924"/>
  <p:tag name="LATEXADDIN" val="\documentclass{article}&#10;\usepackage{amsmath}&#10;\pagestyle{empty}&#10;\begin{document}&#10;&#10;$b_4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575"/>
  <p:tag name="ORIGINALWIDTH" val="9.999992"/>
  <p:tag name="LATEXADDIN" val="\documentclass{article}&#10;\usepackage{amsmath}&#10;\pagestyle{empty}&#10;\begin{document}&#10;&#10;$n_2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334"/>
  <p:tag name="ORIGINALWIDTH" val="10.27776"/>
  <p:tag name="LATEXADDIN" val="\documentclass{article}&#10;\usepackage{amsmath}&#10;\pagestyle{empty}&#10;\begin{document}&#10;&#10;$n_0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488"/>
  <p:tag name="ORIGINALWIDTH" val="9.722245"/>
  <p:tag name="LATEXADDIN" val="\documentclass{article}&#10;\usepackage{amsmath}&#10;\pagestyle{empty}&#10;\begin{document}&#10;&#10;$n_1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246"/>
  <p:tag name="ORIGINALWIDTH" val="10.27785"/>
  <p:tag name="LATEXADDIN" val="\documentclass{article}&#10;\usepackage{amsmath}&#10;\pagestyle{empty}&#10;\begin{document}&#10;&#10;$n_3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575"/>
  <p:tag name="ORIGINALWIDTH" val="10.41668"/>
  <p:tag name="LATEXADDIN" val="\documentclass{article}&#10;\usepackage{amsmath}&#10;\pagestyle{empty}&#10;\begin{document}&#10;&#10;$n_4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2266"/>
  <p:tag name="ORIGINALWIDTH" val="9.999992"/>
  <p:tag name="LATEXADDIN" val="\documentclass{article}&#10;\usepackage{amsmath}&#10;\pagestyle{empty}&#10;\begin{document}&#10;&#10;$n_5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2178"/>
  <p:tag name="ORIGINALWIDTH" val="9.444479"/>
  <p:tag name="LATEXADDIN" val="\documentclass{article}&#10;\usepackage{amsmath}&#10;\pagestyle{empty}&#10;\begin{document}&#10;&#10;$n_7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2266"/>
  <p:tag name="ORIGINALWIDTH" val="10.13901"/>
  <p:tag name="LATEXADDIN" val="\documentclass{article}&#10;\usepackage{amsmath}&#10;\pagestyle{empty}&#10;\begin{document}&#10;&#10;$n_6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2266"/>
  <p:tag name="ORIGINALWIDTH" val="10.13891"/>
  <p:tag name="LATEXADDIN" val="\documentclass{article}&#10;\usepackage{amsmath}&#10;\pagestyle{empty}&#10;\begin{document}&#10;&#10;$n_8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2266"/>
  <p:tag name="ORIGINALWIDTH" val="10.27785"/>
  <p:tag name="LATEXADDIN" val="\documentclass{article}&#10;\usepackage{amsmath}&#10;\pagestyle{empty}&#10;\begin{document}&#10;&#10;$n_9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575"/>
  <p:tag name="ORIGINALWIDTH" val="9.999992"/>
  <p:tag name="LATEXADDIN" val="\documentclass{article}&#10;\usepackage{amsmath}&#10;\pagestyle{empty}&#10;\begin{document}&#10;&#10;$n_2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334"/>
  <p:tag name="ORIGINALWIDTH" val="10.27776"/>
  <p:tag name="LATEXADDIN" val="\documentclass{article}&#10;\usepackage{amsmath}&#10;\pagestyle{empty}&#10;\begin{document}&#10;&#10;$n_0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488"/>
  <p:tag name="ORIGINALWIDTH" val="9.722245"/>
  <p:tag name="LATEXADDIN" val="\documentclass{article}&#10;\usepackage{amsmath}&#10;\pagestyle{empty}&#10;\begin{document}&#10;&#10;$n_1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246"/>
  <p:tag name="ORIGINALWIDTH" val="10.27785"/>
  <p:tag name="LATEXADDIN" val="\documentclass{article}&#10;\usepackage{amsmath}&#10;\pagestyle{empty}&#10;\begin{document}&#10;&#10;$n_3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575"/>
  <p:tag name="ORIGINALWIDTH" val="10.55552"/>
  <p:tag name="LATEXADDIN" val="\documentclass{article}&#10;\usepackage{amsmath}&#10;\pagestyle{empty}&#10;\begin{document}&#10;&#10;$n_4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2266"/>
  <p:tag name="ORIGINALWIDTH" val="9.999992"/>
  <p:tag name="LATEXADDIN" val="\documentclass{article}&#10;\usepackage{amsmath}&#10;\pagestyle{empty}&#10;\begin{document}&#10;&#10;$n_5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583327"/>
  <p:tag name="ORIGINALWIDTH" val="65.83327"/>
  <p:tag name="LATEXADDIN" val="\documentclass{article}&#10;\usepackage{amsmath}&#10;\pagestyle{empty}&#10;\begin{document}&#10;&#10;Backpropagation&#10;\end{document}"/>
  <p:tag name="IGUANATEXSIZE" val="9"/>
  <p:tag name="IGUANATEXCURSOR" val="9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3.61112"/>
  <p:tag name="ORIGINALWIDTH" val="151.8067"/>
  <p:tag name="LATEXADDIN" val="\documentclass{article}&#10;\usepackage{amsmath}&#10;\usepackage{xspace}&#10;\pagestyle{empty}&#10;&#10;\newcommand{\rarrow}{\xrightarrow{\hspace{0.5cm}}}&#10;\begin{document}&#10;&#10;&#10;\begin{align*}&#10;b_1:\,&amp; s(n_1) \rarrow \hat{a}_1 \rarrow a_1 \rarrow s(n_6),r_1 \\[1.2ex]&#10;b_2:\,&amp; s(n_2) \rarrow \hat{a}_2 \rarrow a_2 \rarrow s(n_7),r_2 \\[1.2ex]&#10;b_3:\,&amp; s(n_4) \rarrow \hat{a}_3 \rarrow a_3 \rarrow s(n_8),r_3 \\[1.2ex]&#10;b_4:\,&amp; s(n_4) \rarrow \hat{a}_4 \rarrow a_4 \rarrow s(n_9),r_4&#10;\end{align*}&#10;\end{document}"/>
  <p:tag name="IGUANATEXSIZE" val="9"/>
  <p:tag name="IGUANATEXCURSOR" val="454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583327"/>
  <p:tag name="ORIGINALWIDTH" val="139.4447"/>
  <p:tag name="LATEXADDIN" val="\documentclass{article}&#10;\usepackage{amsmath}&#10;\pagestyle{empty}&#10;\begin{document}&#10;&#10;\noindent\centering&#10;Repeat while search budget remains&#10;\end{document}"/>
  <p:tag name="IGUANATEXSIZE" val="9"/>
  <p:tag name="IGUANATEXCURSOR" val="13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575"/>
  <p:tag name="ORIGINALWIDTH" val="8.333282"/>
  <p:tag name="LATEXADDIN" val="\documentclass{article}&#10;\usepackage{amsmath}&#10;\pagestyle{empty}&#10;\begin{document}&#10;&#10;$r_2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488"/>
  <p:tag name="ORIGINALWIDTH" val="7.777856"/>
  <p:tag name="LATEXADDIN" val="\documentclass{article}&#10;\usepackage{amsmath}&#10;\pagestyle{empty}&#10;\begin{document}&#10;&#10;$r_1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246"/>
  <p:tag name="ORIGINALWIDTH" val="8.472298"/>
  <p:tag name="LATEXADDIN" val="\documentclass{article}&#10;\usepackage{amsmath}&#10;\pagestyle{empty}&#10;\begin{document}&#10;&#10;$r_3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575"/>
  <p:tag name="ORIGINALWIDTH" val="8.611217"/>
  <p:tag name="LATEXADDIN" val="\documentclass{article}&#10;\usepackage{amsmath}&#10;\pagestyle{empty}&#10;\begin{document}&#10;&#10;$r_4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.69441"/>
  <p:tag name="ORIGINALWIDTH" val="69.44454"/>
  <p:tag name="LATEXADDIN" val="\documentclass{article}&#10;\usepackage{amsmath}&#10;\pagestyle{empty}&#10;\begin{document}&#10;&#10;\noindent\centering&#10;Selected validated \\&#10;action $a_k^*$&#10;\end{document}"/>
  <p:tag name="IGUANATEXSIZE" val="9"/>
  <p:tag name="IGUANATEXCURSOR" val="137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472217"/>
  <p:tag name="ORIGINALWIDTH" val="48.19456"/>
  <p:tag name="LATEXADDIN" val="\documentclass{article}&#10;\usepackage{amsmath}&#10;\pagestyle{empty}&#10;\begin{document}&#10;&#10;\noindent\centering&#10;After search&#10;\end{document}"/>
  <p:tag name="IGUANATEXSIZE" val="9"/>
  <p:tag name="IGUANATEXCURSOR" val="11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333284"/>
  <p:tag name="ORIGINALWIDTH" val="6.250053"/>
  <p:tag name="LATEXADDIN" val="\documentclass{article}&#10;\usepackage{amsmath}&#10;\pagestyle{empty}&#10;\begin{document}&#10;&#10;\noindent\centering&#10;After search&#10;\end{document}"/>
  <p:tag name="IGUANATEXSIZE" val="9"/>
  <p:tag name="IGUANATEXCURSOR" val="11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19444"/>
  <p:tag name="ORIGINALWIDTH" val="2.916715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61112"/>
  <p:tag name="ORIGINALWIDTH" val="2.916715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9"/>
  <p:tag name="ORIGINALWIDTH" val="3.611116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03"/>
  <p:tag name="ORIGINALWIDTH" val="3.194493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9"/>
  <p:tag name="ORIGINALWIDTH" val="2.916715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9"/>
  <p:tag name="ORIGINALWIDTH" val="3.611116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9"/>
  <p:tag name="ORIGINALWIDTH" val="4.027827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03"/>
  <p:tag name="ORIGINALWIDTH" val="3.05556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9"/>
  <p:tag name="ORIGINALWIDTH" val="3.472271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055509"/>
  <p:tag name="ORIGINALWIDTH" val="4.583384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573"/>
  <p:tag name="ORIGINALWIDTH" val="3.888894"/>
  <p:tag name="LATEXADDIN" val="\documentclass{article}&#10;\usepackage{amsmath}&#10;\pagestyle{empty}&#10;\begin{document}&#10;&#10;\noindent\centering&#10;Selected validated \\&#10;action $a_k^*$&#10;\end{document}"/>
  <p:tag name="IGUANATEXSIZE" val="9"/>
  <p:tag name="IGUANATEXCURSOR" val="137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7"/>
  <p:tag name="ORIGINALWIDTH" val="3.472271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27796"/>
  <p:tag name="ORIGINALWIDTH" val="1.944447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7"/>
  <p:tag name="ORIGINALWIDTH" val="3.472271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7"/>
  <p:tag name="ORIGINALWIDTH" val="3.472271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2243"/>
  <p:tag name="ORIGINALWIDTH" val="2.777782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7"/>
  <p:tag name="ORIGINALWIDTH" val="3.472271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41"/>
  <p:tag name="ORIGINALWIDTH" val="4.444451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3"/>
  <p:tag name="ORIGINALWIDTH" val="4.305605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7"/>
  <p:tag name="ORIGINALWIDTH" val="4.027827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27796"/>
  <p:tag name="ORIGINALWIDTH" val="1.944447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8864"/>
  <p:tag name="ORIGINALWIDTH" val="1.944447"/>
  <p:tag name="EMFCHIL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41"/>
  <p:tag name="ORIGINALWIDTH" val="4.444451"/>
  <p:tag name="EMFCHIL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7"/>
  <p:tag name="ORIGINALWIDTH" val="4.027827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2243"/>
  <p:tag name="ORIGINALWIDTH" val="2.777782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7"/>
  <p:tag name="ORIGINALWIDTH" val="3.333338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41"/>
  <p:tag name="ORIGINALWIDTH" val="4.444451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3"/>
  <p:tag name="ORIGINALWIDTH" val="4.166673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3"/>
  <p:tag name="ORIGINALWIDTH" val="3.472271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33311"/>
  <p:tag name="ORIGINALWIDTH" val="2.777782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8864"/>
  <p:tag name="ORIGINALWIDTH" val="1.805602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3"/>
  <p:tag name="ORIGINALWIDTH" val="4.027827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3"/>
  <p:tag name="ORIGINALWIDTH" val="4.444451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3"/>
  <p:tag name="ORIGINALWIDTH" val="4.166673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777767"/>
  <p:tag name="ORIGINALWIDTH" val="2.500004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336"/>
  <p:tag name="ORIGINALWIDTH" val="3.05556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15"/>
  <p:tag name="ORIGINALWIDTH" val="4.444454"/>
  <p:tag name="LATEXADDIN" val="\documentclass{article}&#10;\usepackage{amsmath}&#10;\pagestyle{empty}&#10;\begin{document}&#10;&#10;$r_4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91"/>
  <p:tag name="ORIGINALWIDTH" val="3.750052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77746"/>
  <p:tag name="ORIGINALWIDTH" val="4.444461"/>
  <p:tag name="LATEXADDIN" val="\documentclass{article}&#10;\usepackage{amsmath}&#10;\pagestyle{empty}&#10;\begin{document}&#10;&#10;$r_3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55522"/>
  <p:tag name="ORIGINALWIDTH" val="3.472279"/>
  <p:tag name="EMFCHILD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827"/>
  <p:tag name="ORIGINALWIDTH" val="4.305594"/>
  <p:tag name="LATEXADDIN" val="\documentclass{article}&#10;\usepackage{amsmath}&#10;\pagestyle{empty}&#10;\begin{document}&#10;&#10;$r_1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04"/>
  <p:tag name="ORIGINALWIDTH" val="2.63893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77759"/>
  <p:tag name="ORIGINALWIDTH" val="4.444417"/>
  <p:tag name="LATEXADDIN" val="\documentclass{article}&#10;\usepackage{amsmath}&#10;\pagestyle{empty}&#10;\begin{document}&#10;&#10;$r_2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77759"/>
  <p:tag name="ORIGINALWIDTH" val="3.333313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499961"/>
  <p:tag name="ORIGINALWIDTH" val="6.25005"/>
  <p:tag name="LATEXADDIN" val="\documentclass{article}&#10;\usepackage{amsmath}&#10;\pagestyle{empty}&#10;\begin{document}&#10;&#10;\noindent\centering&#10;Repeat while search budget remains&#10;\end{document}"/>
  <p:tag name="IGUANATEXSIZE" val="9"/>
  <p:tag name="IGUANATEXCURSOR" val="13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3.472269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564"/>
  <p:tag name="ORIGINALWIDTH" val="4.444448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3.472269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3.888892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32"/>
  <p:tag name="ORIGINALWIDTH" val="2.77778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198"/>
  <p:tag name="ORIGINALWIDTH" val="6.111116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61117"/>
  <p:tag name="ORIGINALWIDTH" val="4.444448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341"/>
  <p:tag name="ORIGINALWIDTH" val="1.944446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61117"/>
  <p:tag name="ORIGINALWIDTH" val="1.944446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3.472269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2.916713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3.472269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3.888892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198"/>
  <p:tag name="ORIGINALWIDTH" val="3.055558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3.333336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61117"/>
  <p:tag name="ORIGINALWIDTH" val="4.444448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499961"/>
  <p:tag name="ORIGINALWIDTH" val="4.305603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4.444448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499961"/>
  <p:tag name="ORIGINALWIDTH" val="4.305603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341"/>
  <p:tag name="ORIGINALWIDTH" val="4.027825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3.333336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32"/>
  <p:tag name="ORIGINALWIDTH" val="2.77778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198"/>
  <p:tag name="ORIGINALWIDTH" val="2.916713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3.472269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198"/>
  <p:tag name="ORIGINALWIDTH" val="6.805605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4.027825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341"/>
  <p:tag name="ORIGINALWIDTH" val="1.805601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198"/>
  <p:tag name="ORIGINALWIDTH" val="4.444448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2.916713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50036"/>
  <p:tag name="ORIGINALWIDTH" val="3.194512"/>
  <p:tag name="LATEXADDIN" val="\documentclass{article}&#10;\usepackage{amsmath}&#10;\usepackage{xspace}&#10;\pagestyle{empty}&#10;&#10;\newcommand{\rarrow}{\xrightarrow{\hspace{0.5cm}}}&#10;\begin{document}&#10;&#10;&#10;\begin{align*}&#10;b_1:\,&amp; s(n_1) \rarrow \hat{a}_1 \rarrow a_1 \rarrow s(n_6),r_1 \\[1.2ex]&#10;b_2:\,&amp; s(n_2) \rarrow \hat{a}_2 \rarrow a_2 \rarrow s(n_7),r_2 \\[1.2ex]&#10;b_3:\,&amp; s(n_4) \rarrow \hat{a}_3 \rarrow a_3 \rarrow s(n_8),r_3 \\[1.2ex]&#10;b_4:\,&amp; s(n_4) \rarrow \hat{a}_4 \rarrow a_4 \rarrow s(n_9),r_4&#10;\end{align*}&#10;\end{document}"/>
  <p:tag name="IGUANATEXSIZE" val="9"/>
  <p:tag name="IGUANATEXCURSOR" val="454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222239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88884"/>
  <p:tag name="ORIGINALWIDTH" val="0.9722733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3.194512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2.083393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722258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222239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2.083393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277817"/>
  <p:tag name="EMFCHILD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16"/>
  <p:tag name="ORIGINALWIDTH" val="7.91677"/>
  <p:tag name="EMFCHILD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250042"/>
  <p:tag name="ORIGINALWIDTH" val="2.361172"/>
  <p:tag name="EMFCHILD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027852"/>
  <p:tag name="EMFCHILD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222239"/>
  <p:tag name="EMFCHILD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16"/>
  <p:tag name="ORIGINALWIDTH" val="7.777836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027852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222239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16"/>
  <p:tag name="ORIGINALWIDTH" val="7.777836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3.194512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1.944459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722258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93"/>
  <p:tag name="ORIGINALWIDTH" val="2.777799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2.083393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638929"/>
  <p:tag name="ORIGINALWIDTH" val="0.9722733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3.611138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222239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50036"/>
  <p:tag name="ORIGINALWIDTH" val="3.194512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638952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88884"/>
  <p:tag name="ORIGINALWIDTH" val="0.9722733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3.194512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2.083393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722258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638952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2.083393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277817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16"/>
  <p:tag name="ORIGINALWIDTH" val="7.91677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388887"/>
  <p:tag name="ORIGINALWIDTH" val="2.361172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027852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638952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16"/>
  <p:tag name="ORIGINALWIDTH" val="7.777836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027852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638952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16"/>
  <p:tag name="ORIGINALWIDTH" val="7.777836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3.194512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1.944459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722258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93"/>
  <p:tag name="ORIGINALWIDTH" val="2.916732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2.083393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638929"/>
  <p:tag name="ORIGINALWIDTH" val="0.9722733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3.611138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777799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50036"/>
  <p:tag name="ORIGINALWIDTH" val="3.194512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93"/>
  <p:tag name="ORIGINALWIDTH" val="2.916732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88884"/>
  <p:tag name="ORIGINALWIDTH" val="0.9722733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3.194512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2.083393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722258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916732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2.083393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277817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16"/>
  <p:tag name="ORIGINALWIDTH" val="7.91677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388887"/>
  <p:tag name="ORIGINALWIDTH" val="2.361172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027852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93"/>
  <p:tag name="ORIGINALWIDTH" val="2.916732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16"/>
  <p:tag name="ORIGINALWIDTH" val="7.777836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027852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93"/>
  <p:tag name="ORIGINALWIDTH" val="2.916732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16"/>
  <p:tag name="ORIGINALWIDTH" val="7.777836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3.194512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1.944459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722258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93"/>
  <p:tag name="ORIGINALWIDTH" val="2.777799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2.083393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638929"/>
  <p:tag name="ORIGINALWIDTH" val="0.9722733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3.611138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93"/>
  <p:tag name="ORIGINALWIDTH" val="2.777799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50036"/>
  <p:tag name="ORIGINALWIDTH" val="3.194512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916732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88884"/>
  <p:tag name="ORIGINALWIDTH" val="0.9722733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3.194512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2.083393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722258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916732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2.083393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277817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16"/>
  <p:tag name="ORIGINALWIDTH" val="7.91677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388887"/>
  <p:tag name="ORIGINALWIDTH" val="2.361172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027852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3.055578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16"/>
  <p:tag name="ORIGINALWIDTH" val="7.777836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027852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2.916732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167099"/>
  <p:tag name="ORIGINALWIDTH" val="5.416751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16"/>
  <p:tag name="ORIGINALWIDTH" val="7.777836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3.194512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1.944459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4.722258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93"/>
  <p:tag name="ORIGINALWIDTH" val="2.777799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027809"/>
  <p:tag name="ORIGINALWIDTH" val="2.083393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638929"/>
  <p:tag name="ORIGINALWIDTH" val="0.9722733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27816"/>
  <p:tag name="ORIGINALWIDTH" val="3.611138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61"/>
  <p:tag name="ORIGINALWIDTH" val="3.055578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2185"/>
  <p:tag name="ORIGINALWIDTH" val="5.555551"/>
  <p:tag name="LATEXADDIN" val="\documentclass{article}&#10;\usepackage{amsmath}&#10;\pagestyle{empty}&#10;\begin{document}&#10;&#10;Backpropagation&#10;\end{document}"/>
  <p:tag name="IGUANATEXSIZE" val="9"/>
  <p:tag name="IGUANATEXCURSOR" val="96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4.027818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3.33333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361117"/>
  <p:tag name="ORIGINALWIDTH" val="4.305595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564"/>
  <p:tag name="ORIGINALWIDTH" val="4.44444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198"/>
  <p:tag name="ORIGINALWIDTH" val="3.055553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3.888885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564"/>
  <p:tag name="ORIGINALWIDTH" val="4.44444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4.027818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341"/>
  <p:tag name="ORIGINALWIDTH" val="4.166663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4.027818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32"/>
  <p:tag name="ORIGINALWIDTH" val="2.916708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341"/>
  <p:tag name="ORIGINALWIDTH" val="1.805598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3"/>
  <p:tag name="ORIGINALWIDTH" val="4.027818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198"/>
  <p:tag name="ORIGINALWIDTH" val="4.44444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8"/>
  <p:tag name="ORIGINALWIDTH" val="5.833329"/>
  <p:tag name="LATEXADDIN" val="\documentclass{article}&#10;\usepackage{amsmath}&#10;\pagestyle{empty}&#10;\begin{document}&#10;&#10;$n_5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4454"/>
  <p:tag name="ORIGINALWIDTH" val="3.333331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15"/>
  <p:tag name="ORIGINALWIDTH" val="5.972249"/>
  <p:tag name="LATEXADDIN" val="\documentclass{article}&#10;\usepackage{amsmath}&#10;\pagestyle{empty}&#10;\begin{document}&#10;&#10;$n_4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91"/>
  <p:tag name="ORIGINALWIDTH" val="3.888877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77746"/>
  <p:tag name="ORIGINALWIDTH" val="5.972255"/>
  <p:tag name="LATEXADDIN" val="\documentclass{article}&#10;\usepackage{amsmath}&#10;\pagestyle{empty}&#10;\begin{document}&#10;&#10;$n_3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55522"/>
  <p:tag name="ORIGINALWIDTH" val="3.47226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827"/>
  <p:tag name="ORIGINALWIDTH" val="5.833347"/>
  <p:tag name="LATEXADDIN" val="\documentclass{article}&#10;\usepackage{amsmath}&#10;\pagestyle{empty}&#10;\begin{document}&#10;&#10;$n_1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04"/>
  <p:tag name="ORIGINALWIDTH" val="2.777785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77746"/>
  <p:tag name="ORIGINALWIDTH" val="5.972255"/>
  <p:tag name="LATEXADDIN" val="\documentclass{article}&#10;\usepackage{amsmath}&#10;\pagestyle{empty}&#10;\begin{document}&#10;&#10;$n_0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55522"/>
  <p:tag name="ORIGINALWIDTH" val="3.611104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15"/>
  <p:tag name="ORIGINALWIDTH" val="5.833329"/>
  <p:tag name="LATEXADDIN" val="\documentclass{article}&#10;\usepackage{amsmath}&#10;\pagestyle{empty}&#10;\begin{document}&#10;&#10;$n_2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91"/>
  <p:tag name="ORIGINALWIDTH" val="3.333331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8"/>
  <p:tag name="ORIGINALWIDTH" val="5.972255"/>
  <p:tag name="LATEXADDIN" val="\documentclass{article}&#10;\usepackage{amsmath}&#10;\pagestyle{empty}&#10;\begin{document}&#10;&#10;$n_9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4454"/>
  <p:tag name="ORIGINALWIDTH" val="3.47226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8"/>
  <p:tag name="ORIGINALWIDTH" val="5.972255"/>
  <p:tag name="LATEXADDIN" val="\documentclass{article}&#10;\usepackage{amsmath}&#10;\pagestyle{empty}&#10;\begin{document}&#10;&#10;$n_8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4454"/>
  <p:tag name="ORIGINALWIDTH" val="3.47226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8"/>
  <p:tag name="ORIGINALWIDTH" val="5.972312"/>
  <p:tag name="LATEXADDIN" val="\documentclass{article}&#10;\usepackage{amsmath}&#10;\pagestyle{empty}&#10;\begin{document}&#10;&#10;$n_6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4454"/>
  <p:tag name="ORIGINALWIDTH" val="3.472293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8"/>
  <p:tag name="ORIGINALWIDTH" val="5.41668"/>
  <p:tag name="LATEXADDIN" val="\documentclass{article}&#10;\usepackage{amsmath}&#10;\pagestyle{empty}&#10;\begin{document}&#10;&#10;$n_7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33298"/>
  <p:tag name="ORIGINALWIDTH" val="3.19447"/>
  <p:tag name="EMFCHILD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8"/>
  <p:tag name="ORIGINALWIDTH" val="5.833329"/>
  <p:tag name="LATEXADDIN" val="\documentclass{article}&#10;\usepackage{amsmath}&#10;\pagestyle{empty}&#10;\begin{document}&#10;&#10;$n_5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4454"/>
  <p:tag name="ORIGINALWIDTH" val="3.333331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15"/>
  <p:tag name="ORIGINALWIDTH" val="5.972249"/>
  <p:tag name="LATEXADDIN" val="\documentclass{article}&#10;\usepackage{amsmath}&#10;\pagestyle{empty}&#10;\begin{document}&#10;&#10;$n_4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91"/>
  <p:tag name="ORIGINALWIDTH" val="3.888877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77746"/>
  <p:tag name="ORIGINALWIDTH" val="5.972255"/>
  <p:tag name="LATEXADDIN" val="\documentclass{article}&#10;\usepackage{amsmath}&#10;\pagestyle{empty}&#10;\begin{document}&#10;&#10;$n_3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55522"/>
  <p:tag name="ORIGINALWIDTH" val="3.47226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827"/>
  <p:tag name="ORIGINALWIDTH" val="5.833347"/>
  <p:tag name="LATEXADDIN" val="\documentclass{article}&#10;\usepackage{amsmath}&#10;\pagestyle{empty}&#10;\begin{document}&#10;&#10;$n_1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04"/>
  <p:tag name="ORIGINALWIDTH" val="2.777785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77746"/>
  <p:tag name="ORIGINALWIDTH" val="5.972255"/>
  <p:tag name="LATEXADDIN" val="\documentclass{article}&#10;\usepackage{amsmath}&#10;\pagestyle{empty}&#10;\begin{document}&#10;&#10;$n_0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555522"/>
  <p:tag name="ORIGINALWIDTH" val="3.611104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15"/>
  <p:tag name="ORIGINALWIDTH" val="5.833329"/>
  <p:tag name="LATEXADDIN" val="\documentclass{article}&#10;\usepackage{amsmath}&#10;\pagestyle{empty}&#10;\begin{document}&#10;&#10;$n_2$&#10;&#10;&#10;\end{document}"/>
  <p:tag name="IGUANATEXSIZE" val="9"/>
  <p:tag name="IGUANATEXCURSOR" val="8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91"/>
  <p:tag name="ORIGINALWIDTH" val="3.333331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055501"/>
  <p:tag name="ORIGINALWIDTH" val="3.750039"/>
  <p:tag name="LATEXADDIN" val="\documentclass{article}&#10;\usepackage{amsmath}&#10;\pagestyle{empty}&#10;\begin{document}&#10;&#10;$b_4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4"/>
  <p:tag name="ORIGINALWIDTH" val="3.472262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222165"/>
  <p:tag name="ORIGINALWIDTH" val="3.750047"/>
  <p:tag name="LATEXADDIN" val="\documentclass{article}&#10;\usepackage{amsmath}&#10;\pagestyle{empty}&#10;\begin{document}&#10;&#10;$b_3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61116"/>
  <p:tag name="ORIGINALWIDTH" val="3.194491"/>
  <p:tag name="EMFCHILD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055501"/>
  <p:tag name="ORIGINALWIDTH" val="4.166693"/>
  <p:tag name="LATEXADDIN" val="\documentclass{article}&#10;\usepackage{amsmath}&#10;\pagestyle{empty}&#10;\begin{document}&#10;&#10;$b_1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4"/>
  <p:tag name="ORIGINALWIDTH" val="2.916729"/>
  <p:tag name="EMFCHILD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055501"/>
  <p:tag name="ORIGINALWIDTH" val="4.30556"/>
  <p:tag name="LATEXADDIN" val="\documentclass{article}&#10;\usepackage{amsmath}&#10;\pagestyle{empty}&#10;\begin{document}&#10;&#10;$b_2$&#10;&#10;&#10;\end{document}"/>
  <p:tag name="IGUANATEXSIZE" val="9"/>
  <p:tag name="IGUANATEXCURSOR" val="83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416674"/>
  <p:tag name="ORIGINALWIDTH" val="3.611078"/>
  <p:tag name="EMFCHILD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9982"/>
  <p:tag name="ORIGINALWIDTH" val="5.277784"/>
  <p:tag name="LATEXADDIN" val="\documentclass{article}&#10;\usepackage{amsmath}&#10;\pagestyle{empty}&#10;\begin{document}&#10;&#10;$\pi_\text{sim}$&#10;\end{document}"/>
  <p:tag name="IGUANATEXSIZE" val="9"/>
  <p:tag name="IGUANATEXCURSOR" val="9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11098"/>
  <p:tag name="ORIGINALWIDTH" val="2.500003"/>
  <p:tag name="EMFCHILD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77759"/>
  <p:tag name="ORIGINALWIDTH" val="1.388891"/>
  <p:tag name="EMFCHILD" val="Tru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72254"/>
  <p:tag name="ORIGINALWIDTH" val="5.833341"/>
  <p:tag name="EMFCHILD" val="Tru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06"/>
  <p:tag name="ORIGINALWIDTH" val="5.555569"/>
  <p:tag name="LATEXADDIN" val="\documentclass{article}&#10;\usepackage{amsmath}&#10;\pagestyle{empty}&#10;\begin{document}&#10;&#10;$\pi_\text{opt}$&#10;\end{document}"/>
  <p:tag name="IGUANATEXSIZE" val="9"/>
  <p:tag name="IGUANATEXCURSOR" val="95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750024"/>
  <p:tag name="ORIGINALWIDTH" val="3.472187"/>
  <p:tag name="EMFCHILD" val="Tru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9974"/>
  <p:tag name="ORIGINALWIDTH" val="3.749965"/>
  <p:tag name="EMFCHILD" val="Tru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9974"/>
  <p:tag name="ORIGINALWIDTH" val="2.500006"/>
  <p:tag name="EMFCHILD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9982"/>
  <p:tag name="ORIGINALWIDTH" val="5.277791"/>
  <p:tag name="LATEXADDIN" val="\documentclass{article}&#10;\usepackage{amsmath}&#10;\pagestyle{empty}&#10;\begin{document}&#10;&#10;$\pi_\text{init}$&#10;\end{document}"/>
  <p:tag name="IGUANATEXSIZE" val="9"/>
  <p:tag name="IGUANATEXCURSOR" val="98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77759"/>
  <p:tag name="ORIGINALWIDTH" val="1.527825"/>
  <p:tag name="EMFCHILD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472254"/>
  <p:tag name="ORIGINALWIDTH" val="3.61112"/>
  <p:tag name="EMFCHILD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277759"/>
  <p:tag name="ORIGINALWIDTH" val="1.527825"/>
  <p:tag name="EMFCHILD" val="Tru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9982"/>
  <p:tag name="ORIGINALWIDTH" val="2.222228"/>
  <p:tag name="EMFCHILD" val="Tru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638916"/>
  <p:tag name="ORIGINALWIDTH" val="5.555554"/>
  <p:tag name="LATEXADDIN" val="\documentclass{article}&#10;\usepackage{amsmath}&#10;\pagestyle{empty}&#10;\begin{document}&#10;&#10;Batched selection&#10;\end{document}"/>
  <p:tag name="IGUANATEXSIZE" val="9"/>
  <p:tag name="IGUANATEXCURSOR" val="98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22"/>
  <p:tag name="ORIGINALWIDTH" val="4.027821"/>
  <p:tag name="EMFCHILD" val="Tru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362"/>
  <p:tag name="ORIGINALWIDTH" val="2.777777"/>
  <p:tag name="EMFCHILD" val="Tru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22"/>
  <p:tag name="ORIGINALWIDTH" val="3.333333"/>
  <p:tag name="EMFCHILD" val="Tru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77761"/>
  <p:tag name="ORIGINALWIDTH" val="4.444443"/>
  <p:tag name="EMFCHILD" val="Tru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22"/>
  <p:tag name="ORIGINALWIDTH" val="3.472265"/>
  <p:tag name="EMFCHILD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916694"/>
  <p:tag name="ORIGINALWIDTH" val="4.444443"/>
  <p:tag name="EMFCHILD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22"/>
  <p:tag name="ORIGINALWIDTH" val="2.91671"/>
  <p:tag name="EMFCHILD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22"/>
  <p:tag name="ORIGINALWIDTH" val="3.472265"/>
  <p:tag name="EMFCHILD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77761"/>
  <p:tag name="ORIGINALWIDTH" val="1.944444"/>
  <p:tag name="EMFCHILD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22"/>
  <p:tag name="ORIGINALWIDTH" val="3.333333"/>
  <p:tag name="EMFCHILD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22"/>
  <p:tag name="ORIGINALWIDTH" val="3.333333"/>
  <p:tag name="EMFCHILD" val="Tru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362"/>
  <p:tag name="ORIGINALWIDTH" val="2.777777"/>
  <p:tag name="EMFCHILD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499984"/>
  <p:tag name="ORIGINALWIDTH" val="1.944444"/>
  <p:tag name="EMFCHILD" val="Tru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22"/>
  <p:tag name="ORIGINALWIDTH" val="3.888888"/>
  <p:tag name="EMFCHILD" val="Tru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9989"/>
  <p:tag name="ORIGINALWIDTH" val="4.444443"/>
  <p:tag name="EMFCHILD" val="Tr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27794"/>
  <p:tag name="ORIGINALWIDTH" val="5.27778"/>
  <p:tag name="LATEXADDIN" val="\documentclass{article}&#10;\usepackage{amsmath}&#10;\pagestyle{empty}&#10;\begin{document}&#10;&#10;\noindent\centering&#10;Parallel node expansion \\ and evaluation&#10;\end{document}"/>
  <p:tag name="IGUANATEXSIZE" val="9"/>
  <p:tag name="IGUANATEXCURSOR" val="100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4.027823"/>
  <p:tag name="EMFCHILD" val="Tr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1"/>
  <p:tag name="ORIGINALWIDTH" val="2.916712"/>
  <p:tag name="EMFCHILD" val="Tr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4.027823"/>
  <p:tag name="EMFCHILD" val="Tr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38"/>
  <p:tag name="ORIGINALWIDTH" val="2.083378"/>
  <p:tag name="EMFCHILD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38"/>
  <p:tag name="ORIGINALWIDTH" val="1.944445"/>
  <p:tag name="EMFCHILD" val="Tru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3.333335"/>
  <p:tag name="EMFCHILD" val="Tru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38"/>
  <p:tag name="ORIGINALWIDTH" val="2.083378"/>
  <p:tag name="EMFCHILD" val="Tru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1"/>
  <p:tag name="ORIGINALWIDTH" val="4.583379"/>
  <p:tag name="EMFCHILD" val="Tru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3.888891"/>
  <p:tag name="EMFCHILD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571"/>
  <p:tag name="ORIGINALWIDTH" val="4.444447"/>
  <p:tag name="EMFCHILD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3.472267"/>
  <p:tag name="EMFCHILD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3.472267"/>
  <p:tag name="EMFCHILD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49"/>
  <p:tag name="ORIGINALWIDTH" val="4.444447"/>
  <p:tag name="EMFCHILD" val="Tr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11085"/>
  <p:tag name="ORIGINALWIDTH" val="4.305601"/>
  <p:tag name="EMFCHILD" val="Tr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4.027823"/>
  <p:tag name="EMFCHILD" val="Tr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1"/>
  <p:tag name="ORIGINALWIDTH" val="4.583379"/>
  <p:tag name="EMFCHILD" val="Tru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2.916712"/>
  <p:tag name="EMFCHILD" val="Tr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8862"/>
  <p:tag name="ORIGINALWIDTH" val="1.944445"/>
  <p:tag name="EMFCHILD" val="Tr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3.888891"/>
  <p:tag name="EMFCHILD" val="Tru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1"/>
  <p:tag name="ORIGINALWIDTH" val="4.444447"/>
  <p:tag name="EMFCHILD" val="Tru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4.027823"/>
  <p:tag name="EMFCHILD" val="Tru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1"/>
  <p:tag name="ORIGINALWIDTH" val="4.583379"/>
  <p:tag name="EMFCHILD" val="Tr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05571"/>
  <p:tag name="ORIGINALWIDTH" val="4.444447"/>
  <p:tag name="EMFCHILD" val="Tr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3.472267"/>
  <p:tag name="EMFCHILD" val="Tr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1"/>
  <p:tag name="ORIGINALWIDTH" val="4.305601"/>
  <p:tag name="EMFCHILD" val="Tr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4.027823"/>
  <p:tag name="EMFCHILD" val="Tru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38"/>
  <p:tag name="ORIGINALWIDTH" val="1.944445"/>
  <p:tag name="EMFCHILD" val="Tr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4.444447"/>
  <p:tag name="EMFCHILD" val="Tr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4.027823"/>
  <p:tag name="EMFCHILD" val="Tr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11085"/>
  <p:tag name="ORIGINALWIDTH" val="2.777779"/>
  <p:tag name="EMFCHILD" val="Tr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8862"/>
  <p:tag name="ORIGINALWIDTH" val="1.944445"/>
  <p:tag name="EMFCHILD" val="Tr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26"/>
  <p:tag name="ORIGINALWIDTH" val="3.888891"/>
  <p:tag name="EMFCHILD" val="Tr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581"/>
  <p:tag name="ORIGINALWIDTH" val="4.444447"/>
  <p:tag name="EMFCHILD" val="Tr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355"/>
  <p:tag name="ORIGINALWIDTH" val="2.777778"/>
  <p:tag name="LATEXADDIN" val="\documentclass{article}&#10;\usepackage{amsmath}&#10;\pagestyle{empty}&#10;\begin{document}&#10;&#10;Inventory $\mathcal{I}_k$&#10;&#10;&#10;\end{document}"/>
  <p:tag name="IGUANATEXSIZE" val="9"/>
  <p:tag name="IGUANATEXCURSOR" val="10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3363"/>
  <p:tag name="ORIGINALWIDTH" val="4.583378"/>
  <p:tag name="EMFCHILD" val="Tr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3363"/>
  <p:tag name="ORIGINALWIDTH" val="4.444446"/>
  <p:tag name="EMFCHILD" val="Tru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08"/>
  <p:tag name="ORIGINALWIDTH" val="3.472267"/>
  <p:tag name="EMFCHILD" val="Tr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3363"/>
  <p:tag name="ORIGINALWIDTH" val="4.583378"/>
  <p:tag name="EMFCHILD" val="Tru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27801"/>
  <p:tag name="ORIGINALWIDTH" val="2.777778"/>
  <p:tag name="EMFCHILD" val="Tr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08"/>
  <p:tag name="ORIGINALWIDTH" val="3.88889"/>
  <p:tag name="EMFCHILD" val="Tru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3363"/>
  <p:tag name="ORIGINALWIDTH" val="3.055556"/>
  <p:tag name="EMFCHILD" val="Tru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46"/>
  <p:tag name="ORIGINALWIDTH" val="4.444446"/>
  <p:tag name="EMFCHILD" val="Tru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83355"/>
  <p:tag name="ORIGINALWIDTH" val="5.972268"/>
  <p:tag name="EMFCHILD" val="Tr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38916"/>
  <p:tag name="ORIGINALWIDTH" val="3.194489"/>
  <p:tag name="EMFCHILD" val="Tru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500016"/>
  <p:tag name="ORIGINALWIDTH" val="4.125036"/>
  <p:tag name="LATEXADDIN" val="\documentclass{article}&#10;\usepackage{amsmath}&#10;\pagestyle{empty}&#10;\begin{document}&#10;&#10;State $s_k$&#10;&#10;&#10;\end{document}"/>
  <p:tag name="IGUANATEXSIZE" val="10"/>
  <p:tag name="IGUANATEXCURSOR" val="9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00014"/>
  <p:tag name="ORIGINALWIDTH" val="2.875037"/>
  <p:tag name="EMFCHILD" val="Tru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001"/>
  <p:tag name="ORIGINALWIDTH" val="4.249997"/>
  <p:tag name="EMFCHILD" val="Tru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00014"/>
  <p:tag name="ORIGINALWIDTH" val="2.875037"/>
  <p:tag name="EMFCHILD" val="Tru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001"/>
  <p:tag name="ORIGINALWIDTH" val="3.499997"/>
  <p:tag name="EMFCHILD" val="Tru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5001"/>
  <p:tag name="ORIGINALWIDTH" val="3.499997"/>
  <p:tag name="EMFCHILD" val="Tru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25051"/>
  <p:tag name="ORIGINALWIDTH" val="3.249997"/>
  <p:tag name="EMFCHILD" val="Tru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44458"/>
  <p:tag name="ORIGINALWIDTH" val="4.027821"/>
  <p:tag name="LATEXADDIN" val="\documentclass{article}&#10;\usepackage{amsmath}&#10;\pagestyle{empty}&#10;\begin{document}&#10;&#10;&#10;\centering&#10;\noindent&#10;Scene $\mathcal{X}_k$ and \\&#10;target structure $T$&#10;&#10;&#10;\end{document}"/>
  <p:tag name="IGUANATEXSIZE" val="9"/>
  <p:tag name="IGUANATEXCURSOR" val="132"/>
  <p:tag name="TRANSPARENCY" val="True"/>
  <p:tag name="FILENAME" val="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607"/>
  <p:tag name="ORIGINALWIDTH" val="3.333333"/>
  <p:tag name="EMFCHILD" val="Tr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607"/>
  <p:tag name="ORIGINALWIDTH" val="3.472265"/>
  <p:tag name="EMFCHILD" val="Tr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607"/>
  <p:tag name="ORIGINALWIDTH" val="4.583376"/>
  <p:tag name="EMFCHILD" val="Tr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607"/>
  <p:tag name="ORIGINALWIDTH" val="3.472265"/>
  <p:tag name="EMFCHILD" val="Tru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79"/>
  <p:tag name="ORIGINALWIDTH" val="6.805598"/>
  <p:tag name="EMFCHILD" val="Tru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22231"/>
  <p:tag name="ORIGINALWIDTH" val="3.055555"/>
  <p:tag name="EMFCHILD" val="Tru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607"/>
  <p:tag name="ORIGINALWIDTH" val="4.166666"/>
  <p:tag name="EMFCHILD" val="Tru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607"/>
  <p:tag name="ORIGINALWIDTH" val="4.583376"/>
  <p:tag name="EMFCHILD" val="Tru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679"/>
  <p:tag name="ORIGINALWIDTH" val="4.444444"/>
  <p:tag name="EMFCHILD" val="Tru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2278"/>
  <p:tag name="ORIGINALWIDTH" val="2.91671"/>
  <p:tag name="EMFCHILD" val="Tru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53"/>
  <p:tag name="ORIGINALWIDTH" val="4.027821"/>
  <p:tag name="EMFCHILD" val="Tru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75"/>
  <p:tag name="ORIGINALWIDTH" val="3.055555"/>
  <p:tag name="EMFCHILD" val="Tr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8901"/>
  <p:tag name="ORIGINALWIDTH" val="4.027821"/>
  <p:tag name="EMFCHILD" val="Tr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53"/>
  <p:tag name="ORIGINALWIDTH" val="3.472265"/>
  <p:tag name="EMFCHILD" val="Tru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2278"/>
  <p:tag name="ORIGINALWIDTH" val="2.777777"/>
  <p:tag name="EMFCHILD" val="Tru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53"/>
  <p:tag name="ORIGINALWIDTH" val="2.91671"/>
  <p:tag name="EMFCHILD" val="Tru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2278"/>
  <p:tag name="ORIGINALWIDTH" val="2.777777"/>
  <p:tag name="EMFCHILD" val="Tru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75"/>
  <p:tag name="ORIGINALWIDTH" val="3.055555"/>
  <p:tag name="EMFCHILD" val="Tr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607"/>
  <p:tag name="ORIGINALWIDTH" val="4.444444"/>
  <p:tag name="EMFCHILD" val="Tru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53"/>
  <p:tag name="ORIGINALWIDTH" val="3.472265"/>
  <p:tag name="EMFCHILD" val="Tru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72278"/>
  <p:tag name="ORIGINALWIDTH" val="2.777777"/>
  <p:tag name="EMFCHILD" val="Tr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5607"/>
  <p:tag name="ORIGINALWIDTH" val="4.583376"/>
  <p:tag name="EMFCHILD" val="Tr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66675"/>
  <p:tag name="ORIGINALWIDTH" val="3.055555"/>
  <p:tag name="EMFCHILD" val="Tr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44453"/>
  <p:tag name="ORIGINALWIDTH" val="3.472265"/>
  <p:tag name="EMFCHILD" val="Tru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88901"/>
  <p:tag name="ORIGINALWIDTH" val="6.11111"/>
  <p:tag name="EMFCHILD" val="Tru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안서기</dc:creator>
  <cp:lastModifiedBy>안서기</cp:lastModifiedBy>
  <cp:revision>4</cp:revision>
  <dcterms:created xsi:type="dcterms:W3CDTF">2026-10-25T02:01:21Z</dcterms:created>
  <dcterms:modified xsi:type="dcterms:W3CDTF">2026-10-25T02:37:03Z</dcterms:modified>
</cp:coreProperties>
</file>